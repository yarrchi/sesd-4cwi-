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0"/>
  </p:notesMasterIdLst>
  <p:sldIdLst>
    <p:sldId id="256" r:id="rId2"/>
    <p:sldId id="291" r:id="rId3"/>
    <p:sldId id="278" r:id="rId4"/>
    <p:sldId id="259" r:id="rId5"/>
    <p:sldId id="292" r:id="rId6"/>
    <p:sldId id="270" r:id="rId7"/>
    <p:sldId id="263" r:id="rId8"/>
    <p:sldId id="293" r:id="rId9"/>
  </p:sldIdLst>
  <p:sldSz cx="9144000" cy="5143500" type="screen16x9"/>
  <p:notesSz cx="6858000" cy="9144000"/>
  <p:embeddedFontLst>
    <p:embeddedFont>
      <p:font typeface="Fira Sans" panose="020B0503050000020004" pitchFamily="34" charset="0"/>
      <p:regular r:id="rId11"/>
      <p:bold r:id="rId12"/>
      <p:italic r:id="rId13"/>
      <p:boldItalic r:id="rId14"/>
    </p:embeddedFont>
    <p:embeddedFont>
      <p:font typeface="Fira Sans Black" panose="020B0A03050000020004" pitchFamily="34" charset="0"/>
      <p:bold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E54E50D-7534-4B05-8CA8-948DC180A4CD}">
  <a:tblStyle styleId="{2E54E50D-7534-4B05-8CA8-948DC180A4C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18" autoAdjust="0"/>
    <p:restoredTop sz="80387" autoAdjust="0"/>
  </p:normalViewPr>
  <p:slideViewPr>
    <p:cSldViewPr snapToGrid="0">
      <p:cViewPr>
        <p:scale>
          <a:sx n="100" d="100"/>
          <a:sy n="100" d="100"/>
        </p:scale>
        <p:origin x="2052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7">
          <a:extLst>
            <a:ext uri="{FF2B5EF4-FFF2-40B4-BE49-F238E27FC236}">
              <a16:creationId xmlns:a16="http://schemas.microsoft.com/office/drawing/2014/main" id="{4DDF7143-0269-744C-0EC6-7D574E3D9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g9646c4d463_0_582:notes">
            <a:extLst>
              <a:ext uri="{FF2B5EF4-FFF2-40B4-BE49-F238E27FC236}">
                <a16:creationId xmlns:a16="http://schemas.microsoft.com/office/drawing/2014/main" id="{D02533E2-C9CE-00B5-0B60-76EC55E5EB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9" name="Google Shape;879;g9646c4d463_0_582:notes">
            <a:extLst>
              <a:ext uri="{FF2B5EF4-FFF2-40B4-BE49-F238E27FC236}">
                <a16:creationId xmlns:a16="http://schemas.microsoft.com/office/drawing/2014/main" id="{C9C06C28-7041-CCB8-7827-D70B1898D3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605442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3" name="Google Shape;3353;g9646c4d463_0_8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4" name="Google Shape;3354;g9646c4d463_0_8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962ef91124_0_5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962ef91124_0_5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>
          <a:extLst>
            <a:ext uri="{FF2B5EF4-FFF2-40B4-BE49-F238E27FC236}">
              <a16:creationId xmlns:a16="http://schemas.microsoft.com/office/drawing/2014/main" id="{DBBA643F-2624-18A8-A42A-58BFBA0CA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962ef91124_0_415:notes">
            <a:extLst>
              <a:ext uri="{FF2B5EF4-FFF2-40B4-BE49-F238E27FC236}">
                <a16:creationId xmlns:a16="http://schemas.microsoft.com/office/drawing/2014/main" id="{9EACB5D2-69AF-CF48-E8C0-55152F35AD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962ef91124_0_415:notes">
            <a:extLst>
              <a:ext uri="{FF2B5EF4-FFF2-40B4-BE49-F238E27FC236}">
                <a16:creationId xmlns:a16="http://schemas.microsoft.com/office/drawing/2014/main" id="{5D206B3B-142E-7BA0-9A57-E837469CB9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551390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" name="Google Shape;1792;g9646c4d463_0_8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3" name="Google Shape;1793;g9646c4d463_0_8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9646c4d463_0_3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0" name="Google Shape;670;g9646c4d463_0_3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>
          <a:extLst>
            <a:ext uri="{FF2B5EF4-FFF2-40B4-BE49-F238E27FC236}">
              <a16:creationId xmlns:a16="http://schemas.microsoft.com/office/drawing/2014/main" id="{C25E0AF3-F236-43CC-2009-6741900B5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962ef91124_0_415:notes">
            <a:extLst>
              <a:ext uri="{FF2B5EF4-FFF2-40B4-BE49-F238E27FC236}">
                <a16:creationId xmlns:a16="http://schemas.microsoft.com/office/drawing/2014/main" id="{6A46BAD8-E527-E3EB-B7DE-F395F22C76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962ef91124_0_415:notes">
            <a:extLst>
              <a:ext uri="{FF2B5EF4-FFF2-40B4-BE49-F238E27FC236}">
                <a16:creationId xmlns:a16="http://schemas.microsoft.com/office/drawing/2014/main" id="{E551414A-A02B-89E3-5B27-E99B02A8A0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857384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766850" y="1445000"/>
            <a:ext cx="3567000" cy="142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766850" y="2905900"/>
            <a:ext cx="35670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457200" y="2926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Fira Sans Black"/>
              <a:buNone/>
              <a:defRPr>
                <a:latin typeface="Fira Sans Black"/>
                <a:ea typeface="Fira Sans Black"/>
                <a:cs typeface="Fira Sans Black"/>
                <a:sym typeface="Fira Sans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Fira Sans Black"/>
              <a:buNone/>
              <a:defRPr>
                <a:latin typeface="Fira Sans Black"/>
                <a:ea typeface="Fira Sans Black"/>
                <a:cs typeface="Fira Sans Black"/>
                <a:sym typeface="Fira Sans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Fira Sans Black"/>
              <a:buNone/>
              <a:defRPr>
                <a:latin typeface="Fira Sans Black"/>
                <a:ea typeface="Fira Sans Black"/>
                <a:cs typeface="Fira Sans Black"/>
                <a:sym typeface="Fira Sans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Fira Sans Black"/>
              <a:buNone/>
              <a:defRPr>
                <a:latin typeface="Fira Sans Black"/>
                <a:ea typeface="Fira Sans Black"/>
                <a:cs typeface="Fira Sans Black"/>
                <a:sym typeface="Fira Sans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Fira Sans Black"/>
              <a:buNone/>
              <a:defRPr>
                <a:latin typeface="Fira Sans Black"/>
                <a:ea typeface="Fira Sans Black"/>
                <a:cs typeface="Fira Sans Black"/>
                <a:sym typeface="Fira Sans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Fira Sans Black"/>
              <a:buNone/>
              <a:defRPr>
                <a:latin typeface="Fira Sans Black"/>
                <a:ea typeface="Fira Sans Black"/>
                <a:cs typeface="Fira Sans Black"/>
                <a:sym typeface="Fira Sans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Fira Sans Black"/>
              <a:buNone/>
              <a:defRPr>
                <a:latin typeface="Fira Sans Black"/>
                <a:ea typeface="Fira Sans Black"/>
                <a:cs typeface="Fira Sans Black"/>
                <a:sym typeface="Fira Sans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Fira Sans Black"/>
              <a:buNone/>
              <a:defRPr>
                <a:latin typeface="Fira Sans Black"/>
                <a:ea typeface="Fira Sans Black"/>
                <a:cs typeface="Fira Sans Black"/>
                <a:sym typeface="Fira Sans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Fira Sans Black"/>
              <a:buNone/>
              <a:defRPr>
                <a:latin typeface="Fira Sans Black"/>
                <a:ea typeface="Fira Sans Black"/>
                <a:cs typeface="Fira Sans Black"/>
                <a:sym typeface="Fira Sans Black"/>
              </a:defRPr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457200" y="1152475"/>
            <a:ext cx="8229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Font typeface="Fira Sans"/>
              <a:buChar char="●"/>
              <a:defRPr>
                <a:latin typeface="Fira Sans"/>
                <a:ea typeface="Fira Sans"/>
                <a:cs typeface="Fira Sans"/>
                <a:sym typeface="Fira Sans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○"/>
              <a:defRPr>
                <a:latin typeface="Fira Sans"/>
                <a:ea typeface="Fira Sans"/>
                <a:cs typeface="Fira Sans"/>
                <a:sym typeface="Fira Sans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■"/>
              <a:defRPr>
                <a:latin typeface="Fira Sans"/>
                <a:ea typeface="Fira Sans"/>
                <a:cs typeface="Fira Sans"/>
                <a:sym typeface="Fira Sans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●"/>
              <a:defRPr>
                <a:latin typeface="Fira Sans"/>
                <a:ea typeface="Fira Sans"/>
                <a:cs typeface="Fira Sans"/>
                <a:sym typeface="Fira Sans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○"/>
              <a:defRPr>
                <a:latin typeface="Fira Sans"/>
                <a:ea typeface="Fira Sans"/>
                <a:cs typeface="Fira Sans"/>
                <a:sym typeface="Fira Sans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■"/>
              <a:defRPr>
                <a:latin typeface="Fira Sans"/>
                <a:ea typeface="Fira Sans"/>
                <a:cs typeface="Fira Sans"/>
                <a:sym typeface="Fira Sans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●"/>
              <a:defRPr>
                <a:latin typeface="Fira Sans"/>
                <a:ea typeface="Fira Sans"/>
                <a:cs typeface="Fira Sans"/>
                <a:sym typeface="Fira Sans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○"/>
              <a:defRPr>
                <a:latin typeface="Fira Sans"/>
                <a:ea typeface="Fira Sans"/>
                <a:cs typeface="Fira Sans"/>
                <a:sym typeface="Fira Sans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Font typeface="Fira Sans"/>
              <a:buChar char="■"/>
              <a:defRPr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>
            <a:spLocks noGrp="1"/>
          </p:cNvSpPr>
          <p:nvPr>
            <p:ph type="title"/>
          </p:nvPr>
        </p:nvSpPr>
        <p:spPr>
          <a:xfrm>
            <a:off x="457200" y="2926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title"/>
          </p:nvPr>
        </p:nvSpPr>
        <p:spPr>
          <a:xfrm>
            <a:off x="457200" y="2926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Fira Sans"/>
              <a:buNone/>
              <a:defRPr b="1"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Font typeface="Fira Sans"/>
              <a:buNone/>
              <a:defRPr b="1">
                <a:latin typeface="Fira Sans"/>
                <a:ea typeface="Fira Sans"/>
                <a:cs typeface="Fira Sans"/>
                <a:sym typeface="Fira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Font typeface="Fira Sans"/>
              <a:buNone/>
              <a:defRPr b="1">
                <a:latin typeface="Fira Sans"/>
                <a:ea typeface="Fira Sans"/>
                <a:cs typeface="Fira Sans"/>
                <a:sym typeface="Fira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Font typeface="Fira Sans"/>
              <a:buNone/>
              <a:defRPr b="1">
                <a:latin typeface="Fira Sans"/>
                <a:ea typeface="Fira Sans"/>
                <a:cs typeface="Fira Sans"/>
                <a:sym typeface="Fira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Font typeface="Fira Sans"/>
              <a:buNone/>
              <a:defRPr b="1">
                <a:latin typeface="Fira Sans"/>
                <a:ea typeface="Fira Sans"/>
                <a:cs typeface="Fira Sans"/>
                <a:sym typeface="Fira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Font typeface="Fira Sans"/>
              <a:buNone/>
              <a:defRPr b="1">
                <a:latin typeface="Fira Sans"/>
                <a:ea typeface="Fira Sans"/>
                <a:cs typeface="Fira Sans"/>
                <a:sym typeface="Fira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Font typeface="Fira Sans"/>
              <a:buNone/>
              <a:defRPr b="1">
                <a:latin typeface="Fira Sans"/>
                <a:ea typeface="Fira Sans"/>
                <a:cs typeface="Fira Sans"/>
                <a:sym typeface="Fira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Font typeface="Fira Sans"/>
              <a:buNone/>
              <a:defRPr b="1">
                <a:latin typeface="Fira Sans"/>
                <a:ea typeface="Fira Sans"/>
                <a:cs typeface="Fira Sans"/>
                <a:sym typeface="Fira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Font typeface="Fira Sans"/>
              <a:buNone/>
              <a:defRPr b="1"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6" name="Google Shape;26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0" name="Google Shape;3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92625"/>
            <a:ext cx="8229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152475"/>
            <a:ext cx="8229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Fira Sans"/>
              <a:buChar char="●"/>
              <a:defRPr sz="1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Char char="○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Char char="■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Char char="●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Char char="○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Char char="■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Char char="●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Char char="○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Fira Sans"/>
              <a:buChar char="■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orf.at/stories/3404000/?utm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www.bankinfosecurity.com/austrias-interior-ministry-sees-100-email-accounts-breached-a-29340?utm" TargetMode="External"/><Relationship Id="rId4" Type="http://schemas.openxmlformats.org/officeDocument/2006/relationships/hyperlink" Target="https://www.bmi.gv.at/news.aspx?id=75576D442B6C66646159303D&amp;ut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5"/>
          <p:cNvSpPr txBox="1">
            <a:spLocks noGrp="1"/>
          </p:cNvSpPr>
          <p:nvPr>
            <p:ph type="ctrTitle"/>
          </p:nvPr>
        </p:nvSpPr>
        <p:spPr>
          <a:xfrm>
            <a:off x="3782807" y="1445000"/>
            <a:ext cx="5387047" cy="142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de-DE" sz="3600" dirty="0"/>
              <a:t>Innenministerium Cyberangriff 2025</a:t>
            </a:r>
          </a:p>
        </p:txBody>
      </p:sp>
      <p:sp>
        <p:nvSpPr>
          <p:cNvPr id="55" name="Google Shape;55;p15"/>
          <p:cNvSpPr txBox="1">
            <a:spLocks noGrp="1"/>
          </p:cNvSpPr>
          <p:nvPr>
            <p:ph type="subTitle" idx="1"/>
          </p:nvPr>
        </p:nvSpPr>
        <p:spPr>
          <a:xfrm>
            <a:off x="4851910" y="2869100"/>
            <a:ext cx="35670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AT" dirty="0"/>
              <a:t>Yunus </a:t>
            </a:r>
            <a:r>
              <a:rPr lang="de-AT" dirty="0" err="1"/>
              <a:t>Cepni</a:t>
            </a:r>
            <a:r>
              <a:rPr lang="de-AT" dirty="0"/>
              <a:t> &amp; Oleksandra Storozhuk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AT" dirty="0"/>
              <a:t>4cWI</a:t>
            </a:r>
            <a:endParaRPr dirty="0"/>
          </a:p>
        </p:txBody>
      </p:sp>
      <p:grpSp>
        <p:nvGrpSpPr>
          <p:cNvPr id="56" name="Google Shape;56;p15"/>
          <p:cNvGrpSpPr/>
          <p:nvPr/>
        </p:nvGrpSpPr>
        <p:grpSpPr>
          <a:xfrm>
            <a:off x="-2395492" y="1206887"/>
            <a:ext cx="6967495" cy="3975885"/>
            <a:chOff x="2925068" y="2092209"/>
            <a:chExt cx="3288881" cy="1876746"/>
          </a:xfrm>
        </p:grpSpPr>
        <p:sp>
          <p:nvSpPr>
            <p:cNvPr id="57" name="Google Shape;57;p15"/>
            <p:cNvSpPr/>
            <p:nvPr/>
          </p:nvSpPr>
          <p:spPr>
            <a:xfrm>
              <a:off x="3215525" y="2092209"/>
              <a:ext cx="2707966" cy="1691850"/>
            </a:xfrm>
            <a:custGeom>
              <a:avLst/>
              <a:gdLst/>
              <a:ahLst/>
              <a:cxnLst/>
              <a:rect l="l" t="t" r="r" b="b"/>
              <a:pathLst>
                <a:path w="82309" h="51424" extrusionOk="0">
                  <a:moveTo>
                    <a:pt x="2334" y="0"/>
                  </a:moveTo>
                  <a:cubicBezTo>
                    <a:pt x="1036" y="0"/>
                    <a:pt x="0" y="1036"/>
                    <a:pt x="0" y="2334"/>
                  </a:cubicBezTo>
                  <a:lnTo>
                    <a:pt x="0" y="51423"/>
                  </a:lnTo>
                  <a:lnTo>
                    <a:pt x="82308" y="51423"/>
                  </a:lnTo>
                  <a:lnTo>
                    <a:pt x="82308" y="2334"/>
                  </a:lnTo>
                  <a:cubicBezTo>
                    <a:pt x="82308" y="1036"/>
                    <a:pt x="81273" y="0"/>
                    <a:pt x="799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15"/>
            <p:cNvSpPr/>
            <p:nvPr/>
          </p:nvSpPr>
          <p:spPr>
            <a:xfrm>
              <a:off x="3323634" y="2235192"/>
              <a:ext cx="2492537" cy="1468557"/>
            </a:xfrm>
            <a:custGeom>
              <a:avLst/>
              <a:gdLst/>
              <a:ahLst/>
              <a:cxnLst/>
              <a:rect l="l" t="t" r="r" b="b"/>
              <a:pathLst>
                <a:path w="75761" h="44637" extrusionOk="0">
                  <a:moveTo>
                    <a:pt x="1" y="0"/>
                  </a:moveTo>
                  <a:lnTo>
                    <a:pt x="1" y="44637"/>
                  </a:lnTo>
                  <a:lnTo>
                    <a:pt x="75760" y="44637"/>
                  </a:lnTo>
                  <a:lnTo>
                    <a:pt x="7576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15"/>
            <p:cNvSpPr/>
            <p:nvPr/>
          </p:nvSpPr>
          <p:spPr>
            <a:xfrm>
              <a:off x="2925068" y="3784023"/>
              <a:ext cx="3288881" cy="184931"/>
            </a:xfrm>
            <a:custGeom>
              <a:avLst/>
              <a:gdLst/>
              <a:ahLst/>
              <a:cxnLst/>
              <a:rect l="l" t="t" r="r" b="b"/>
              <a:pathLst>
                <a:path w="99966" h="5621" extrusionOk="0">
                  <a:moveTo>
                    <a:pt x="1" y="0"/>
                  </a:moveTo>
                  <a:lnTo>
                    <a:pt x="1" y="2703"/>
                  </a:lnTo>
                  <a:cubicBezTo>
                    <a:pt x="1" y="4310"/>
                    <a:pt x="1311" y="5620"/>
                    <a:pt x="2918" y="5620"/>
                  </a:cubicBezTo>
                  <a:lnTo>
                    <a:pt x="97049" y="5620"/>
                  </a:lnTo>
                  <a:cubicBezTo>
                    <a:pt x="98656" y="5620"/>
                    <a:pt x="99966" y="4310"/>
                    <a:pt x="99966" y="2703"/>
                  </a:cubicBezTo>
                  <a:lnTo>
                    <a:pt x="9996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15"/>
            <p:cNvSpPr/>
            <p:nvPr/>
          </p:nvSpPr>
          <p:spPr>
            <a:xfrm>
              <a:off x="4180924" y="3783234"/>
              <a:ext cx="777592" cy="56062"/>
            </a:xfrm>
            <a:custGeom>
              <a:avLst/>
              <a:gdLst/>
              <a:ahLst/>
              <a:cxnLst/>
              <a:rect l="l" t="t" r="r" b="b"/>
              <a:pathLst>
                <a:path w="23635" h="1704" extrusionOk="0">
                  <a:moveTo>
                    <a:pt x="0" y="1"/>
                  </a:moveTo>
                  <a:lnTo>
                    <a:pt x="0" y="822"/>
                  </a:lnTo>
                  <a:cubicBezTo>
                    <a:pt x="0" y="1310"/>
                    <a:pt x="405" y="1703"/>
                    <a:pt x="881" y="1703"/>
                  </a:cubicBezTo>
                  <a:lnTo>
                    <a:pt x="22753" y="1703"/>
                  </a:lnTo>
                  <a:cubicBezTo>
                    <a:pt x="23229" y="1703"/>
                    <a:pt x="23622" y="1310"/>
                    <a:pt x="23634" y="822"/>
                  </a:cubicBezTo>
                  <a:lnTo>
                    <a:pt x="2363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15"/>
            <p:cNvSpPr/>
            <p:nvPr/>
          </p:nvSpPr>
          <p:spPr>
            <a:xfrm>
              <a:off x="3323059" y="2235192"/>
              <a:ext cx="2492899" cy="1468557"/>
            </a:xfrm>
            <a:custGeom>
              <a:avLst/>
              <a:gdLst/>
              <a:ahLst/>
              <a:cxnLst/>
              <a:rect l="l" t="t" r="r" b="b"/>
              <a:pathLst>
                <a:path w="75772" h="44637" extrusionOk="0">
                  <a:moveTo>
                    <a:pt x="1" y="0"/>
                  </a:moveTo>
                  <a:lnTo>
                    <a:pt x="1" y="44637"/>
                  </a:lnTo>
                  <a:lnTo>
                    <a:pt x="7577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15"/>
            <p:cNvSpPr/>
            <p:nvPr/>
          </p:nvSpPr>
          <p:spPr>
            <a:xfrm>
              <a:off x="4150738" y="2399297"/>
              <a:ext cx="837535" cy="1077278"/>
            </a:xfrm>
            <a:custGeom>
              <a:avLst/>
              <a:gdLst/>
              <a:ahLst/>
              <a:cxnLst/>
              <a:rect l="l" t="t" r="r" b="b"/>
              <a:pathLst>
                <a:path w="25457" h="32744" extrusionOk="0">
                  <a:moveTo>
                    <a:pt x="12728" y="1"/>
                  </a:moveTo>
                  <a:lnTo>
                    <a:pt x="1" y="3775"/>
                  </a:lnTo>
                  <a:lnTo>
                    <a:pt x="1" y="22182"/>
                  </a:lnTo>
                  <a:cubicBezTo>
                    <a:pt x="5156" y="31398"/>
                    <a:pt x="12728" y="32743"/>
                    <a:pt x="12728" y="32743"/>
                  </a:cubicBezTo>
                  <a:cubicBezTo>
                    <a:pt x="12728" y="32743"/>
                    <a:pt x="20301" y="31386"/>
                    <a:pt x="25456" y="22182"/>
                  </a:cubicBezTo>
                  <a:lnTo>
                    <a:pt x="25456" y="3775"/>
                  </a:lnTo>
                  <a:lnTo>
                    <a:pt x="127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15"/>
            <p:cNvSpPr/>
            <p:nvPr/>
          </p:nvSpPr>
          <p:spPr>
            <a:xfrm>
              <a:off x="4176203" y="2431835"/>
              <a:ext cx="786606" cy="1012201"/>
            </a:xfrm>
            <a:custGeom>
              <a:avLst/>
              <a:gdLst/>
              <a:ahLst/>
              <a:cxnLst/>
              <a:rect l="l" t="t" r="r" b="b"/>
              <a:pathLst>
                <a:path w="23909" h="30766" fill="none" extrusionOk="0">
                  <a:moveTo>
                    <a:pt x="11954" y="0"/>
                  </a:moveTo>
                  <a:lnTo>
                    <a:pt x="1" y="3560"/>
                  </a:lnTo>
                  <a:lnTo>
                    <a:pt x="1" y="20860"/>
                  </a:lnTo>
                  <a:cubicBezTo>
                    <a:pt x="4846" y="29504"/>
                    <a:pt x="11954" y="30766"/>
                    <a:pt x="11954" y="30766"/>
                  </a:cubicBezTo>
                  <a:cubicBezTo>
                    <a:pt x="11954" y="30766"/>
                    <a:pt x="19062" y="29504"/>
                    <a:pt x="23908" y="20860"/>
                  </a:cubicBezTo>
                  <a:lnTo>
                    <a:pt x="23908" y="3560"/>
                  </a:lnTo>
                  <a:close/>
                </a:path>
              </a:pathLst>
            </a:custGeom>
            <a:noFill/>
            <a:ln w="7750" cap="flat" cmpd="sng">
              <a:solidFill>
                <a:srgbClr val="FCFCFC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15"/>
            <p:cNvSpPr/>
            <p:nvPr/>
          </p:nvSpPr>
          <p:spPr>
            <a:xfrm>
              <a:off x="4479392" y="2781627"/>
              <a:ext cx="180226" cy="313011"/>
            </a:xfrm>
            <a:custGeom>
              <a:avLst/>
              <a:gdLst/>
              <a:ahLst/>
              <a:cxnLst/>
              <a:rect l="l" t="t" r="r" b="b"/>
              <a:pathLst>
                <a:path w="5478" h="9514" extrusionOk="0">
                  <a:moveTo>
                    <a:pt x="2739" y="0"/>
                  </a:moveTo>
                  <a:cubicBezTo>
                    <a:pt x="1227" y="0"/>
                    <a:pt x="1" y="1239"/>
                    <a:pt x="1" y="2739"/>
                  </a:cubicBezTo>
                  <a:cubicBezTo>
                    <a:pt x="1" y="3810"/>
                    <a:pt x="608" y="4715"/>
                    <a:pt x="1501" y="5180"/>
                  </a:cubicBezTo>
                  <a:lnTo>
                    <a:pt x="1489" y="5180"/>
                  </a:lnTo>
                  <a:lnTo>
                    <a:pt x="310" y="9513"/>
                  </a:lnTo>
                  <a:lnTo>
                    <a:pt x="5168" y="9513"/>
                  </a:lnTo>
                  <a:lnTo>
                    <a:pt x="3978" y="5180"/>
                  </a:lnTo>
                  <a:cubicBezTo>
                    <a:pt x="4871" y="4727"/>
                    <a:pt x="5478" y="3810"/>
                    <a:pt x="5478" y="2739"/>
                  </a:cubicBezTo>
                  <a:cubicBezTo>
                    <a:pt x="5478" y="1215"/>
                    <a:pt x="4251" y="0"/>
                    <a:pt x="273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3368;p37">
            <a:extLst>
              <a:ext uri="{FF2B5EF4-FFF2-40B4-BE49-F238E27FC236}">
                <a16:creationId xmlns:a16="http://schemas.microsoft.com/office/drawing/2014/main" id="{59319308-4534-B426-130F-98B1FDDB162C}"/>
              </a:ext>
            </a:extLst>
          </p:cNvPr>
          <p:cNvSpPr/>
          <p:nvPr/>
        </p:nvSpPr>
        <p:spPr>
          <a:xfrm>
            <a:off x="725103" y="-149293"/>
            <a:ext cx="486039" cy="429385"/>
          </a:xfrm>
          <a:custGeom>
            <a:avLst/>
            <a:gdLst/>
            <a:ahLst/>
            <a:cxnLst/>
            <a:rect l="l" t="t" r="r" b="b"/>
            <a:pathLst>
              <a:path w="11942" h="10550" extrusionOk="0">
                <a:moveTo>
                  <a:pt x="7370" y="0"/>
                </a:moveTo>
                <a:lnTo>
                  <a:pt x="0" y="10549"/>
                </a:lnTo>
                <a:lnTo>
                  <a:pt x="4572" y="10549"/>
                </a:lnTo>
                <a:lnTo>
                  <a:pt x="1194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3369;p37">
            <a:extLst>
              <a:ext uri="{FF2B5EF4-FFF2-40B4-BE49-F238E27FC236}">
                <a16:creationId xmlns:a16="http://schemas.microsoft.com/office/drawing/2014/main" id="{841E0C4C-08EC-5E1B-61C5-C9176A5FA969}"/>
              </a:ext>
            </a:extLst>
          </p:cNvPr>
          <p:cNvSpPr/>
          <p:nvPr/>
        </p:nvSpPr>
        <p:spPr>
          <a:xfrm>
            <a:off x="1025509" y="-149293"/>
            <a:ext cx="485592" cy="429385"/>
          </a:xfrm>
          <a:custGeom>
            <a:avLst/>
            <a:gdLst/>
            <a:ahLst/>
            <a:cxnLst/>
            <a:rect l="l" t="t" r="r" b="b"/>
            <a:pathLst>
              <a:path w="11931" h="10550" extrusionOk="0">
                <a:moveTo>
                  <a:pt x="7359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3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3370;p37">
            <a:extLst>
              <a:ext uri="{FF2B5EF4-FFF2-40B4-BE49-F238E27FC236}">
                <a16:creationId xmlns:a16="http://schemas.microsoft.com/office/drawing/2014/main" id="{8783D07B-4F63-646F-0D56-2DCAEDC88F97}"/>
              </a:ext>
            </a:extLst>
          </p:cNvPr>
          <p:cNvSpPr/>
          <p:nvPr/>
        </p:nvSpPr>
        <p:spPr>
          <a:xfrm>
            <a:off x="1325956" y="-149293"/>
            <a:ext cx="485592" cy="429385"/>
          </a:xfrm>
          <a:custGeom>
            <a:avLst/>
            <a:gdLst/>
            <a:ahLst/>
            <a:cxnLst/>
            <a:rect l="l" t="t" r="r" b="b"/>
            <a:pathLst>
              <a:path w="11931" h="10550" extrusionOk="0">
                <a:moveTo>
                  <a:pt x="7359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3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3371;p37">
            <a:extLst>
              <a:ext uri="{FF2B5EF4-FFF2-40B4-BE49-F238E27FC236}">
                <a16:creationId xmlns:a16="http://schemas.microsoft.com/office/drawing/2014/main" id="{F109B4F2-2843-5040-2965-4D28B42744DB}"/>
              </a:ext>
            </a:extLst>
          </p:cNvPr>
          <p:cNvSpPr/>
          <p:nvPr/>
        </p:nvSpPr>
        <p:spPr>
          <a:xfrm>
            <a:off x="1625914" y="-149293"/>
            <a:ext cx="486080" cy="429385"/>
          </a:xfrm>
          <a:custGeom>
            <a:avLst/>
            <a:gdLst/>
            <a:ahLst/>
            <a:cxnLst/>
            <a:rect l="l" t="t" r="r" b="b"/>
            <a:pathLst>
              <a:path w="11943" h="10550" extrusionOk="0">
                <a:moveTo>
                  <a:pt x="7371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4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3372;p37">
            <a:extLst>
              <a:ext uri="{FF2B5EF4-FFF2-40B4-BE49-F238E27FC236}">
                <a16:creationId xmlns:a16="http://schemas.microsoft.com/office/drawing/2014/main" id="{38C00C50-BDA8-E121-EBFD-C16D86DCD383}"/>
              </a:ext>
            </a:extLst>
          </p:cNvPr>
          <p:cNvSpPr/>
          <p:nvPr/>
        </p:nvSpPr>
        <p:spPr>
          <a:xfrm>
            <a:off x="1926361" y="-149293"/>
            <a:ext cx="485103" cy="429385"/>
          </a:xfrm>
          <a:custGeom>
            <a:avLst/>
            <a:gdLst/>
            <a:ahLst/>
            <a:cxnLst/>
            <a:rect l="l" t="t" r="r" b="b"/>
            <a:pathLst>
              <a:path w="11919" h="10550" extrusionOk="0">
                <a:moveTo>
                  <a:pt x="7359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19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3373;p37">
            <a:extLst>
              <a:ext uri="{FF2B5EF4-FFF2-40B4-BE49-F238E27FC236}">
                <a16:creationId xmlns:a16="http://schemas.microsoft.com/office/drawing/2014/main" id="{F7C3B1E1-401B-F039-B7D5-6947826607F9}"/>
              </a:ext>
            </a:extLst>
          </p:cNvPr>
          <p:cNvSpPr/>
          <p:nvPr/>
        </p:nvSpPr>
        <p:spPr>
          <a:xfrm>
            <a:off x="2226808" y="-149293"/>
            <a:ext cx="485103" cy="429385"/>
          </a:xfrm>
          <a:custGeom>
            <a:avLst/>
            <a:gdLst/>
            <a:ahLst/>
            <a:cxnLst/>
            <a:rect l="l" t="t" r="r" b="b"/>
            <a:pathLst>
              <a:path w="11919" h="10550" extrusionOk="0">
                <a:moveTo>
                  <a:pt x="7359" y="0"/>
                </a:moveTo>
                <a:lnTo>
                  <a:pt x="1" y="10549"/>
                </a:lnTo>
                <a:lnTo>
                  <a:pt x="4561" y="10549"/>
                </a:lnTo>
                <a:lnTo>
                  <a:pt x="11919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3374;p37">
            <a:extLst>
              <a:ext uri="{FF2B5EF4-FFF2-40B4-BE49-F238E27FC236}">
                <a16:creationId xmlns:a16="http://schemas.microsoft.com/office/drawing/2014/main" id="{65AAA486-8550-7395-A196-6B1672E132A3}"/>
              </a:ext>
            </a:extLst>
          </p:cNvPr>
          <p:cNvSpPr/>
          <p:nvPr/>
        </p:nvSpPr>
        <p:spPr>
          <a:xfrm>
            <a:off x="2523877" y="-149293"/>
            <a:ext cx="485103" cy="429385"/>
          </a:xfrm>
          <a:custGeom>
            <a:avLst/>
            <a:gdLst/>
            <a:ahLst/>
            <a:cxnLst/>
            <a:rect l="l" t="t" r="r" b="b"/>
            <a:pathLst>
              <a:path w="11919" h="10550" extrusionOk="0">
                <a:moveTo>
                  <a:pt x="7346" y="0"/>
                </a:moveTo>
                <a:lnTo>
                  <a:pt x="0" y="10549"/>
                </a:lnTo>
                <a:lnTo>
                  <a:pt x="4560" y="10549"/>
                </a:lnTo>
                <a:lnTo>
                  <a:pt x="11918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3438;p37">
            <a:extLst>
              <a:ext uri="{FF2B5EF4-FFF2-40B4-BE49-F238E27FC236}">
                <a16:creationId xmlns:a16="http://schemas.microsoft.com/office/drawing/2014/main" id="{19D0688A-765C-02B0-DD8B-AFC27F3E3A44}"/>
              </a:ext>
            </a:extLst>
          </p:cNvPr>
          <p:cNvSpPr/>
          <p:nvPr/>
        </p:nvSpPr>
        <p:spPr>
          <a:xfrm>
            <a:off x="-1348972" y="-149293"/>
            <a:ext cx="486039" cy="429385"/>
          </a:xfrm>
          <a:custGeom>
            <a:avLst/>
            <a:gdLst/>
            <a:ahLst/>
            <a:cxnLst/>
            <a:rect l="l" t="t" r="r" b="b"/>
            <a:pathLst>
              <a:path w="11942" h="10550" extrusionOk="0">
                <a:moveTo>
                  <a:pt x="7370" y="0"/>
                </a:moveTo>
                <a:lnTo>
                  <a:pt x="0" y="10549"/>
                </a:lnTo>
                <a:lnTo>
                  <a:pt x="4572" y="10549"/>
                </a:lnTo>
                <a:lnTo>
                  <a:pt x="1194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3439;p37">
            <a:extLst>
              <a:ext uri="{FF2B5EF4-FFF2-40B4-BE49-F238E27FC236}">
                <a16:creationId xmlns:a16="http://schemas.microsoft.com/office/drawing/2014/main" id="{CF0DEFC9-D55A-5DDE-7943-272EE1098521}"/>
              </a:ext>
            </a:extLst>
          </p:cNvPr>
          <p:cNvSpPr/>
          <p:nvPr/>
        </p:nvSpPr>
        <p:spPr>
          <a:xfrm>
            <a:off x="-1048566" y="-149293"/>
            <a:ext cx="485592" cy="429385"/>
          </a:xfrm>
          <a:custGeom>
            <a:avLst/>
            <a:gdLst/>
            <a:ahLst/>
            <a:cxnLst/>
            <a:rect l="l" t="t" r="r" b="b"/>
            <a:pathLst>
              <a:path w="11931" h="10550" extrusionOk="0">
                <a:moveTo>
                  <a:pt x="7359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3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3440;p37">
            <a:extLst>
              <a:ext uri="{FF2B5EF4-FFF2-40B4-BE49-F238E27FC236}">
                <a16:creationId xmlns:a16="http://schemas.microsoft.com/office/drawing/2014/main" id="{9D92214D-9FDD-C08C-59FD-8F3EB135477C}"/>
              </a:ext>
            </a:extLst>
          </p:cNvPr>
          <p:cNvSpPr/>
          <p:nvPr/>
        </p:nvSpPr>
        <p:spPr>
          <a:xfrm>
            <a:off x="-748119" y="-149293"/>
            <a:ext cx="485592" cy="429385"/>
          </a:xfrm>
          <a:custGeom>
            <a:avLst/>
            <a:gdLst/>
            <a:ahLst/>
            <a:cxnLst/>
            <a:rect l="l" t="t" r="r" b="b"/>
            <a:pathLst>
              <a:path w="11931" h="10550" extrusionOk="0">
                <a:moveTo>
                  <a:pt x="7359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3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3441;p37">
            <a:extLst>
              <a:ext uri="{FF2B5EF4-FFF2-40B4-BE49-F238E27FC236}">
                <a16:creationId xmlns:a16="http://schemas.microsoft.com/office/drawing/2014/main" id="{9D7FE302-82F8-3E9D-09C0-16E2BC343051}"/>
              </a:ext>
            </a:extLst>
          </p:cNvPr>
          <p:cNvSpPr/>
          <p:nvPr/>
        </p:nvSpPr>
        <p:spPr>
          <a:xfrm>
            <a:off x="-448161" y="-149293"/>
            <a:ext cx="486080" cy="429385"/>
          </a:xfrm>
          <a:custGeom>
            <a:avLst/>
            <a:gdLst/>
            <a:ahLst/>
            <a:cxnLst/>
            <a:rect l="l" t="t" r="r" b="b"/>
            <a:pathLst>
              <a:path w="11943" h="10550" extrusionOk="0">
                <a:moveTo>
                  <a:pt x="7371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4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3442;p37">
            <a:extLst>
              <a:ext uri="{FF2B5EF4-FFF2-40B4-BE49-F238E27FC236}">
                <a16:creationId xmlns:a16="http://schemas.microsoft.com/office/drawing/2014/main" id="{49EA95CA-E525-A1A1-D6CB-C66C10DCCD1D}"/>
              </a:ext>
            </a:extLst>
          </p:cNvPr>
          <p:cNvSpPr/>
          <p:nvPr/>
        </p:nvSpPr>
        <p:spPr>
          <a:xfrm>
            <a:off x="-147714" y="-149293"/>
            <a:ext cx="485103" cy="429385"/>
          </a:xfrm>
          <a:custGeom>
            <a:avLst/>
            <a:gdLst/>
            <a:ahLst/>
            <a:cxnLst/>
            <a:rect l="l" t="t" r="r" b="b"/>
            <a:pathLst>
              <a:path w="11919" h="10550" extrusionOk="0">
                <a:moveTo>
                  <a:pt x="7359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19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3443;p37">
            <a:extLst>
              <a:ext uri="{FF2B5EF4-FFF2-40B4-BE49-F238E27FC236}">
                <a16:creationId xmlns:a16="http://schemas.microsoft.com/office/drawing/2014/main" id="{DD4A2C54-FEFC-B48F-E1E1-35CBAC577F6E}"/>
              </a:ext>
            </a:extLst>
          </p:cNvPr>
          <p:cNvSpPr/>
          <p:nvPr/>
        </p:nvSpPr>
        <p:spPr>
          <a:xfrm>
            <a:off x="152733" y="-149293"/>
            <a:ext cx="485103" cy="429385"/>
          </a:xfrm>
          <a:custGeom>
            <a:avLst/>
            <a:gdLst/>
            <a:ahLst/>
            <a:cxnLst/>
            <a:rect l="l" t="t" r="r" b="b"/>
            <a:pathLst>
              <a:path w="11919" h="10550" extrusionOk="0">
                <a:moveTo>
                  <a:pt x="7359" y="0"/>
                </a:moveTo>
                <a:lnTo>
                  <a:pt x="1" y="10549"/>
                </a:lnTo>
                <a:lnTo>
                  <a:pt x="4561" y="10549"/>
                </a:lnTo>
                <a:lnTo>
                  <a:pt x="11919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3444;p37">
            <a:extLst>
              <a:ext uri="{FF2B5EF4-FFF2-40B4-BE49-F238E27FC236}">
                <a16:creationId xmlns:a16="http://schemas.microsoft.com/office/drawing/2014/main" id="{30EC4E7C-1355-555B-36E4-1777C8CA5B67}"/>
              </a:ext>
            </a:extLst>
          </p:cNvPr>
          <p:cNvSpPr/>
          <p:nvPr/>
        </p:nvSpPr>
        <p:spPr>
          <a:xfrm>
            <a:off x="449802" y="-149293"/>
            <a:ext cx="485103" cy="429385"/>
          </a:xfrm>
          <a:custGeom>
            <a:avLst/>
            <a:gdLst/>
            <a:ahLst/>
            <a:cxnLst/>
            <a:rect l="l" t="t" r="r" b="b"/>
            <a:pathLst>
              <a:path w="11919" h="10550" extrusionOk="0">
                <a:moveTo>
                  <a:pt x="7346" y="0"/>
                </a:moveTo>
                <a:lnTo>
                  <a:pt x="0" y="10549"/>
                </a:lnTo>
                <a:lnTo>
                  <a:pt x="4560" y="10549"/>
                </a:lnTo>
                <a:lnTo>
                  <a:pt x="11918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3368;p37">
            <a:extLst>
              <a:ext uri="{FF2B5EF4-FFF2-40B4-BE49-F238E27FC236}">
                <a16:creationId xmlns:a16="http://schemas.microsoft.com/office/drawing/2014/main" id="{C8BD1095-6D38-A38B-9BBA-592D14ED2953}"/>
              </a:ext>
            </a:extLst>
          </p:cNvPr>
          <p:cNvSpPr/>
          <p:nvPr/>
        </p:nvSpPr>
        <p:spPr>
          <a:xfrm>
            <a:off x="8573703" y="4871107"/>
            <a:ext cx="486039" cy="429385"/>
          </a:xfrm>
          <a:custGeom>
            <a:avLst/>
            <a:gdLst/>
            <a:ahLst/>
            <a:cxnLst/>
            <a:rect l="l" t="t" r="r" b="b"/>
            <a:pathLst>
              <a:path w="11942" h="10550" extrusionOk="0">
                <a:moveTo>
                  <a:pt x="7370" y="0"/>
                </a:moveTo>
                <a:lnTo>
                  <a:pt x="0" y="10549"/>
                </a:lnTo>
                <a:lnTo>
                  <a:pt x="4572" y="10549"/>
                </a:lnTo>
                <a:lnTo>
                  <a:pt x="1194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3369;p37">
            <a:extLst>
              <a:ext uri="{FF2B5EF4-FFF2-40B4-BE49-F238E27FC236}">
                <a16:creationId xmlns:a16="http://schemas.microsoft.com/office/drawing/2014/main" id="{289F43E4-F348-0336-7E8D-C856D5D07646}"/>
              </a:ext>
            </a:extLst>
          </p:cNvPr>
          <p:cNvSpPr/>
          <p:nvPr/>
        </p:nvSpPr>
        <p:spPr>
          <a:xfrm>
            <a:off x="8874109" y="4871107"/>
            <a:ext cx="485592" cy="429385"/>
          </a:xfrm>
          <a:custGeom>
            <a:avLst/>
            <a:gdLst/>
            <a:ahLst/>
            <a:cxnLst/>
            <a:rect l="l" t="t" r="r" b="b"/>
            <a:pathLst>
              <a:path w="11931" h="10550" extrusionOk="0">
                <a:moveTo>
                  <a:pt x="7359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3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3370;p37">
            <a:extLst>
              <a:ext uri="{FF2B5EF4-FFF2-40B4-BE49-F238E27FC236}">
                <a16:creationId xmlns:a16="http://schemas.microsoft.com/office/drawing/2014/main" id="{A016EB69-C610-AAB5-2871-1FC2BA9D90D0}"/>
              </a:ext>
            </a:extLst>
          </p:cNvPr>
          <p:cNvSpPr/>
          <p:nvPr/>
        </p:nvSpPr>
        <p:spPr>
          <a:xfrm>
            <a:off x="9174556" y="4871107"/>
            <a:ext cx="485592" cy="429385"/>
          </a:xfrm>
          <a:custGeom>
            <a:avLst/>
            <a:gdLst/>
            <a:ahLst/>
            <a:cxnLst/>
            <a:rect l="l" t="t" r="r" b="b"/>
            <a:pathLst>
              <a:path w="11931" h="10550" extrusionOk="0">
                <a:moveTo>
                  <a:pt x="7359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3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3371;p37">
            <a:extLst>
              <a:ext uri="{FF2B5EF4-FFF2-40B4-BE49-F238E27FC236}">
                <a16:creationId xmlns:a16="http://schemas.microsoft.com/office/drawing/2014/main" id="{6F54497C-5239-7F91-BD87-971710ABEAF7}"/>
              </a:ext>
            </a:extLst>
          </p:cNvPr>
          <p:cNvSpPr/>
          <p:nvPr/>
        </p:nvSpPr>
        <p:spPr>
          <a:xfrm>
            <a:off x="9474514" y="4871107"/>
            <a:ext cx="486080" cy="429385"/>
          </a:xfrm>
          <a:custGeom>
            <a:avLst/>
            <a:gdLst/>
            <a:ahLst/>
            <a:cxnLst/>
            <a:rect l="l" t="t" r="r" b="b"/>
            <a:pathLst>
              <a:path w="11943" h="10550" extrusionOk="0">
                <a:moveTo>
                  <a:pt x="7371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4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3372;p37">
            <a:extLst>
              <a:ext uri="{FF2B5EF4-FFF2-40B4-BE49-F238E27FC236}">
                <a16:creationId xmlns:a16="http://schemas.microsoft.com/office/drawing/2014/main" id="{C4117BDA-A416-7D71-3BFA-51F35A703092}"/>
              </a:ext>
            </a:extLst>
          </p:cNvPr>
          <p:cNvSpPr/>
          <p:nvPr/>
        </p:nvSpPr>
        <p:spPr>
          <a:xfrm>
            <a:off x="9774961" y="4871107"/>
            <a:ext cx="485103" cy="429385"/>
          </a:xfrm>
          <a:custGeom>
            <a:avLst/>
            <a:gdLst/>
            <a:ahLst/>
            <a:cxnLst/>
            <a:rect l="l" t="t" r="r" b="b"/>
            <a:pathLst>
              <a:path w="11919" h="10550" extrusionOk="0">
                <a:moveTo>
                  <a:pt x="7359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19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3373;p37">
            <a:extLst>
              <a:ext uri="{FF2B5EF4-FFF2-40B4-BE49-F238E27FC236}">
                <a16:creationId xmlns:a16="http://schemas.microsoft.com/office/drawing/2014/main" id="{E7119205-2FC5-5768-70AD-27862BE36E13}"/>
              </a:ext>
            </a:extLst>
          </p:cNvPr>
          <p:cNvSpPr/>
          <p:nvPr/>
        </p:nvSpPr>
        <p:spPr>
          <a:xfrm>
            <a:off x="10075408" y="4871107"/>
            <a:ext cx="485103" cy="429385"/>
          </a:xfrm>
          <a:custGeom>
            <a:avLst/>
            <a:gdLst/>
            <a:ahLst/>
            <a:cxnLst/>
            <a:rect l="l" t="t" r="r" b="b"/>
            <a:pathLst>
              <a:path w="11919" h="10550" extrusionOk="0">
                <a:moveTo>
                  <a:pt x="7359" y="0"/>
                </a:moveTo>
                <a:lnTo>
                  <a:pt x="1" y="10549"/>
                </a:lnTo>
                <a:lnTo>
                  <a:pt x="4561" y="10549"/>
                </a:lnTo>
                <a:lnTo>
                  <a:pt x="11919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3374;p37">
            <a:extLst>
              <a:ext uri="{FF2B5EF4-FFF2-40B4-BE49-F238E27FC236}">
                <a16:creationId xmlns:a16="http://schemas.microsoft.com/office/drawing/2014/main" id="{98CC7B00-6C58-AF2E-1CCA-B3D4D583087D}"/>
              </a:ext>
            </a:extLst>
          </p:cNvPr>
          <p:cNvSpPr/>
          <p:nvPr/>
        </p:nvSpPr>
        <p:spPr>
          <a:xfrm>
            <a:off x="10372477" y="4871107"/>
            <a:ext cx="485103" cy="429385"/>
          </a:xfrm>
          <a:custGeom>
            <a:avLst/>
            <a:gdLst/>
            <a:ahLst/>
            <a:cxnLst/>
            <a:rect l="l" t="t" r="r" b="b"/>
            <a:pathLst>
              <a:path w="11919" h="10550" extrusionOk="0">
                <a:moveTo>
                  <a:pt x="7346" y="0"/>
                </a:moveTo>
                <a:lnTo>
                  <a:pt x="0" y="10549"/>
                </a:lnTo>
                <a:lnTo>
                  <a:pt x="4560" y="10549"/>
                </a:lnTo>
                <a:lnTo>
                  <a:pt x="11918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3438;p37">
            <a:extLst>
              <a:ext uri="{FF2B5EF4-FFF2-40B4-BE49-F238E27FC236}">
                <a16:creationId xmlns:a16="http://schemas.microsoft.com/office/drawing/2014/main" id="{B77B72ED-2B85-4FAA-4AB1-F027B8E0BCF7}"/>
              </a:ext>
            </a:extLst>
          </p:cNvPr>
          <p:cNvSpPr/>
          <p:nvPr/>
        </p:nvSpPr>
        <p:spPr>
          <a:xfrm>
            <a:off x="6499628" y="4871107"/>
            <a:ext cx="486039" cy="429385"/>
          </a:xfrm>
          <a:custGeom>
            <a:avLst/>
            <a:gdLst/>
            <a:ahLst/>
            <a:cxnLst/>
            <a:rect l="l" t="t" r="r" b="b"/>
            <a:pathLst>
              <a:path w="11942" h="10550" extrusionOk="0">
                <a:moveTo>
                  <a:pt x="7370" y="0"/>
                </a:moveTo>
                <a:lnTo>
                  <a:pt x="0" y="10549"/>
                </a:lnTo>
                <a:lnTo>
                  <a:pt x="4572" y="10549"/>
                </a:lnTo>
                <a:lnTo>
                  <a:pt x="1194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3439;p37">
            <a:extLst>
              <a:ext uri="{FF2B5EF4-FFF2-40B4-BE49-F238E27FC236}">
                <a16:creationId xmlns:a16="http://schemas.microsoft.com/office/drawing/2014/main" id="{E89CB9C9-0E2C-6B15-76D2-A76B807AC5EF}"/>
              </a:ext>
            </a:extLst>
          </p:cNvPr>
          <p:cNvSpPr/>
          <p:nvPr/>
        </p:nvSpPr>
        <p:spPr>
          <a:xfrm>
            <a:off x="6800034" y="4871107"/>
            <a:ext cx="485592" cy="429385"/>
          </a:xfrm>
          <a:custGeom>
            <a:avLst/>
            <a:gdLst/>
            <a:ahLst/>
            <a:cxnLst/>
            <a:rect l="l" t="t" r="r" b="b"/>
            <a:pathLst>
              <a:path w="11931" h="10550" extrusionOk="0">
                <a:moveTo>
                  <a:pt x="7359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3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3440;p37">
            <a:extLst>
              <a:ext uri="{FF2B5EF4-FFF2-40B4-BE49-F238E27FC236}">
                <a16:creationId xmlns:a16="http://schemas.microsoft.com/office/drawing/2014/main" id="{0A19CC2A-BD85-912B-B78A-A87920624B2A}"/>
              </a:ext>
            </a:extLst>
          </p:cNvPr>
          <p:cNvSpPr/>
          <p:nvPr/>
        </p:nvSpPr>
        <p:spPr>
          <a:xfrm>
            <a:off x="7100481" y="4871107"/>
            <a:ext cx="485592" cy="429385"/>
          </a:xfrm>
          <a:custGeom>
            <a:avLst/>
            <a:gdLst/>
            <a:ahLst/>
            <a:cxnLst/>
            <a:rect l="l" t="t" r="r" b="b"/>
            <a:pathLst>
              <a:path w="11931" h="10550" extrusionOk="0">
                <a:moveTo>
                  <a:pt x="7359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3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3441;p37">
            <a:extLst>
              <a:ext uri="{FF2B5EF4-FFF2-40B4-BE49-F238E27FC236}">
                <a16:creationId xmlns:a16="http://schemas.microsoft.com/office/drawing/2014/main" id="{D476F489-BB7E-9F9E-C250-1E7979F4AA73}"/>
              </a:ext>
            </a:extLst>
          </p:cNvPr>
          <p:cNvSpPr/>
          <p:nvPr/>
        </p:nvSpPr>
        <p:spPr>
          <a:xfrm>
            <a:off x="7400439" y="4871107"/>
            <a:ext cx="486080" cy="429385"/>
          </a:xfrm>
          <a:custGeom>
            <a:avLst/>
            <a:gdLst/>
            <a:ahLst/>
            <a:cxnLst/>
            <a:rect l="l" t="t" r="r" b="b"/>
            <a:pathLst>
              <a:path w="11943" h="10550" extrusionOk="0">
                <a:moveTo>
                  <a:pt x="7371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4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3442;p37">
            <a:extLst>
              <a:ext uri="{FF2B5EF4-FFF2-40B4-BE49-F238E27FC236}">
                <a16:creationId xmlns:a16="http://schemas.microsoft.com/office/drawing/2014/main" id="{B0B11E0D-C8DA-6355-FDB2-08FB38EBC753}"/>
              </a:ext>
            </a:extLst>
          </p:cNvPr>
          <p:cNvSpPr/>
          <p:nvPr/>
        </p:nvSpPr>
        <p:spPr>
          <a:xfrm>
            <a:off x="7700886" y="4871107"/>
            <a:ext cx="485103" cy="429385"/>
          </a:xfrm>
          <a:custGeom>
            <a:avLst/>
            <a:gdLst/>
            <a:ahLst/>
            <a:cxnLst/>
            <a:rect l="l" t="t" r="r" b="b"/>
            <a:pathLst>
              <a:path w="11919" h="10550" extrusionOk="0">
                <a:moveTo>
                  <a:pt x="7359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19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3443;p37">
            <a:extLst>
              <a:ext uri="{FF2B5EF4-FFF2-40B4-BE49-F238E27FC236}">
                <a16:creationId xmlns:a16="http://schemas.microsoft.com/office/drawing/2014/main" id="{5D1F8C1D-F127-56D4-F560-BA73FBBD05D2}"/>
              </a:ext>
            </a:extLst>
          </p:cNvPr>
          <p:cNvSpPr/>
          <p:nvPr/>
        </p:nvSpPr>
        <p:spPr>
          <a:xfrm>
            <a:off x="8001333" y="4871107"/>
            <a:ext cx="485103" cy="429385"/>
          </a:xfrm>
          <a:custGeom>
            <a:avLst/>
            <a:gdLst/>
            <a:ahLst/>
            <a:cxnLst/>
            <a:rect l="l" t="t" r="r" b="b"/>
            <a:pathLst>
              <a:path w="11919" h="10550" extrusionOk="0">
                <a:moveTo>
                  <a:pt x="7359" y="0"/>
                </a:moveTo>
                <a:lnTo>
                  <a:pt x="1" y="10549"/>
                </a:lnTo>
                <a:lnTo>
                  <a:pt x="4561" y="10549"/>
                </a:lnTo>
                <a:lnTo>
                  <a:pt x="11919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3444;p37">
            <a:extLst>
              <a:ext uri="{FF2B5EF4-FFF2-40B4-BE49-F238E27FC236}">
                <a16:creationId xmlns:a16="http://schemas.microsoft.com/office/drawing/2014/main" id="{B33222C0-9DDA-9EA0-0CEE-FEEA64AA5C46}"/>
              </a:ext>
            </a:extLst>
          </p:cNvPr>
          <p:cNvSpPr/>
          <p:nvPr/>
        </p:nvSpPr>
        <p:spPr>
          <a:xfrm>
            <a:off x="8298402" y="4871107"/>
            <a:ext cx="485103" cy="429385"/>
          </a:xfrm>
          <a:custGeom>
            <a:avLst/>
            <a:gdLst/>
            <a:ahLst/>
            <a:cxnLst/>
            <a:rect l="l" t="t" r="r" b="b"/>
            <a:pathLst>
              <a:path w="11919" h="10550" extrusionOk="0">
                <a:moveTo>
                  <a:pt x="7346" y="0"/>
                </a:moveTo>
                <a:lnTo>
                  <a:pt x="0" y="10549"/>
                </a:lnTo>
                <a:lnTo>
                  <a:pt x="4560" y="10549"/>
                </a:lnTo>
                <a:lnTo>
                  <a:pt x="11918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9706C5F6-666C-F355-B9BE-8A6C18508F03}"/>
              </a:ext>
            </a:extLst>
          </p:cNvPr>
          <p:cNvSpPr/>
          <p:nvPr/>
        </p:nvSpPr>
        <p:spPr>
          <a:xfrm>
            <a:off x="7806415" y="-1173019"/>
            <a:ext cx="1844585" cy="1815330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C1DC57F5-5B33-723C-A1ED-0C98C273286A}"/>
              </a:ext>
            </a:extLst>
          </p:cNvPr>
          <p:cNvSpPr/>
          <p:nvPr/>
        </p:nvSpPr>
        <p:spPr>
          <a:xfrm>
            <a:off x="8573676" y="-247649"/>
            <a:ext cx="2513423" cy="2529450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0">
          <a:extLst>
            <a:ext uri="{FF2B5EF4-FFF2-40B4-BE49-F238E27FC236}">
              <a16:creationId xmlns:a16="http://schemas.microsoft.com/office/drawing/2014/main" id="{701352DD-8F58-D533-5C9B-227618CE8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23">
            <a:extLst>
              <a:ext uri="{FF2B5EF4-FFF2-40B4-BE49-F238E27FC236}">
                <a16:creationId xmlns:a16="http://schemas.microsoft.com/office/drawing/2014/main" id="{F0BD0456-4885-B035-069F-1281280F00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926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accent6"/>
                </a:solidFill>
              </a:rPr>
              <a:t>Überblick</a:t>
            </a:r>
            <a:endParaRPr dirty="0">
              <a:solidFill>
                <a:schemeClr val="accent6"/>
              </a:solidFill>
            </a:endParaRPr>
          </a:p>
        </p:txBody>
      </p:sp>
      <p:sp>
        <p:nvSpPr>
          <p:cNvPr id="882" name="Google Shape;882;p23">
            <a:extLst>
              <a:ext uri="{FF2B5EF4-FFF2-40B4-BE49-F238E27FC236}">
                <a16:creationId xmlns:a16="http://schemas.microsoft.com/office/drawing/2014/main" id="{7A839098-FBCC-EE0C-D656-7BA75A62764B}"/>
              </a:ext>
            </a:extLst>
          </p:cNvPr>
          <p:cNvSpPr/>
          <p:nvPr/>
        </p:nvSpPr>
        <p:spPr>
          <a:xfrm>
            <a:off x="7251369" y="3237440"/>
            <a:ext cx="1406003" cy="1124420"/>
          </a:xfrm>
          <a:custGeom>
            <a:avLst/>
            <a:gdLst/>
            <a:ahLst/>
            <a:cxnLst/>
            <a:rect l="l" t="t" r="r" b="b"/>
            <a:pathLst>
              <a:path w="42077" h="48019" extrusionOk="0">
                <a:moveTo>
                  <a:pt x="1393" y="0"/>
                </a:moveTo>
                <a:cubicBezTo>
                  <a:pt x="619" y="0"/>
                  <a:pt x="0" y="620"/>
                  <a:pt x="0" y="1382"/>
                </a:cubicBezTo>
                <a:lnTo>
                  <a:pt x="0" y="46637"/>
                </a:lnTo>
                <a:cubicBezTo>
                  <a:pt x="0" y="47399"/>
                  <a:pt x="619" y="48018"/>
                  <a:pt x="1393" y="48018"/>
                </a:cubicBezTo>
                <a:lnTo>
                  <a:pt x="40696" y="48018"/>
                </a:lnTo>
                <a:cubicBezTo>
                  <a:pt x="41458" y="48018"/>
                  <a:pt x="42077" y="47399"/>
                  <a:pt x="42077" y="46637"/>
                </a:cubicBezTo>
                <a:lnTo>
                  <a:pt x="42077" y="1382"/>
                </a:lnTo>
                <a:cubicBezTo>
                  <a:pt x="42077" y="620"/>
                  <a:pt x="41458" y="0"/>
                  <a:pt x="4069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3" name="Google Shape;883;p23">
            <a:extLst>
              <a:ext uri="{FF2B5EF4-FFF2-40B4-BE49-F238E27FC236}">
                <a16:creationId xmlns:a16="http://schemas.microsoft.com/office/drawing/2014/main" id="{88153C20-8D17-3E54-3A95-3C520D289494}"/>
              </a:ext>
            </a:extLst>
          </p:cNvPr>
          <p:cNvSpPr/>
          <p:nvPr/>
        </p:nvSpPr>
        <p:spPr>
          <a:xfrm>
            <a:off x="7690572" y="2740014"/>
            <a:ext cx="527990" cy="527990"/>
          </a:xfrm>
          <a:custGeom>
            <a:avLst/>
            <a:gdLst/>
            <a:ahLst/>
            <a:cxnLst/>
            <a:rect l="l" t="t" r="r" b="b"/>
            <a:pathLst>
              <a:path w="15801" h="15801" extrusionOk="0">
                <a:moveTo>
                  <a:pt x="7894" y="1"/>
                </a:moveTo>
                <a:cubicBezTo>
                  <a:pt x="3537" y="1"/>
                  <a:pt x="1" y="3537"/>
                  <a:pt x="1" y="7895"/>
                </a:cubicBezTo>
                <a:cubicBezTo>
                  <a:pt x="1" y="12252"/>
                  <a:pt x="3537" y="15800"/>
                  <a:pt x="7894" y="15800"/>
                </a:cubicBezTo>
                <a:cubicBezTo>
                  <a:pt x="12264" y="15800"/>
                  <a:pt x="15800" y="12252"/>
                  <a:pt x="15800" y="7895"/>
                </a:cubicBezTo>
                <a:cubicBezTo>
                  <a:pt x="15800" y="3537"/>
                  <a:pt x="12264" y="1"/>
                  <a:pt x="7894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4" name="Google Shape;884;p23">
            <a:extLst>
              <a:ext uri="{FF2B5EF4-FFF2-40B4-BE49-F238E27FC236}">
                <a16:creationId xmlns:a16="http://schemas.microsoft.com/office/drawing/2014/main" id="{81938205-805E-485D-947A-E5BB9BD9B1EE}"/>
              </a:ext>
            </a:extLst>
          </p:cNvPr>
          <p:cNvSpPr/>
          <p:nvPr/>
        </p:nvSpPr>
        <p:spPr>
          <a:xfrm>
            <a:off x="7713662" y="2780279"/>
            <a:ext cx="464301" cy="447126"/>
          </a:xfrm>
          <a:custGeom>
            <a:avLst/>
            <a:gdLst/>
            <a:ahLst/>
            <a:cxnLst/>
            <a:rect l="l" t="t" r="r" b="b"/>
            <a:pathLst>
              <a:path w="13895" h="13381" extrusionOk="0">
                <a:moveTo>
                  <a:pt x="7215" y="0"/>
                </a:moveTo>
                <a:cubicBezTo>
                  <a:pt x="5472" y="0"/>
                  <a:pt x="3759" y="681"/>
                  <a:pt x="2477" y="1963"/>
                </a:cubicBezTo>
                <a:cubicBezTo>
                  <a:pt x="572" y="3868"/>
                  <a:pt x="0" y="6749"/>
                  <a:pt x="1024" y="9249"/>
                </a:cubicBezTo>
                <a:cubicBezTo>
                  <a:pt x="2060" y="11750"/>
                  <a:pt x="4501" y="13381"/>
                  <a:pt x="7203" y="13381"/>
                </a:cubicBezTo>
                <a:cubicBezTo>
                  <a:pt x="10894" y="13369"/>
                  <a:pt x="13895" y="10380"/>
                  <a:pt x="13895" y="6690"/>
                </a:cubicBezTo>
                <a:cubicBezTo>
                  <a:pt x="13895" y="3987"/>
                  <a:pt x="12264" y="1546"/>
                  <a:pt x="9775" y="510"/>
                </a:cubicBezTo>
                <a:cubicBezTo>
                  <a:pt x="8947" y="167"/>
                  <a:pt x="8077" y="0"/>
                  <a:pt x="721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latin typeface="Fira Sans"/>
                <a:ea typeface="Fira Sans"/>
                <a:cs typeface="Fira Sans"/>
                <a:sym typeface="Fira Sans"/>
              </a:rPr>
              <a:t>04</a:t>
            </a:r>
            <a:endParaRPr sz="1800" b="1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85" name="Google Shape;885;p23">
            <a:extLst>
              <a:ext uri="{FF2B5EF4-FFF2-40B4-BE49-F238E27FC236}">
                <a16:creationId xmlns:a16="http://schemas.microsoft.com/office/drawing/2014/main" id="{DB73040F-D29E-06C8-15AB-75F2BF59BAD0}"/>
              </a:ext>
            </a:extLst>
          </p:cNvPr>
          <p:cNvSpPr/>
          <p:nvPr/>
        </p:nvSpPr>
        <p:spPr>
          <a:xfrm>
            <a:off x="2741123" y="3237440"/>
            <a:ext cx="1406036" cy="1124420"/>
          </a:xfrm>
          <a:custGeom>
            <a:avLst/>
            <a:gdLst/>
            <a:ahLst/>
            <a:cxnLst/>
            <a:rect l="l" t="t" r="r" b="b"/>
            <a:pathLst>
              <a:path w="42078" h="48019" extrusionOk="0">
                <a:moveTo>
                  <a:pt x="1263" y="0"/>
                </a:moveTo>
                <a:cubicBezTo>
                  <a:pt x="560" y="0"/>
                  <a:pt x="1" y="560"/>
                  <a:pt x="1" y="1262"/>
                </a:cubicBezTo>
                <a:lnTo>
                  <a:pt x="1" y="46756"/>
                </a:lnTo>
                <a:cubicBezTo>
                  <a:pt x="1" y="47459"/>
                  <a:pt x="560" y="48018"/>
                  <a:pt x="1263" y="48018"/>
                </a:cubicBezTo>
                <a:lnTo>
                  <a:pt x="40803" y="48018"/>
                </a:lnTo>
                <a:cubicBezTo>
                  <a:pt x="41506" y="48018"/>
                  <a:pt x="42077" y="47459"/>
                  <a:pt x="42077" y="46756"/>
                </a:cubicBezTo>
                <a:lnTo>
                  <a:pt x="42077" y="1262"/>
                </a:lnTo>
                <a:cubicBezTo>
                  <a:pt x="42077" y="560"/>
                  <a:pt x="41506" y="0"/>
                  <a:pt x="4080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6" name="Google Shape;886;p23">
            <a:extLst>
              <a:ext uri="{FF2B5EF4-FFF2-40B4-BE49-F238E27FC236}">
                <a16:creationId xmlns:a16="http://schemas.microsoft.com/office/drawing/2014/main" id="{B8EF1976-7527-1AEE-DAE3-AB719FD4BC3C}"/>
              </a:ext>
            </a:extLst>
          </p:cNvPr>
          <p:cNvSpPr/>
          <p:nvPr/>
        </p:nvSpPr>
        <p:spPr>
          <a:xfrm>
            <a:off x="3179968" y="2742019"/>
            <a:ext cx="527957" cy="527957"/>
          </a:xfrm>
          <a:custGeom>
            <a:avLst/>
            <a:gdLst/>
            <a:ahLst/>
            <a:cxnLst/>
            <a:rect l="l" t="t" r="r" b="b"/>
            <a:pathLst>
              <a:path w="15800" h="15800" extrusionOk="0">
                <a:moveTo>
                  <a:pt x="7906" y="0"/>
                </a:moveTo>
                <a:cubicBezTo>
                  <a:pt x="3536" y="0"/>
                  <a:pt x="0" y="3536"/>
                  <a:pt x="0" y="7906"/>
                </a:cubicBezTo>
                <a:cubicBezTo>
                  <a:pt x="0" y="12264"/>
                  <a:pt x="3536" y="15800"/>
                  <a:pt x="7906" y="15800"/>
                </a:cubicBezTo>
                <a:cubicBezTo>
                  <a:pt x="12264" y="15800"/>
                  <a:pt x="15800" y="12264"/>
                  <a:pt x="15800" y="7906"/>
                </a:cubicBezTo>
                <a:cubicBezTo>
                  <a:pt x="15800" y="3536"/>
                  <a:pt x="12264" y="0"/>
                  <a:pt x="790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7" name="Google Shape;887;p23">
            <a:extLst>
              <a:ext uri="{FF2B5EF4-FFF2-40B4-BE49-F238E27FC236}">
                <a16:creationId xmlns:a16="http://schemas.microsoft.com/office/drawing/2014/main" id="{1886AA11-59CA-5021-91A8-960B10ABFAA8}"/>
              </a:ext>
            </a:extLst>
          </p:cNvPr>
          <p:cNvSpPr/>
          <p:nvPr/>
        </p:nvSpPr>
        <p:spPr>
          <a:xfrm>
            <a:off x="3203025" y="2782652"/>
            <a:ext cx="464736" cy="446759"/>
          </a:xfrm>
          <a:custGeom>
            <a:avLst/>
            <a:gdLst/>
            <a:ahLst/>
            <a:cxnLst/>
            <a:rect l="l" t="t" r="r" b="b"/>
            <a:pathLst>
              <a:path w="13908" h="13370" extrusionOk="0">
                <a:moveTo>
                  <a:pt x="7212" y="0"/>
                </a:moveTo>
                <a:cubicBezTo>
                  <a:pt x="5472" y="0"/>
                  <a:pt x="3763" y="678"/>
                  <a:pt x="2489" y="1951"/>
                </a:cubicBezTo>
                <a:cubicBezTo>
                  <a:pt x="572" y="3868"/>
                  <a:pt x="1" y="6749"/>
                  <a:pt x="1037" y="9250"/>
                </a:cubicBezTo>
                <a:cubicBezTo>
                  <a:pt x="2073" y="11738"/>
                  <a:pt x="4513" y="13369"/>
                  <a:pt x="7216" y="13369"/>
                </a:cubicBezTo>
                <a:cubicBezTo>
                  <a:pt x="10907" y="13369"/>
                  <a:pt x="13895" y="10381"/>
                  <a:pt x="13907" y="6690"/>
                </a:cubicBezTo>
                <a:cubicBezTo>
                  <a:pt x="13907" y="3975"/>
                  <a:pt x="12276" y="1546"/>
                  <a:pt x="9776" y="511"/>
                </a:cubicBezTo>
                <a:cubicBezTo>
                  <a:pt x="8947" y="167"/>
                  <a:pt x="8076" y="0"/>
                  <a:pt x="7212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02</a:t>
            </a:r>
            <a:endParaRPr/>
          </a:p>
        </p:txBody>
      </p:sp>
      <p:grpSp>
        <p:nvGrpSpPr>
          <p:cNvPr id="888" name="Google Shape;888;p23">
            <a:extLst>
              <a:ext uri="{FF2B5EF4-FFF2-40B4-BE49-F238E27FC236}">
                <a16:creationId xmlns:a16="http://schemas.microsoft.com/office/drawing/2014/main" id="{B7F0B657-0406-21BE-824C-80D634CBEA8F}"/>
              </a:ext>
            </a:extLst>
          </p:cNvPr>
          <p:cNvGrpSpPr/>
          <p:nvPr/>
        </p:nvGrpSpPr>
        <p:grpSpPr>
          <a:xfrm>
            <a:off x="2712091" y="1276337"/>
            <a:ext cx="1464112" cy="1464112"/>
            <a:chOff x="2712091" y="1276337"/>
            <a:chExt cx="1464112" cy="1464112"/>
          </a:xfrm>
        </p:grpSpPr>
        <p:sp>
          <p:nvSpPr>
            <p:cNvPr id="889" name="Google Shape;889;p23">
              <a:extLst>
                <a:ext uri="{FF2B5EF4-FFF2-40B4-BE49-F238E27FC236}">
                  <a16:creationId xmlns:a16="http://schemas.microsoft.com/office/drawing/2014/main" id="{C7450545-29E5-DA78-5405-76CB5F9A788D}"/>
                </a:ext>
              </a:extLst>
            </p:cNvPr>
            <p:cNvSpPr/>
            <p:nvPr/>
          </p:nvSpPr>
          <p:spPr>
            <a:xfrm>
              <a:off x="2712091" y="1276337"/>
              <a:ext cx="1464112" cy="1464112"/>
            </a:xfrm>
            <a:custGeom>
              <a:avLst/>
              <a:gdLst/>
              <a:ahLst/>
              <a:cxnLst/>
              <a:rect l="l" t="t" r="r" b="b"/>
              <a:pathLst>
                <a:path w="43816" h="43816" extrusionOk="0">
                  <a:moveTo>
                    <a:pt x="21908" y="1"/>
                  </a:moveTo>
                  <a:cubicBezTo>
                    <a:pt x="9812" y="1"/>
                    <a:pt x="1" y="9800"/>
                    <a:pt x="1" y="21908"/>
                  </a:cubicBezTo>
                  <a:cubicBezTo>
                    <a:pt x="1" y="34005"/>
                    <a:pt x="9812" y="43816"/>
                    <a:pt x="21908" y="43816"/>
                  </a:cubicBezTo>
                  <a:cubicBezTo>
                    <a:pt x="34005" y="43816"/>
                    <a:pt x="43816" y="34005"/>
                    <a:pt x="43816" y="21908"/>
                  </a:cubicBezTo>
                  <a:cubicBezTo>
                    <a:pt x="43816" y="9800"/>
                    <a:pt x="34005" y="1"/>
                    <a:pt x="219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23">
              <a:extLst>
                <a:ext uri="{FF2B5EF4-FFF2-40B4-BE49-F238E27FC236}">
                  <a16:creationId xmlns:a16="http://schemas.microsoft.com/office/drawing/2014/main" id="{4D94B7FD-1F20-A976-DF59-4C6E446662A7}"/>
                </a:ext>
              </a:extLst>
            </p:cNvPr>
            <p:cNvSpPr/>
            <p:nvPr/>
          </p:nvSpPr>
          <p:spPr>
            <a:xfrm>
              <a:off x="2749917" y="1364887"/>
              <a:ext cx="1337569" cy="1286845"/>
            </a:xfrm>
            <a:custGeom>
              <a:avLst/>
              <a:gdLst/>
              <a:ahLst/>
              <a:cxnLst/>
              <a:rect l="l" t="t" r="r" b="b"/>
              <a:pathLst>
                <a:path w="40029" h="38511" extrusionOk="0">
                  <a:moveTo>
                    <a:pt x="20781" y="0"/>
                  </a:moveTo>
                  <a:cubicBezTo>
                    <a:pt x="15770" y="0"/>
                    <a:pt x="10842" y="1959"/>
                    <a:pt x="7156" y="5637"/>
                  </a:cubicBezTo>
                  <a:cubicBezTo>
                    <a:pt x="1655" y="11150"/>
                    <a:pt x="0" y="19425"/>
                    <a:pt x="2988" y="26628"/>
                  </a:cubicBezTo>
                  <a:cubicBezTo>
                    <a:pt x="5965" y="33819"/>
                    <a:pt x="12990" y="38511"/>
                    <a:pt x="20776" y="38511"/>
                  </a:cubicBezTo>
                  <a:cubicBezTo>
                    <a:pt x="31409" y="38499"/>
                    <a:pt x="40017" y="29890"/>
                    <a:pt x="40029" y="19258"/>
                  </a:cubicBezTo>
                  <a:cubicBezTo>
                    <a:pt x="40029" y="11471"/>
                    <a:pt x="35338" y="4447"/>
                    <a:pt x="28146" y="1470"/>
                  </a:cubicBezTo>
                  <a:cubicBezTo>
                    <a:pt x="25764" y="480"/>
                    <a:pt x="23262" y="0"/>
                    <a:pt x="2078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23">
              <a:extLst>
                <a:ext uri="{FF2B5EF4-FFF2-40B4-BE49-F238E27FC236}">
                  <a16:creationId xmlns:a16="http://schemas.microsoft.com/office/drawing/2014/main" id="{456A8CA6-2F7E-0C27-EA45-E7191EC4CBB1}"/>
                </a:ext>
              </a:extLst>
            </p:cNvPr>
            <p:cNvSpPr/>
            <p:nvPr/>
          </p:nvSpPr>
          <p:spPr>
            <a:xfrm>
              <a:off x="3339492" y="2092331"/>
              <a:ext cx="117788" cy="334618"/>
            </a:xfrm>
            <a:custGeom>
              <a:avLst/>
              <a:gdLst/>
              <a:ahLst/>
              <a:cxnLst/>
              <a:rect l="l" t="t" r="r" b="b"/>
              <a:pathLst>
                <a:path w="3525" h="10014" extrusionOk="0">
                  <a:moveTo>
                    <a:pt x="632" y="0"/>
                  </a:moveTo>
                  <a:lnTo>
                    <a:pt x="1" y="10014"/>
                  </a:lnTo>
                  <a:lnTo>
                    <a:pt x="3525" y="10014"/>
                  </a:lnTo>
                  <a:lnTo>
                    <a:pt x="290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23">
              <a:extLst>
                <a:ext uri="{FF2B5EF4-FFF2-40B4-BE49-F238E27FC236}">
                  <a16:creationId xmlns:a16="http://schemas.microsoft.com/office/drawing/2014/main" id="{5AC135A4-925A-FB1D-8AE5-39261E38CF5B}"/>
                </a:ext>
              </a:extLst>
            </p:cNvPr>
            <p:cNvSpPr/>
            <p:nvPr/>
          </p:nvSpPr>
          <p:spPr>
            <a:xfrm>
              <a:off x="2932096" y="1683733"/>
              <a:ext cx="932980" cy="646146"/>
            </a:xfrm>
            <a:custGeom>
              <a:avLst/>
              <a:gdLst/>
              <a:ahLst/>
              <a:cxnLst/>
              <a:rect l="l" t="t" r="r" b="b"/>
              <a:pathLst>
                <a:path w="27921" h="19337" extrusionOk="0">
                  <a:moveTo>
                    <a:pt x="429" y="1"/>
                  </a:moveTo>
                  <a:cubicBezTo>
                    <a:pt x="191" y="1"/>
                    <a:pt x="1" y="191"/>
                    <a:pt x="1" y="429"/>
                  </a:cubicBezTo>
                  <a:lnTo>
                    <a:pt x="1" y="18908"/>
                  </a:lnTo>
                  <a:cubicBezTo>
                    <a:pt x="1" y="19146"/>
                    <a:pt x="191" y="19336"/>
                    <a:pt x="429" y="19336"/>
                  </a:cubicBezTo>
                  <a:lnTo>
                    <a:pt x="27480" y="19336"/>
                  </a:lnTo>
                  <a:cubicBezTo>
                    <a:pt x="27718" y="19336"/>
                    <a:pt x="27921" y="19146"/>
                    <a:pt x="27921" y="18908"/>
                  </a:cubicBezTo>
                  <a:lnTo>
                    <a:pt x="27921" y="429"/>
                  </a:lnTo>
                  <a:cubicBezTo>
                    <a:pt x="27921" y="191"/>
                    <a:pt x="27718" y="1"/>
                    <a:pt x="2748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23">
              <a:extLst>
                <a:ext uri="{FF2B5EF4-FFF2-40B4-BE49-F238E27FC236}">
                  <a16:creationId xmlns:a16="http://schemas.microsoft.com/office/drawing/2014/main" id="{D0E21C19-A3F0-495C-B121-DEC58236E4EC}"/>
                </a:ext>
              </a:extLst>
            </p:cNvPr>
            <p:cNvSpPr/>
            <p:nvPr/>
          </p:nvSpPr>
          <p:spPr>
            <a:xfrm>
              <a:off x="2966313" y="1718751"/>
              <a:ext cx="864179" cy="518033"/>
            </a:xfrm>
            <a:custGeom>
              <a:avLst/>
              <a:gdLst/>
              <a:ahLst/>
              <a:cxnLst/>
              <a:rect l="l" t="t" r="r" b="b"/>
              <a:pathLst>
                <a:path w="25862" h="15503" extrusionOk="0">
                  <a:moveTo>
                    <a:pt x="191" y="0"/>
                  </a:moveTo>
                  <a:cubicBezTo>
                    <a:pt x="84" y="0"/>
                    <a:pt x="1" y="84"/>
                    <a:pt x="1" y="191"/>
                  </a:cubicBezTo>
                  <a:lnTo>
                    <a:pt x="1" y="15324"/>
                  </a:lnTo>
                  <a:cubicBezTo>
                    <a:pt x="1" y="15419"/>
                    <a:pt x="84" y="15502"/>
                    <a:pt x="191" y="15502"/>
                  </a:cubicBezTo>
                  <a:lnTo>
                    <a:pt x="25682" y="15502"/>
                  </a:lnTo>
                  <a:cubicBezTo>
                    <a:pt x="25778" y="15502"/>
                    <a:pt x="25861" y="15419"/>
                    <a:pt x="25861" y="15324"/>
                  </a:cubicBezTo>
                  <a:lnTo>
                    <a:pt x="25861" y="191"/>
                  </a:lnTo>
                  <a:cubicBezTo>
                    <a:pt x="25861" y="84"/>
                    <a:pt x="25778" y="0"/>
                    <a:pt x="2568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23">
              <a:extLst>
                <a:ext uri="{FF2B5EF4-FFF2-40B4-BE49-F238E27FC236}">
                  <a16:creationId xmlns:a16="http://schemas.microsoft.com/office/drawing/2014/main" id="{A1DD5F7D-BFBD-3D0A-EB96-47B8C2741B67}"/>
                </a:ext>
              </a:extLst>
            </p:cNvPr>
            <p:cNvSpPr/>
            <p:nvPr/>
          </p:nvSpPr>
          <p:spPr>
            <a:xfrm>
              <a:off x="2966313" y="1812648"/>
              <a:ext cx="864179" cy="424538"/>
            </a:xfrm>
            <a:custGeom>
              <a:avLst/>
              <a:gdLst/>
              <a:ahLst/>
              <a:cxnLst/>
              <a:rect l="l" t="t" r="r" b="b"/>
              <a:pathLst>
                <a:path w="25862" h="12705" extrusionOk="0">
                  <a:moveTo>
                    <a:pt x="1" y="0"/>
                  </a:moveTo>
                  <a:lnTo>
                    <a:pt x="1" y="12276"/>
                  </a:lnTo>
                  <a:cubicBezTo>
                    <a:pt x="24" y="12518"/>
                    <a:pt x="237" y="12705"/>
                    <a:pt x="478" y="12705"/>
                  </a:cubicBezTo>
                  <a:cubicBezTo>
                    <a:pt x="486" y="12705"/>
                    <a:pt x="493" y="12705"/>
                    <a:pt x="501" y="12704"/>
                  </a:cubicBezTo>
                  <a:lnTo>
                    <a:pt x="25361" y="12704"/>
                  </a:lnTo>
                  <a:cubicBezTo>
                    <a:pt x="25368" y="12705"/>
                    <a:pt x="25376" y="12705"/>
                    <a:pt x="25383" y="12705"/>
                  </a:cubicBezTo>
                  <a:cubicBezTo>
                    <a:pt x="25624" y="12705"/>
                    <a:pt x="25838" y="12518"/>
                    <a:pt x="25861" y="12276"/>
                  </a:cubicBezTo>
                  <a:lnTo>
                    <a:pt x="258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23">
              <a:extLst>
                <a:ext uri="{FF2B5EF4-FFF2-40B4-BE49-F238E27FC236}">
                  <a16:creationId xmlns:a16="http://schemas.microsoft.com/office/drawing/2014/main" id="{2DDB9575-F567-87FC-928E-05ECCE61D81F}"/>
                </a:ext>
              </a:extLst>
            </p:cNvPr>
            <p:cNvSpPr/>
            <p:nvPr/>
          </p:nvSpPr>
          <p:spPr>
            <a:xfrm>
              <a:off x="3089247" y="2403057"/>
              <a:ext cx="618278" cy="23892"/>
            </a:xfrm>
            <a:custGeom>
              <a:avLst/>
              <a:gdLst/>
              <a:ahLst/>
              <a:cxnLst/>
              <a:rect l="l" t="t" r="r" b="b"/>
              <a:pathLst>
                <a:path w="18503" h="715" extrusionOk="0">
                  <a:moveTo>
                    <a:pt x="275" y="0"/>
                  </a:moveTo>
                  <a:cubicBezTo>
                    <a:pt x="120" y="0"/>
                    <a:pt x="1" y="131"/>
                    <a:pt x="1" y="274"/>
                  </a:cubicBezTo>
                  <a:lnTo>
                    <a:pt x="1" y="441"/>
                  </a:lnTo>
                  <a:cubicBezTo>
                    <a:pt x="1" y="595"/>
                    <a:pt x="120" y="715"/>
                    <a:pt x="275" y="715"/>
                  </a:cubicBezTo>
                  <a:lnTo>
                    <a:pt x="18241" y="715"/>
                  </a:lnTo>
                  <a:cubicBezTo>
                    <a:pt x="18384" y="715"/>
                    <a:pt x="18503" y="595"/>
                    <a:pt x="18503" y="441"/>
                  </a:cubicBezTo>
                  <a:lnTo>
                    <a:pt x="18503" y="274"/>
                  </a:lnTo>
                  <a:cubicBezTo>
                    <a:pt x="18503" y="131"/>
                    <a:pt x="18384" y="0"/>
                    <a:pt x="1824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23">
              <a:extLst>
                <a:ext uri="{FF2B5EF4-FFF2-40B4-BE49-F238E27FC236}">
                  <a16:creationId xmlns:a16="http://schemas.microsoft.com/office/drawing/2014/main" id="{FB993F7C-FD36-09AA-4306-04A29BA4F5AC}"/>
                </a:ext>
              </a:extLst>
            </p:cNvPr>
            <p:cNvSpPr/>
            <p:nvPr/>
          </p:nvSpPr>
          <p:spPr>
            <a:xfrm>
              <a:off x="3378888" y="2268963"/>
              <a:ext cx="34651" cy="29806"/>
            </a:xfrm>
            <a:custGeom>
              <a:avLst/>
              <a:gdLst/>
              <a:ahLst/>
              <a:cxnLst/>
              <a:rect l="l" t="t" r="r" b="b"/>
              <a:pathLst>
                <a:path w="1037" h="892" extrusionOk="0">
                  <a:moveTo>
                    <a:pt x="596" y="1"/>
                  </a:moveTo>
                  <a:cubicBezTo>
                    <a:pt x="191" y="1"/>
                    <a:pt x="0" y="477"/>
                    <a:pt x="274" y="763"/>
                  </a:cubicBezTo>
                  <a:cubicBezTo>
                    <a:pt x="367" y="851"/>
                    <a:pt x="479" y="891"/>
                    <a:pt x="588" y="891"/>
                  </a:cubicBezTo>
                  <a:cubicBezTo>
                    <a:pt x="818" y="891"/>
                    <a:pt x="1036" y="715"/>
                    <a:pt x="1036" y="441"/>
                  </a:cubicBezTo>
                  <a:cubicBezTo>
                    <a:pt x="1036" y="203"/>
                    <a:pt x="834" y="1"/>
                    <a:pt x="59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23">
              <a:extLst>
                <a:ext uri="{FF2B5EF4-FFF2-40B4-BE49-F238E27FC236}">
                  <a16:creationId xmlns:a16="http://schemas.microsoft.com/office/drawing/2014/main" id="{85AC9089-E222-B1D7-AE2B-64149AC8E5D5}"/>
                </a:ext>
              </a:extLst>
            </p:cNvPr>
            <p:cNvSpPr/>
            <p:nvPr/>
          </p:nvSpPr>
          <p:spPr>
            <a:xfrm>
              <a:off x="2860488" y="1909718"/>
              <a:ext cx="208510" cy="71642"/>
            </a:xfrm>
            <a:custGeom>
              <a:avLst/>
              <a:gdLst/>
              <a:ahLst/>
              <a:cxnLst/>
              <a:rect l="l" t="t" r="r" b="b"/>
              <a:pathLst>
                <a:path w="6240" h="2144" extrusionOk="0">
                  <a:moveTo>
                    <a:pt x="132" y="0"/>
                  </a:moveTo>
                  <a:cubicBezTo>
                    <a:pt x="60" y="0"/>
                    <a:pt x="1" y="60"/>
                    <a:pt x="1" y="131"/>
                  </a:cubicBezTo>
                  <a:lnTo>
                    <a:pt x="1" y="2013"/>
                  </a:lnTo>
                  <a:cubicBezTo>
                    <a:pt x="1" y="2084"/>
                    <a:pt x="60" y="2144"/>
                    <a:pt x="132" y="2144"/>
                  </a:cubicBezTo>
                  <a:lnTo>
                    <a:pt x="6109" y="2144"/>
                  </a:lnTo>
                  <a:cubicBezTo>
                    <a:pt x="6180" y="2144"/>
                    <a:pt x="6239" y="2084"/>
                    <a:pt x="6239" y="2013"/>
                  </a:cubicBezTo>
                  <a:lnTo>
                    <a:pt x="6239" y="131"/>
                  </a:lnTo>
                  <a:cubicBezTo>
                    <a:pt x="6239" y="60"/>
                    <a:pt x="6180" y="0"/>
                    <a:pt x="610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23">
              <a:extLst>
                <a:ext uri="{FF2B5EF4-FFF2-40B4-BE49-F238E27FC236}">
                  <a16:creationId xmlns:a16="http://schemas.microsoft.com/office/drawing/2014/main" id="{1DA23211-C305-29F3-C60E-3C2A0A0106FC}"/>
                </a:ext>
              </a:extLst>
            </p:cNvPr>
            <p:cNvSpPr/>
            <p:nvPr/>
          </p:nvSpPr>
          <p:spPr>
            <a:xfrm>
              <a:off x="3077719" y="1909718"/>
              <a:ext cx="208109" cy="71642"/>
            </a:xfrm>
            <a:custGeom>
              <a:avLst/>
              <a:gdLst/>
              <a:ahLst/>
              <a:cxnLst/>
              <a:rect l="l" t="t" r="r" b="b"/>
              <a:pathLst>
                <a:path w="6228" h="2144" extrusionOk="0">
                  <a:moveTo>
                    <a:pt x="119" y="0"/>
                  </a:moveTo>
                  <a:cubicBezTo>
                    <a:pt x="48" y="0"/>
                    <a:pt x="0" y="60"/>
                    <a:pt x="0" y="131"/>
                  </a:cubicBezTo>
                  <a:lnTo>
                    <a:pt x="0" y="2013"/>
                  </a:lnTo>
                  <a:cubicBezTo>
                    <a:pt x="0" y="2084"/>
                    <a:pt x="48" y="2144"/>
                    <a:pt x="119" y="2144"/>
                  </a:cubicBezTo>
                  <a:lnTo>
                    <a:pt x="6096" y="2144"/>
                  </a:lnTo>
                  <a:cubicBezTo>
                    <a:pt x="6168" y="2144"/>
                    <a:pt x="6227" y="2084"/>
                    <a:pt x="6227" y="2013"/>
                  </a:cubicBezTo>
                  <a:lnTo>
                    <a:pt x="6227" y="131"/>
                  </a:lnTo>
                  <a:cubicBezTo>
                    <a:pt x="6227" y="60"/>
                    <a:pt x="6168" y="0"/>
                    <a:pt x="609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23">
              <a:extLst>
                <a:ext uri="{FF2B5EF4-FFF2-40B4-BE49-F238E27FC236}">
                  <a16:creationId xmlns:a16="http://schemas.microsoft.com/office/drawing/2014/main" id="{A34C3923-AD40-DA2E-BBBE-846C120B08F9}"/>
                </a:ext>
              </a:extLst>
            </p:cNvPr>
            <p:cNvSpPr/>
            <p:nvPr/>
          </p:nvSpPr>
          <p:spPr>
            <a:xfrm>
              <a:off x="3294148" y="1910119"/>
              <a:ext cx="208510" cy="71642"/>
            </a:xfrm>
            <a:custGeom>
              <a:avLst/>
              <a:gdLst/>
              <a:ahLst/>
              <a:cxnLst/>
              <a:rect l="l" t="t" r="r" b="b"/>
              <a:pathLst>
                <a:path w="6240" h="2144" extrusionOk="0">
                  <a:moveTo>
                    <a:pt x="131" y="0"/>
                  </a:moveTo>
                  <a:cubicBezTo>
                    <a:pt x="60" y="0"/>
                    <a:pt x="0" y="60"/>
                    <a:pt x="0" y="131"/>
                  </a:cubicBezTo>
                  <a:lnTo>
                    <a:pt x="0" y="2012"/>
                  </a:lnTo>
                  <a:cubicBezTo>
                    <a:pt x="0" y="2084"/>
                    <a:pt x="60" y="2143"/>
                    <a:pt x="131" y="2143"/>
                  </a:cubicBezTo>
                  <a:lnTo>
                    <a:pt x="6108" y="2143"/>
                  </a:lnTo>
                  <a:cubicBezTo>
                    <a:pt x="6180" y="2143"/>
                    <a:pt x="6239" y="2084"/>
                    <a:pt x="6239" y="2012"/>
                  </a:cubicBezTo>
                  <a:lnTo>
                    <a:pt x="6239" y="131"/>
                  </a:lnTo>
                  <a:cubicBezTo>
                    <a:pt x="6239" y="60"/>
                    <a:pt x="6180" y="0"/>
                    <a:pt x="610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23">
              <a:extLst>
                <a:ext uri="{FF2B5EF4-FFF2-40B4-BE49-F238E27FC236}">
                  <a16:creationId xmlns:a16="http://schemas.microsoft.com/office/drawing/2014/main" id="{C1BA1FAE-69EB-A423-66AF-FD39FD55C7CF}"/>
                </a:ext>
              </a:extLst>
            </p:cNvPr>
            <p:cNvSpPr/>
            <p:nvPr/>
          </p:nvSpPr>
          <p:spPr>
            <a:xfrm>
              <a:off x="3510977" y="1910119"/>
              <a:ext cx="208510" cy="71642"/>
            </a:xfrm>
            <a:custGeom>
              <a:avLst/>
              <a:gdLst/>
              <a:ahLst/>
              <a:cxnLst/>
              <a:rect l="l" t="t" r="r" b="b"/>
              <a:pathLst>
                <a:path w="6240" h="2144" extrusionOk="0">
                  <a:moveTo>
                    <a:pt x="131" y="0"/>
                  </a:moveTo>
                  <a:cubicBezTo>
                    <a:pt x="60" y="0"/>
                    <a:pt x="0" y="60"/>
                    <a:pt x="0" y="131"/>
                  </a:cubicBezTo>
                  <a:lnTo>
                    <a:pt x="0" y="2012"/>
                  </a:lnTo>
                  <a:cubicBezTo>
                    <a:pt x="0" y="2084"/>
                    <a:pt x="60" y="2143"/>
                    <a:pt x="131" y="2143"/>
                  </a:cubicBezTo>
                  <a:lnTo>
                    <a:pt x="6108" y="2143"/>
                  </a:lnTo>
                  <a:cubicBezTo>
                    <a:pt x="6180" y="2143"/>
                    <a:pt x="6239" y="2084"/>
                    <a:pt x="6239" y="2012"/>
                  </a:cubicBezTo>
                  <a:lnTo>
                    <a:pt x="6239" y="131"/>
                  </a:lnTo>
                  <a:cubicBezTo>
                    <a:pt x="6239" y="60"/>
                    <a:pt x="6180" y="0"/>
                    <a:pt x="610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23">
              <a:extLst>
                <a:ext uri="{FF2B5EF4-FFF2-40B4-BE49-F238E27FC236}">
                  <a16:creationId xmlns:a16="http://schemas.microsoft.com/office/drawing/2014/main" id="{84A8B458-8E81-739E-969F-2E6EEF336DAB}"/>
                </a:ext>
              </a:extLst>
            </p:cNvPr>
            <p:cNvSpPr/>
            <p:nvPr/>
          </p:nvSpPr>
          <p:spPr>
            <a:xfrm>
              <a:off x="3727807" y="1910119"/>
              <a:ext cx="208510" cy="71642"/>
            </a:xfrm>
            <a:custGeom>
              <a:avLst/>
              <a:gdLst/>
              <a:ahLst/>
              <a:cxnLst/>
              <a:rect l="l" t="t" r="r" b="b"/>
              <a:pathLst>
                <a:path w="6240" h="2144" extrusionOk="0">
                  <a:moveTo>
                    <a:pt x="131" y="0"/>
                  </a:moveTo>
                  <a:cubicBezTo>
                    <a:pt x="60" y="0"/>
                    <a:pt x="0" y="60"/>
                    <a:pt x="0" y="131"/>
                  </a:cubicBezTo>
                  <a:lnTo>
                    <a:pt x="0" y="2012"/>
                  </a:lnTo>
                  <a:cubicBezTo>
                    <a:pt x="0" y="2084"/>
                    <a:pt x="60" y="2143"/>
                    <a:pt x="131" y="2143"/>
                  </a:cubicBezTo>
                  <a:lnTo>
                    <a:pt x="6108" y="2143"/>
                  </a:lnTo>
                  <a:cubicBezTo>
                    <a:pt x="6180" y="2143"/>
                    <a:pt x="6239" y="2084"/>
                    <a:pt x="6239" y="2012"/>
                  </a:cubicBezTo>
                  <a:lnTo>
                    <a:pt x="6239" y="131"/>
                  </a:lnTo>
                  <a:cubicBezTo>
                    <a:pt x="6239" y="60"/>
                    <a:pt x="6180" y="0"/>
                    <a:pt x="6108" y="0"/>
                  </a:cubicBezTo>
                  <a:close/>
                </a:path>
              </a:pathLst>
            </a:custGeom>
            <a:solidFill>
              <a:srgbClr val="435B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23">
              <a:extLst>
                <a:ext uri="{FF2B5EF4-FFF2-40B4-BE49-F238E27FC236}">
                  <a16:creationId xmlns:a16="http://schemas.microsoft.com/office/drawing/2014/main" id="{327C93EA-3DCF-AE1F-B9B3-C135947CB50C}"/>
                </a:ext>
              </a:extLst>
            </p:cNvPr>
            <p:cNvSpPr/>
            <p:nvPr/>
          </p:nvSpPr>
          <p:spPr>
            <a:xfrm>
              <a:off x="2969120" y="1826582"/>
              <a:ext cx="208476" cy="71642"/>
            </a:xfrm>
            <a:custGeom>
              <a:avLst/>
              <a:gdLst/>
              <a:ahLst/>
              <a:cxnLst/>
              <a:rect l="l" t="t" r="r" b="b"/>
              <a:pathLst>
                <a:path w="6239" h="2144" extrusionOk="0">
                  <a:moveTo>
                    <a:pt x="131" y="0"/>
                  </a:moveTo>
                  <a:cubicBezTo>
                    <a:pt x="60" y="0"/>
                    <a:pt x="0" y="60"/>
                    <a:pt x="0" y="131"/>
                  </a:cubicBezTo>
                  <a:lnTo>
                    <a:pt x="0" y="2012"/>
                  </a:lnTo>
                  <a:cubicBezTo>
                    <a:pt x="0" y="2084"/>
                    <a:pt x="60" y="2143"/>
                    <a:pt x="131" y="2143"/>
                  </a:cubicBezTo>
                  <a:lnTo>
                    <a:pt x="6108" y="2143"/>
                  </a:lnTo>
                  <a:cubicBezTo>
                    <a:pt x="6179" y="2143"/>
                    <a:pt x="6239" y="2084"/>
                    <a:pt x="6239" y="2012"/>
                  </a:cubicBezTo>
                  <a:lnTo>
                    <a:pt x="6239" y="131"/>
                  </a:lnTo>
                  <a:cubicBezTo>
                    <a:pt x="6239" y="60"/>
                    <a:pt x="6179" y="0"/>
                    <a:pt x="610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23">
              <a:extLst>
                <a:ext uri="{FF2B5EF4-FFF2-40B4-BE49-F238E27FC236}">
                  <a16:creationId xmlns:a16="http://schemas.microsoft.com/office/drawing/2014/main" id="{4B2502BD-8E5E-1509-A485-24B580EB61DA}"/>
                </a:ext>
              </a:extLst>
            </p:cNvPr>
            <p:cNvSpPr/>
            <p:nvPr/>
          </p:nvSpPr>
          <p:spPr>
            <a:xfrm>
              <a:off x="3185916" y="1826582"/>
              <a:ext cx="208109" cy="71642"/>
            </a:xfrm>
            <a:custGeom>
              <a:avLst/>
              <a:gdLst/>
              <a:ahLst/>
              <a:cxnLst/>
              <a:rect l="l" t="t" r="r" b="b"/>
              <a:pathLst>
                <a:path w="6228" h="2144" extrusionOk="0">
                  <a:moveTo>
                    <a:pt x="132" y="0"/>
                  </a:moveTo>
                  <a:cubicBezTo>
                    <a:pt x="60" y="0"/>
                    <a:pt x="1" y="60"/>
                    <a:pt x="1" y="131"/>
                  </a:cubicBezTo>
                  <a:lnTo>
                    <a:pt x="1" y="2012"/>
                  </a:lnTo>
                  <a:cubicBezTo>
                    <a:pt x="1" y="2084"/>
                    <a:pt x="60" y="2143"/>
                    <a:pt x="132" y="2143"/>
                  </a:cubicBezTo>
                  <a:lnTo>
                    <a:pt x="6109" y="2143"/>
                  </a:lnTo>
                  <a:cubicBezTo>
                    <a:pt x="6180" y="2143"/>
                    <a:pt x="6228" y="2084"/>
                    <a:pt x="6228" y="2012"/>
                  </a:cubicBezTo>
                  <a:lnTo>
                    <a:pt x="6228" y="131"/>
                  </a:lnTo>
                  <a:cubicBezTo>
                    <a:pt x="6228" y="60"/>
                    <a:pt x="6180" y="0"/>
                    <a:pt x="610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23">
              <a:extLst>
                <a:ext uri="{FF2B5EF4-FFF2-40B4-BE49-F238E27FC236}">
                  <a16:creationId xmlns:a16="http://schemas.microsoft.com/office/drawing/2014/main" id="{DD18D785-944A-6324-A97E-D79E13FD2FD2}"/>
                </a:ext>
              </a:extLst>
            </p:cNvPr>
            <p:cNvSpPr/>
            <p:nvPr/>
          </p:nvSpPr>
          <p:spPr>
            <a:xfrm>
              <a:off x="3402746" y="1826949"/>
              <a:ext cx="208510" cy="71675"/>
            </a:xfrm>
            <a:custGeom>
              <a:avLst/>
              <a:gdLst/>
              <a:ahLst/>
              <a:cxnLst/>
              <a:rect l="l" t="t" r="r" b="b"/>
              <a:pathLst>
                <a:path w="6240" h="2145" extrusionOk="0">
                  <a:moveTo>
                    <a:pt x="132" y="1"/>
                  </a:moveTo>
                  <a:cubicBezTo>
                    <a:pt x="60" y="1"/>
                    <a:pt x="1" y="60"/>
                    <a:pt x="1" y="132"/>
                  </a:cubicBezTo>
                  <a:lnTo>
                    <a:pt x="1" y="2013"/>
                  </a:lnTo>
                  <a:cubicBezTo>
                    <a:pt x="1" y="2085"/>
                    <a:pt x="60" y="2144"/>
                    <a:pt x="132" y="2144"/>
                  </a:cubicBezTo>
                  <a:lnTo>
                    <a:pt x="6109" y="2144"/>
                  </a:lnTo>
                  <a:cubicBezTo>
                    <a:pt x="6180" y="2144"/>
                    <a:pt x="6240" y="2085"/>
                    <a:pt x="6240" y="2013"/>
                  </a:cubicBezTo>
                  <a:lnTo>
                    <a:pt x="6240" y="132"/>
                  </a:lnTo>
                  <a:cubicBezTo>
                    <a:pt x="6240" y="60"/>
                    <a:pt x="6180" y="1"/>
                    <a:pt x="610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23">
              <a:extLst>
                <a:ext uri="{FF2B5EF4-FFF2-40B4-BE49-F238E27FC236}">
                  <a16:creationId xmlns:a16="http://schemas.microsoft.com/office/drawing/2014/main" id="{3BE5FEFD-1799-088C-A49C-8D8BB3B2DBF2}"/>
                </a:ext>
              </a:extLst>
            </p:cNvPr>
            <p:cNvSpPr/>
            <p:nvPr/>
          </p:nvSpPr>
          <p:spPr>
            <a:xfrm>
              <a:off x="3619576" y="1826949"/>
              <a:ext cx="208109" cy="71675"/>
            </a:xfrm>
            <a:custGeom>
              <a:avLst/>
              <a:gdLst/>
              <a:ahLst/>
              <a:cxnLst/>
              <a:rect l="l" t="t" r="r" b="b"/>
              <a:pathLst>
                <a:path w="6228" h="2145" extrusionOk="0">
                  <a:moveTo>
                    <a:pt x="120" y="1"/>
                  </a:moveTo>
                  <a:cubicBezTo>
                    <a:pt x="60" y="1"/>
                    <a:pt x="1" y="60"/>
                    <a:pt x="1" y="132"/>
                  </a:cubicBezTo>
                  <a:lnTo>
                    <a:pt x="1" y="2013"/>
                  </a:lnTo>
                  <a:cubicBezTo>
                    <a:pt x="1" y="2085"/>
                    <a:pt x="60" y="2144"/>
                    <a:pt x="120" y="2144"/>
                  </a:cubicBezTo>
                  <a:lnTo>
                    <a:pt x="6109" y="2144"/>
                  </a:lnTo>
                  <a:cubicBezTo>
                    <a:pt x="6180" y="2144"/>
                    <a:pt x="6228" y="2085"/>
                    <a:pt x="6228" y="2013"/>
                  </a:cubicBezTo>
                  <a:lnTo>
                    <a:pt x="6228" y="132"/>
                  </a:lnTo>
                  <a:cubicBezTo>
                    <a:pt x="6228" y="60"/>
                    <a:pt x="6180" y="1"/>
                    <a:pt x="6109" y="1"/>
                  </a:cubicBezTo>
                  <a:close/>
                </a:path>
              </a:pathLst>
            </a:custGeom>
            <a:solidFill>
              <a:srgbClr val="435B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23">
              <a:extLst>
                <a:ext uri="{FF2B5EF4-FFF2-40B4-BE49-F238E27FC236}">
                  <a16:creationId xmlns:a16="http://schemas.microsoft.com/office/drawing/2014/main" id="{BC14320E-9A2A-BE6D-DC95-68EE5EFC55C4}"/>
                </a:ext>
              </a:extLst>
            </p:cNvPr>
            <p:cNvSpPr/>
            <p:nvPr/>
          </p:nvSpPr>
          <p:spPr>
            <a:xfrm>
              <a:off x="2969120" y="2158760"/>
              <a:ext cx="208476" cy="71642"/>
            </a:xfrm>
            <a:custGeom>
              <a:avLst/>
              <a:gdLst/>
              <a:ahLst/>
              <a:cxnLst/>
              <a:rect l="l" t="t" r="r" b="b"/>
              <a:pathLst>
                <a:path w="6239" h="2144" extrusionOk="0">
                  <a:moveTo>
                    <a:pt x="131" y="1"/>
                  </a:moveTo>
                  <a:cubicBezTo>
                    <a:pt x="60" y="1"/>
                    <a:pt x="0" y="60"/>
                    <a:pt x="0" y="132"/>
                  </a:cubicBezTo>
                  <a:lnTo>
                    <a:pt x="0" y="2013"/>
                  </a:lnTo>
                  <a:cubicBezTo>
                    <a:pt x="0" y="2084"/>
                    <a:pt x="60" y="2144"/>
                    <a:pt x="131" y="2144"/>
                  </a:cubicBezTo>
                  <a:lnTo>
                    <a:pt x="6108" y="2144"/>
                  </a:lnTo>
                  <a:cubicBezTo>
                    <a:pt x="6179" y="2144"/>
                    <a:pt x="6239" y="2084"/>
                    <a:pt x="6239" y="2013"/>
                  </a:cubicBezTo>
                  <a:lnTo>
                    <a:pt x="6239" y="132"/>
                  </a:lnTo>
                  <a:cubicBezTo>
                    <a:pt x="6239" y="60"/>
                    <a:pt x="6179" y="1"/>
                    <a:pt x="610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23">
              <a:extLst>
                <a:ext uri="{FF2B5EF4-FFF2-40B4-BE49-F238E27FC236}">
                  <a16:creationId xmlns:a16="http://schemas.microsoft.com/office/drawing/2014/main" id="{1A315686-0804-41AD-C8D1-836F608B25D9}"/>
                </a:ext>
              </a:extLst>
            </p:cNvPr>
            <p:cNvSpPr/>
            <p:nvPr/>
          </p:nvSpPr>
          <p:spPr>
            <a:xfrm>
              <a:off x="3185916" y="2158760"/>
              <a:ext cx="208109" cy="71642"/>
            </a:xfrm>
            <a:custGeom>
              <a:avLst/>
              <a:gdLst/>
              <a:ahLst/>
              <a:cxnLst/>
              <a:rect l="l" t="t" r="r" b="b"/>
              <a:pathLst>
                <a:path w="6228" h="2144" extrusionOk="0">
                  <a:moveTo>
                    <a:pt x="132" y="1"/>
                  </a:moveTo>
                  <a:cubicBezTo>
                    <a:pt x="60" y="1"/>
                    <a:pt x="1" y="60"/>
                    <a:pt x="1" y="132"/>
                  </a:cubicBezTo>
                  <a:lnTo>
                    <a:pt x="1" y="2013"/>
                  </a:lnTo>
                  <a:cubicBezTo>
                    <a:pt x="1" y="2084"/>
                    <a:pt x="60" y="2144"/>
                    <a:pt x="132" y="2144"/>
                  </a:cubicBezTo>
                  <a:lnTo>
                    <a:pt x="6109" y="2144"/>
                  </a:lnTo>
                  <a:cubicBezTo>
                    <a:pt x="6180" y="2144"/>
                    <a:pt x="6228" y="2084"/>
                    <a:pt x="6228" y="2013"/>
                  </a:cubicBezTo>
                  <a:lnTo>
                    <a:pt x="6228" y="132"/>
                  </a:lnTo>
                  <a:cubicBezTo>
                    <a:pt x="6228" y="60"/>
                    <a:pt x="6180" y="1"/>
                    <a:pt x="610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23">
              <a:extLst>
                <a:ext uri="{FF2B5EF4-FFF2-40B4-BE49-F238E27FC236}">
                  <a16:creationId xmlns:a16="http://schemas.microsoft.com/office/drawing/2014/main" id="{6430E649-367B-8F27-9D63-88876AA72956}"/>
                </a:ext>
              </a:extLst>
            </p:cNvPr>
            <p:cNvSpPr/>
            <p:nvPr/>
          </p:nvSpPr>
          <p:spPr>
            <a:xfrm>
              <a:off x="3402746" y="2159161"/>
              <a:ext cx="208510" cy="71642"/>
            </a:xfrm>
            <a:custGeom>
              <a:avLst/>
              <a:gdLst/>
              <a:ahLst/>
              <a:cxnLst/>
              <a:rect l="l" t="t" r="r" b="b"/>
              <a:pathLst>
                <a:path w="6240" h="2144" extrusionOk="0">
                  <a:moveTo>
                    <a:pt x="132" y="1"/>
                  </a:moveTo>
                  <a:cubicBezTo>
                    <a:pt x="60" y="1"/>
                    <a:pt x="1" y="60"/>
                    <a:pt x="1" y="132"/>
                  </a:cubicBezTo>
                  <a:lnTo>
                    <a:pt x="1" y="2013"/>
                  </a:lnTo>
                  <a:cubicBezTo>
                    <a:pt x="1" y="2084"/>
                    <a:pt x="60" y="2144"/>
                    <a:pt x="132" y="2144"/>
                  </a:cubicBezTo>
                  <a:lnTo>
                    <a:pt x="6109" y="2144"/>
                  </a:lnTo>
                  <a:cubicBezTo>
                    <a:pt x="6180" y="2144"/>
                    <a:pt x="6240" y="2084"/>
                    <a:pt x="6240" y="2013"/>
                  </a:cubicBezTo>
                  <a:lnTo>
                    <a:pt x="6240" y="132"/>
                  </a:lnTo>
                  <a:cubicBezTo>
                    <a:pt x="6240" y="60"/>
                    <a:pt x="6180" y="1"/>
                    <a:pt x="610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23">
              <a:extLst>
                <a:ext uri="{FF2B5EF4-FFF2-40B4-BE49-F238E27FC236}">
                  <a16:creationId xmlns:a16="http://schemas.microsoft.com/office/drawing/2014/main" id="{E6022B1F-8D26-CF9E-23AE-C82657B3A74F}"/>
                </a:ext>
              </a:extLst>
            </p:cNvPr>
            <p:cNvSpPr/>
            <p:nvPr/>
          </p:nvSpPr>
          <p:spPr>
            <a:xfrm>
              <a:off x="3619576" y="2159161"/>
              <a:ext cx="208109" cy="71642"/>
            </a:xfrm>
            <a:custGeom>
              <a:avLst/>
              <a:gdLst/>
              <a:ahLst/>
              <a:cxnLst/>
              <a:rect l="l" t="t" r="r" b="b"/>
              <a:pathLst>
                <a:path w="6228" h="2144" extrusionOk="0">
                  <a:moveTo>
                    <a:pt x="120" y="1"/>
                  </a:moveTo>
                  <a:cubicBezTo>
                    <a:pt x="60" y="1"/>
                    <a:pt x="1" y="60"/>
                    <a:pt x="1" y="132"/>
                  </a:cubicBezTo>
                  <a:lnTo>
                    <a:pt x="1" y="2013"/>
                  </a:lnTo>
                  <a:cubicBezTo>
                    <a:pt x="1" y="2084"/>
                    <a:pt x="60" y="2144"/>
                    <a:pt x="120" y="2144"/>
                  </a:cubicBezTo>
                  <a:lnTo>
                    <a:pt x="6109" y="2144"/>
                  </a:lnTo>
                  <a:cubicBezTo>
                    <a:pt x="6180" y="2144"/>
                    <a:pt x="6228" y="2084"/>
                    <a:pt x="6228" y="2013"/>
                  </a:cubicBezTo>
                  <a:lnTo>
                    <a:pt x="6228" y="132"/>
                  </a:lnTo>
                  <a:cubicBezTo>
                    <a:pt x="6228" y="60"/>
                    <a:pt x="6180" y="1"/>
                    <a:pt x="610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23">
              <a:extLst>
                <a:ext uri="{FF2B5EF4-FFF2-40B4-BE49-F238E27FC236}">
                  <a16:creationId xmlns:a16="http://schemas.microsoft.com/office/drawing/2014/main" id="{C0B522C9-2468-7DFC-3115-E75113A7FD57}"/>
                </a:ext>
              </a:extLst>
            </p:cNvPr>
            <p:cNvSpPr/>
            <p:nvPr/>
          </p:nvSpPr>
          <p:spPr>
            <a:xfrm>
              <a:off x="2860488" y="2075624"/>
              <a:ext cx="208510" cy="71642"/>
            </a:xfrm>
            <a:custGeom>
              <a:avLst/>
              <a:gdLst/>
              <a:ahLst/>
              <a:cxnLst/>
              <a:rect l="l" t="t" r="r" b="b"/>
              <a:pathLst>
                <a:path w="6240" h="2144" extrusionOk="0">
                  <a:moveTo>
                    <a:pt x="132" y="0"/>
                  </a:moveTo>
                  <a:cubicBezTo>
                    <a:pt x="60" y="0"/>
                    <a:pt x="1" y="60"/>
                    <a:pt x="1" y="131"/>
                  </a:cubicBezTo>
                  <a:lnTo>
                    <a:pt x="1" y="2012"/>
                  </a:lnTo>
                  <a:cubicBezTo>
                    <a:pt x="1" y="2084"/>
                    <a:pt x="60" y="2143"/>
                    <a:pt x="132" y="2143"/>
                  </a:cubicBezTo>
                  <a:lnTo>
                    <a:pt x="6109" y="2143"/>
                  </a:lnTo>
                  <a:cubicBezTo>
                    <a:pt x="6180" y="2143"/>
                    <a:pt x="6239" y="2084"/>
                    <a:pt x="6239" y="2012"/>
                  </a:cubicBezTo>
                  <a:lnTo>
                    <a:pt x="6239" y="131"/>
                  </a:lnTo>
                  <a:cubicBezTo>
                    <a:pt x="6239" y="60"/>
                    <a:pt x="6180" y="0"/>
                    <a:pt x="610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23">
              <a:extLst>
                <a:ext uri="{FF2B5EF4-FFF2-40B4-BE49-F238E27FC236}">
                  <a16:creationId xmlns:a16="http://schemas.microsoft.com/office/drawing/2014/main" id="{D712ACCA-2450-846F-878F-A4806239245A}"/>
                </a:ext>
              </a:extLst>
            </p:cNvPr>
            <p:cNvSpPr/>
            <p:nvPr/>
          </p:nvSpPr>
          <p:spPr>
            <a:xfrm>
              <a:off x="3077719" y="2075624"/>
              <a:ext cx="208109" cy="71642"/>
            </a:xfrm>
            <a:custGeom>
              <a:avLst/>
              <a:gdLst/>
              <a:ahLst/>
              <a:cxnLst/>
              <a:rect l="l" t="t" r="r" b="b"/>
              <a:pathLst>
                <a:path w="6228" h="2144" extrusionOk="0">
                  <a:moveTo>
                    <a:pt x="119" y="0"/>
                  </a:moveTo>
                  <a:cubicBezTo>
                    <a:pt x="48" y="0"/>
                    <a:pt x="0" y="60"/>
                    <a:pt x="0" y="131"/>
                  </a:cubicBezTo>
                  <a:lnTo>
                    <a:pt x="0" y="2012"/>
                  </a:lnTo>
                  <a:cubicBezTo>
                    <a:pt x="0" y="2084"/>
                    <a:pt x="48" y="2143"/>
                    <a:pt x="119" y="2143"/>
                  </a:cubicBezTo>
                  <a:lnTo>
                    <a:pt x="6096" y="2143"/>
                  </a:lnTo>
                  <a:cubicBezTo>
                    <a:pt x="6168" y="2143"/>
                    <a:pt x="6227" y="2084"/>
                    <a:pt x="6227" y="2012"/>
                  </a:cubicBezTo>
                  <a:lnTo>
                    <a:pt x="6227" y="131"/>
                  </a:lnTo>
                  <a:cubicBezTo>
                    <a:pt x="6227" y="60"/>
                    <a:pt x="6168" y="0"/>
                    <a:pt x="609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23">
              <a:extLst>
                <a:ext uri="{FF2B5EF4-FFF2-40B4-BE49-F238E27FC236}">
                  <a16:creationId xmlns:a16="http://schemas.microsoft.com/office/drawing/2014/main" id="{DA76BF6D-FCCF-5A31-C6CF-87FE060D2A0C}"/>
                </a:ext>
              </a:extLst>
            </p:cNvPr>
            <p:cNvSpPr/>
            <p:nvPr/>
          </p:nvSpPr>
          <p:spPr>
            <a:xfrm>
              <a:off x="3294148" y="2076426"/>
              <a:ext cx="208510" cy="71241"/>
            </a:xfrm>
            <a:custGeom>
              <a:avLst/>
              <a:gdLst/>
              <a:ahLst/>
              <a:cxnLst/>
              <a:rect l="l" t="t" r="r" b="b"/>
              <a:pathLst>
                <a:path w="6240" h="2132" extrusionOk="0">
                  <a:moveTo>
                    <a:pt x="131" y="0"/>
                  </a:moveTo>
                  <a:cubicBezTo>
                    <a:pt x="60" y="0"/>
                    <a:pt x="0" y="48"/>
                    <a:pt x="0" y="119"/>
                  </a:cubicBezTo>
                  <a:lnTo>
                    <a:pt x="0" y="2000"/>
                  </a:lnTo>
                  <a:cubicBezTo>
                    <a:pt x="0" y="2072"/>
                    <a:pt x="60" y="2131"/>
                    <a:pt x="131" y="2131"/>
                  </a:cubicBezTo>
                  <a:lnTo>
                    <a:pt x="6108" y="2131"/>
                  </a:lnTo>
                  <a:cubicBezTo>
                    <a:pt x="6180" y="2131"/>
                    <a:pt x="6239" y="2072"/>
                    <a:pt x="6239" y="2000"/>
                  </a:cubicBezTo>
                  <a:lnTo>
                    <a:pt x="6239" y="119"/>
                  </a:lnTo>
                  <a:cubicBezTo>
                    <a:pt x="6239" y="48"/>
                    <a:pt x="6180" y="0"/>
                    <a:pt x="610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23">
              <a:extLst>
                <a:ext uri="{FF2B5EF4-FFF2-40B4-BE49-F238E27FC236}">
                  <a16:creationId xmlns:a16="http://schemas.microsoft.com/office/drawing/2014/main" id="{5F31048E-93D8-B495-01EF-639D72CC6868}"/>
                </a:ext>
              </a:extLst>
            </p:cNvPr>
            <p:cNvSpPr/>
            <p:nvPr/>
          </p:nvSpPr>
          <p:spPr>
            <a:xfrm>
              <a:off x="3510977" y="2076426"/>
              <a:ext cx="208510" cy="71241"/>
            </a:xfrm>
            <a:custGeom>
              <a:avLst/>
              <a:gdLst/>
              <a:ahLst/>
              <a:cxnLst/>
              <a:rect l="l" t="t" r="r" b="b"/>
              <a:pathLst>
                <a:path w="6240" h="2132" extrusionOk="0">
                  <a:moveTo>
                    <a:pt x="131" y="0"/>
                  </a:moveTo>
                  <a:cubicBezTo>
                    <a:pt x="60" y="0"/>
                    <a:pt x="0" y="48"/>
                    <a:pt x="0" y="119"/>
                  </a:cubicBezTo>
                  <a:lnTo>
                    <a:pt x="0" y="2000"/>
                  </a:lnTo>
                  <a:cubicBezTo>
                    <a:pt x="0" y="2072"/>
                    <a:pt x="60" y="2131"/>
                    <a:pt x="131" y="2131"/>
                  </a:cubicBezTo>
                  <a:lnTo>
                    <a:pt x="6108" y="2131"/>
                  </a:lnTo>
                  <a:cubicBezTo>
                    <a:pt x="6180" y="2131"/>
                    <a:pt x="6239" y="2072"/>
                    <a:pt x="6239" y="2000"/>
                  </a:cubicBezTo>
                  <a:lnTo>
                    <a:pt x="6239" y="119"/>
                  </a:lnTo>
                  <a:cubicBezTo>
                    <a:pt x="6239" y="48"/>
                    <a:pt x="6180" y="0"/>
                    <a:pt x="610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23">
              <a:extLst>
                <a:ext uri="{FF2B5EF4-FFF2-40B4-BE49-F238E27FC236}">
                  <a16:creationId xmlns:a16="http://schemas.microsoft.com/office/drawing/2014/main" id="{999DC1CE-F24E-A8BA-50E9-A2B274F38255}"/>
                </a:ext>
              </a:extLst>
            </p:cNvPr>
            <p:cNvSpPr/>
            <p:nvPr/>
          </p:nvSpPr>
          <p:spPr>
            <a:xfrm>
              <a:off x="3727807" y="2076426"/>
              <a:ext cx="208510" cy="71241"/>
            </a:xfrm>
            <a:custGeom>
              <a:avLst/>
              <a:gdLst/>
              <a:ahLst/>
              <a:cxnLst/>
              <a:rect l="l" t="t" r="r" b="b"/>
              <a:pathLst>
                <a:path w="6240" h="2132" extrusionOk="0">
                  <a:moveTo>
                    <a:pt x="131" y="0"/>
                  </a:moveTo>
                  <a:cubicBezTo>
                    <a:pt x="60" y="0"/>
                    <a:pt x="0" y="48"/>
                    <a:pt x="0" y="119"/>
                  </a:cubicBezTo>
                  <a:lnTo>
                    <a:pt x="0" y="2000"/>
                  </a:lnTo>
                  <a:cubicBezTo>
                    <a:pt x="0" y="2072"/>
                    <a:pt x="60" y="2131"/>
                    <a:pt x="131" y="2131"/>
                  </a:cubicBezTo>
                  <a:lnTo>
                    <a:pt x="6108" y="2131"/>
                  </a:lnTo>
                  <a:cubicBezTo>
                    <a:pt x="6180" y="2131"/>
                    <a:pt x="6239" y="2072"/>
                    <a:pt x="6239" y="2000"/>
                  </a:cubicBezTo>
                  <a:lnTo>
                    <a:pt x="6239" y="119"/>
                  </a:lnTo>
                  <a:cubicBezTo>
                    <a:pt x="6239" y="48"/>
                    <a:pt x="6180" y="0"/>
                    <a:pt x="610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23">
              <a:extLst>
                <a:ext uri="{FF2B5EF4-FFF2-40B4-BE49-F238E27FC236}">
                  <a16:creationId xmlns:a16="http://schemas.microsoft.com/office/drawing/2014/main" id="{D4C5446F-D850-56B7-24E4-BA06D2395EED}"/>
                </a:ext>
              </a:extLst>
            </p:cNvPr>
            <p:cNvSpPr/>
            <p:nvPr/>
          </p:nvSpPr>
          <p:spPr>
            <a:xfrm>
              <a:off x="2969120" y="1992855"/>
              <a:ext cx="208476" cy="71274"/>
            </a:xfrm>
            <a:custGeom>
              <a:avLst/>
              <a:gdLst/>
              <a:ahLst/>
              <a:cxnLst/>
              <a:rect l="l" t="t" r="r" b="b"/>
              <a:pathLst>
                <a:path w="6239" h="2133" extrusionOk="0">
                  <a:moveTo>
                    <a:pt x="131" y="1"/>
                  </a:moveTo>
                  <a:cubicBezTo>
                    <a:pt x="60" y="1"/>
                    <a:pt x="0" y="60"/>
                    <a:pt x="0" y="132"/>
                  </a:cubicBezTo>
                  <a:lnTo>
                    <a:pt x="0" y="2013"/>
                  </a:lnTo>
                  <a:cubicBezTo>
                    <a:pt x="0" y="2084"/>
                    <a:pt x="60" y="2132"/>
                    <a:pt x="131" y="2132"/>
                  </a:cubicBezTo>
                  <a:lnTo>
                    <a:pt x="6108" y="2132"/>
                  </a:lnTo>
                  <a:cubicBezTo>
                    <a:pt x="6179" y="2132"/>
                    <a:pt x="6239" y="2084"/>
                    <a:pt x="6239" y="2013"/>
                  </a:cubicBezTo>
                  <a:lnTo>
                    <a:pt x="6239" y="132"/>
                  </a:lnTo>
                  <a:cubicBezTo>
                    <a:pt x="6239" y="60"/>
                    <a:pt x="6179" y="1"/>
                    <a:pt x="610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23">
              <a:extLst>
                <a:ext uri="{FF2B5EF4-FFF2-40B4-BE49-F238E27FC236}">
                  <a16:creationId xmlns:a16="http://schemas.microsoft.com/office/drawing/2014/main" id="{D35DF961-50C2-7388-6D91-7658F90295B1}"/>
                </a:ext>
              </a:extLst>
            </p:cNvPr>
            <p:cNvSpPr/>
            <p:nvPr/>
          </p:nvSpPr>
          <p:spPr>
            <a:xfrm>
              <a:off x="3185916" y="1992855"/>
              <a:ext cx="208109" cy="71274"/>
            </a:xfrm>
            <a:custGeom>
              <a:avLst/>
              <a:gdLst/>
              <a:ahLst/>
              <a:cxnLst/>
              <a:rect l="l" t="t" r="r" b="b"/>
              <a:pathLst>
                <a:path w="6228" h="2133" extrusionOk="0">
                  <a:moveTo>
                    <a:pt x="132" y="1"/>
                  </a:moveTo>
                  <a:cubicBezTo>
                    <a:pt x="60" y="1"/>
                    <a:pt x="1" y="60"/>
                    <a:pt x="1" y="132"/>
                  </a:cubicBezTo>
                  <a:lnTo>
                    <a:pt x="1" y="2013"/>
                  </a:lnTo>
                  <a:cubicBezTo>
                    <a:pt x="1" y="2084"/>
                    <a:pt x="60" y="2132"/>
                    <a:pt x="132" y="2132"/>
                  </a:cubicBezTo>
                  <a:lnTo>
                    <a:pt x="6109" y="2132"/>
                  </a:lnTo>
                  <a:cubicBezTo>
                    <a:pt x="6180" y="2132"/>
                    <a:pt x="6228" y="2084"/>
                    <a:pt x="6228" y="2013"/>
                  </a:cubicBezTo>
                  <a:lnTo>
                    <a:pt x="6228" y="132"/>
                  </a:lnTo>
                  <a:cubicBezTo>
                    <a:pt x="6228" y="60"/>
                    <a:pt x="6180" y="1"/>
                    <a:pt x="610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23">
              <a:extLst>
                <a:ext uri="{FF2B5EF4-FFF2-40B4-BE49-F238E27FC236}">
                  <a16:creationId xmlns:a16="http://schemas.microsoft.com/office/drawing/2014/main" id="{9B9466AC-CA82-0B22-583E-D8EBECC42BF2}"/>
                </a:ext>
              </a:extLst>
            </p:cNvPr>
            <p:cNvSpPr/>
            <p:nvPr/>
          </p:nvSpPr>
          <p:spPr>
            <a:xfrm>
              <a:off x="3402746" y="1993256"/>
              <a:ext cx="208510" cy="71241"/>
            </a:xfrm>
            <a:custGeom>
              <a:avLst/>
              <a:gdLst/>
              <a:ahLst/>
              <a:cxnLst/>
              <a:rect l="l" t="t" r="r" b="b"/>
              <a:pathLst>
                <a:path w="6240" h="2132" extrusionOk="0">
                  <a:moveTo>
                    <a:pt x="132" y="1"/>
                  </a:moveTo>
                  <a:cubicBezTo>
                    <a:pt x="60" y="1"/>
                    <a:pt x="1" y="60"/>
                    <a:pt x="1" y="120"/>
                  </a:cubicBezTo>
                  <a:lnTo>
                    <a:pt x="1" y="2013"/>
                  </a:lnTo>
                  <a:cubicBezTo>
                    <a:pt x="1" y="2084"/>
                    <a:pt x="60" y="2132"/>
                    <a:pt x="132" y="2132"/>
                  </a:cubicBezTo>
                  <a:lnTo>
                    <a:pt x="6109" y="2132"/>
                  </a:lnTo>
                  <a:cubicBezTo>
                    <a:pt x="6180" y="2132"/>
                    <a:pt x="6240" y="2084"/>
                    <a:pt x="6240" y="2013"/>
                  </a:cubicBezTo>
                  <a:lnTo>
                    <a:pt x="6240" y="120"/>
                  </a:lnTo>
                  <a:cubicBezTo>
                    <a:pt x="6240" y="60"/>
                    <a:pt x="6180" y="1"/>
                    <a:pt x="610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23">
              <a:extLst>
                <a:ext uri="{FF2B5EF4-FFF2-40B4-BE49-F238E27FC236}">
                  <a16:creationId xmlns:a16="http://schemas.microsoft.com/office/drawing/2014/main" id="{52DEA0CC-FDB3-8759-0C1D-F1DDDF716581}"/>
                </a:ext>
              </a:extLst>
            </p:cNvPr>
            <p:cNvSpPr/>
            <p:nvPr/>
          </p:nvSpPr>
          <p:spPr>
            <a:xfrm>
              <a:off x="3619576" y="1993256"/>
              <a:ext cx="208109" cy="71241"/>
            </a:xfrm>
            <a:custGeom>
              <a:avLst/>
              <a:gdLst/>
              <a:ahLst/>
              <a:cxnLst/>
              <a:rect l="l" t="t" r="r" b="b"/>
              <a:pathLst>
                <a:path w="6228" h="2132" extrusionOk="0">
                  <a:moveTo>
                    <a:pt x="120" y="1"/>
                  </a:moveTo>
                  <a:cubicBezTo>
                    <a:pt x="60" y="1"/>
                    <a:pt x="1" y="60"/>
                    <a:pt x="1" y="120"/>
                  </a:cubicBezTo>
                  <a:lnTo>
                    <a:pt x="1" y="2013"/>
                  </a:lnTo>
                  <a:cubicBezTo>
                    <a:pt x="1" y="2084"/>
                    <a:pt x="60" y="2132"/>
                    <a:pt x="120" y="2132"/>
                  </a:cubicBezTo>
                  <a:lnTo>
                    <a:pt x="6109" y="2132"/>
                  </a:lnTo>
                  <a:cubicBezTo>
                    <a:pt x="6180" y="2132"/>
                    <a:pt x="6228" y="2084"/>
                    <a:pt x="6228" y="2013"/>
                  </a:cubicBezTo>
                  <a:lnTo>
                    <a:pt x="6228" y="120"/>
                  </a:lnTo>
                  <a:cubicBezTo>
                    <a:pt x="6228" y="60"/>
                    <a:pt x="6180" y="1"/>
                    <a:pt x="610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23">
              <a:extLst>
                <a:ext uri="{FF2B5EF4-FFF2-40B4-BE49-F238E27FC236}">
                  <a16:creationId xmlns:a16="http://schemas.microsoft.com/office/drawing/2014/main" id="{8D95D1B4-A432-C887-4720-EF4EB7E1DA58}"/>
                </a:ext>
              </a:extLst>
            </p:cNvPr>
            <p:cNvSpPr/>
            <p:nvPr/>
          </p:nvSpPr>
          <p:spPr>
            <a:xfrm>
              <a:off x="3015667" y="1970199"/>
              <a:ext cx="219637" cy="262809"/>
            </a:xfrm>
            <a:custGeom>
              <a:avLst/>
              <a:gdLst/>
              <a:ahLst/>
              <a:cxnLst/>
              <a:rect l="l" t="t" r="r" b="b"/>
              <a:pathLst>
                <a:path w="6573" h="7865" extrusionOk="0">
                  <a:moveTo>
                    <a:pt x="3108" y="0"/>
                  </a:moveTo>
                  <a:cubicBezTo>
                    <a:pt x="3060" y="1096"/>
                    <a:pt x="1738" y="2155"/>
                    <a:pt x="1846" y="3251"/>
                  </a:cubicBezTo>
                  <a:cubicBezTo>
                    <a:pt x="1619" y="2989"/>
                    <a:pt x="1607" y="2572"/>
                    <a:pt x="1429" y="2274"/>
                  </a:cubicBezTo>
                  <a:cubicBezTo>
                    <a:pt x="953" y="3131"/>
                    <a:pt x="619" y="4251"/>
                    <a:pt x="1226" y="5072"/>
                  </a:cubicBezTo>
                  <a:cubicBezTo>
                    <a:pt x="881" y="4929"/>
                    <a:pt x="417" y="4715"/>
                    <a:pt x="262" y="4417"/>
                  </a:cubicBezTo>
                  <a:cubicBezTo>
                    <a:pt x="0" y="4763"/>
                    <a:pt x="143" y="6096"/>
                    <a:pt x="226" y="6346"/>
                  </a:cubicBezTo>
                  <a:cubicBezTo>
                    <a:pt x="405" y="6882"/>
                    <a:pt x="786" y="7311"/>
                    <a:pt x="1286" y="7561"/>
                  </a:cubicBezTo>
                  <a:cubicBezTo>
                    <a:pt x="1655" y="7739"/>
                    <a:pt x="2060" y="7834"/>
                    <a:pt x="2477" y="7846"/>
                  </a:cubicBezTo>
                  <a:cubicBezTo>
                    <a:pt x="2688" y="7854"/>
                    <a:pt x="2919" y="7864"/>
                    <a:pt x="3155" y="7864"/>
                  </a:cubicBezTo>
                  <a:cubicBezTo>
                    <a:pt x="3610" y="7864"/>
                    <a:pt x="4085" y="7829"/>
                    <a:pt x="4477" y="7680"/>
                  </a:cubicBezTo>
                  <a:cubicBezTo>
                    <a:pt x="6215" y="7061"/>
                    <a:pt x="6572" y="4679"/>
                    <a:pt x="6382" y="3941"/>
                  </a:cubicBezTo>
                  <a:lnTo>
                    <a:pt x="6382" y="3941"/>
                  </a:lnTo>
                  <a:cubicBezTo>
                    <a:pt x="6185" y="4161"/>
                    <a:pt x="5321" y="5015"/>
                    <a:pt x="4979" y="5015"/>
                  </a:cubicBezTo>
                  <a:cubicBezTo>
                    <a:pt x="4970" y="5015"/>
                    <a:pt x="4961" y="5014"/>
                    <a:pt x="4953" y="5013"/>
                  </a:cubicBezTo>
                  <a:cubicBezTo>
                    <a:pt x="5310" y="4775"/>
                    <a:pt x="5417" y="3453"/>
                    <a:pt x="5024" y="2631"/>
                  </a:cubicBezTo>
                  <a:lnTo>
                    <a:pt x="5024" y="2631"/>
                  </a:lnTo>
                  <a:cubicBezTo>
                    <a:pt x="4905" y="2893"/>
                    <a:pt x="5013" y="3893"/>
                    <a:pt x="4703" y="3989"/>
                  </a:cubicBezTo>
                  <a:cubicBezTo>
                    <a:pt x="4774" y="2810"/>
                    <a:pt x="4060" y="1869"/>
                    <a:pt x="3917" y="1453"/>
                  </a:cubicBezTo>
                  <a:cubicBezTo>
                    <a:pt x="3751" y="1643"/>
                    <a:pt x="3762" y="1965"/>
                    <a:pt x="3762" y="2191"/>
                  </a:cubicBezTo>
                  <a:cubicBezTo>
                    <a:pt x="3631" y="1227"/>
                    <a:pt x="3536" y="905"/>
                    <a:pt x="310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23">
              <a:extLst>
                <a:ext uri="{FF2B5EF4-FFF2-40B4-BE49-F238E27FC236}">
                  <a16:creationId xmlns:a16="http://schemas.microsoft.com/office/drawing/2014/main" id="{BCD9F334-AF0C-FB1B-747C-44ADD87EDACE}"/>
                </a:ext>
              </a:extLst>
            </p:cNvPr>
            <p:cNvSpPr/>
            <p:nvPr/>
          </p:nvSpPr>
          <p:spPr>
            <a:xfrm>
              <a:off x="3059407" y="2096308"/>
              <a:ext cx="121397" cy="137302"/>
            </a:xfrm>
            <a:custGeom>
              <a:avLst/>
              <a:gdLst/>
              <a:ahLst/>
              <a:cxnLst/>
              <a:rect l="l" t="t" r="r" b="b"/>
              <a:pathLst>
                <a:path w="3633" h="4109" extrusionOk="0">
                  <a:moveTo>
                    <a:pt x="1989" y="0"/>
                  </a:moveTo>
                  <a:lnTo>
                    <a:pt x="1989" y="0"/>
                  </a:lnTo>
                  <a:cubicBezTo>
                    <a:pt x="1584" y="560"/>
                    <a:pt x="1418" y="1251"/>
                    <a:pt x="1501" y="1929"/>
                  </a:cubicBezTo>
                  <a:cubicBezTo>
                    <a:pt x="1239" y="1774"/>
                    <a:pt x="1048" y="1513"/>
                    <a:pt x="977" y="1215"/>
                  </a:cubicBezTo>
                  <a:cubicBezTo>
                    <a:pt x="846" y="1536"/>
                    <a:pt x="775" y="1894"/>
                    <a:pt x="787" y="2239"/>
                  </a:cubicBezTo>
                  <a:cubicBezTo>
                    <a:pt x="775" y="2501"/>
                    <a:pt x="882" y="2739"/>
                    <a:pt x="1072" y="2906"/>
                  </a:cubicBezTo>
                  <a:cubicBezTo>
                    <a:pt x="656" y="2846"/>
                    <a:pt x="310" y="2548"/>
                    <a:pt x="191" y="2144"/>
                  </a:cubicBezTo>
                  <a:lnTo>
                    <a:pt x="191" y="2144"/>
                  </a:lnTo>
                  <a:cubicBezTo>
                    <a:pt x="1" y="2596"/>
                    <a:pt x="286" y="3346"/>
                    <a:pt x="703" y="3656"/>
                  </a:cubicBezTo>
                  <a:cubicBezTo>
                    <a:pt x="1107" y="3957"/>
                    <a:pt x="1526" y="4108"/>
                    <a:pt x="1952" y="4108"/>
                  </a:cubicBezTo>
                  <a:cubicBezTo>
                    <a:pt x="2268" y="4108"/>
                    <a:pt x="2587" y="4025"/>
                    <a:pt x="2906" y="3858"/>
                  </a:cubicBezTo>
                  <a:cubicBezTo>
                    <a:pt x="3632" y="3489"/>
                    <a:pt x="3596" y="2453"/>
                    <a:pt x="3632" y="2239"/>
                  </a:cubicBezTo>
                  <a:lnTo>
                    <a:pt x="3632" y="2239"/>
                  </a:lnTo>
                  <a:cubicBezTo>
                    <a:pt x="3492" y="2433"/>
                    <a:pt x="3216" y="2627"/>
                    <a:pt x="2962" y="2627"/>
                  </a:cubicBezTo>
                  <a:cubicBezTo>
                    <a:pt x="2935" y="2627"/>
                    <a:pt x="2908" y="2624"/>
                    <a:pt x="2882" y="2620"/>
                  </a:cubicBezTo>
                  <a:cubicBezTo>
                    <a:pt x="3192" y="2334"/>
                    <a:pt x="3239" y="1822"/>
                    <a:pt x="3275" y="1429"/>
                  </a:cubicBezTo>
                  <a:lnTo>
                    <a:pt x="3275" y="1429"/>
                  </a:lnTo>
                  <a:cubicBezTo>
                    <a:pt x="3049" y="1560"/>
                    <a:pt x="2894" y="1941"/>
                    <a:pt x="2453" y="2048"/>
                  </a:cubicBezTo>
                  <a:cubicBezTo>
                    <a:pt x="1977" y="1489"/>
                    <a:pt x="1989" y="262"/>
                    <a:pt x="19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23">
              <a:extLst>
                <a:ext uri="{FF2B5EF4-FFF2-40B4-BE49-F238E27FC236}">
                  <a16:creationId xmlns:a16="http://schemas.microsoft.com/office/drawing/2014/main" id="{D28D6F28-9588-BFC6-D6F0-E8B0CDF793DA}"/>
                </a:ext>
              </a:extLst>
            </p:cNvPr>
            <p:cNvSpPr/>
            <p:nvPr/>
          </p:nvSpPr>
          <p:spPr>
            <a:xfrm>
              <a:off x="3545996" y="1605775"/>
              <a:ext cx="463900" cy="463900"/>
            </a:xfrm>
            <a:custGeom>
              <a:avLst/>
              <a:gdLst/>
              <a:ahLst/>
              <a:cxnLst/>
              <a:rect l="l" t="t" r="r" b="b"/>
              <a:pathLst>
                <a:path w="13883" h="13883" extrusionOk="0">
                  <a:moveTo>
                    <a:pt x="6941" y="0"/>
                  </a:moveTo>
                  <a:cubicBezTo>
                    <a:pt x="3108" y="0"/>
                    <a:pt x="0" y="3108"/>
                    <a:pt x="0" y="6941"/>
                  </a:cubicBezTo>
                  <a:cubicBezTo>
                    <a:pt x="0" y="10775"/>
                    <a:pt x="3108" y="13883"/>
                    <a:pt x="6941" y="13883"/>
                  </a:cubicBezTo>
                  <a:cubicBezTo>
                    <a:pt x="10775" y="13883"/>
                    <a:pt x="13883" y="10775"/>
                    <a:pt x="13883" y="6941"/>
                  </a:cubicBezTo>
                  <a:cubicBezTo>
                    <a:pt x="13883" y="3108"/>
                    <a:pt x="10775" y="0"/>
                    <a:pt x="694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23">
              <a:extLst>
                <a:ext uri="{FF2B5EF4-FFF2-40B4-BE49-F238E27FC236}">
                  <a16:creationId xmlns:a16="http://schemas.microsoft.com/office/drawing/2014/main" id="{D5C10620-EA63-D42F-11D1-03531D9CBEFC}"/>
                </a:ext>
              </a:extLst>
            </p:cNvPr>
            <p:cNvSpPr/>
            <p:nvPr/>
          </p:nvSpPr>
          <p:spPr>
            <a:xfrm>
              <a:off x="3569053" y="1644069"/>
              <a:ext cx="402651" cy="387414"/>
            </a:xfrm>
            <a:custGeom>
              <a:avLst/>
              <a:gdLst/>
              <a:ahLst/>
              <a:cxnLst/>
              <a:rect l="l" t="t" r="r" b="b"/>
              <a:pathLst>
                <a:path w="12050" h="11594" extrusionOk="0">
                  <a:moveTo>
                    <a:pt x="6267" y="0"/>
                  </a:moveTo>
                  <a:cubicBezTo>
                    <a:pt x="4754" y="0"/>
                    <a:pt x="3265" y="591"/>
                    <a:pt x="2156" y="1700"/>
                  </a:cubicBezTo>
                  <a:cubicBezTo>
                    <a:pt x="501" y="3355"/>
                    <a:pt x="1" y="5843"/>
                    <a:pt x="894" y="8010"/>
                  </a:cubicBezTo>
                  <a:cubicBezTo>
                    <a:pt x="1787" y="10177"/>
                    <a:pt x="3906" y="11594"/>
                    <a:pt x="6251" y="11594"/>
                  </a:cubicBezTo>
                  <a:cubicBezTo>
                    <a:pt x="9442" y="11594"/>
                    <a:pt x="12050" y="8998"/>
                    <a:pt x="12050" y="5795"/>
                  </a:cubicBezTo>
                  <a:cubicBezTo>
                    <a:pt x="12050" y="3450"/>
                    <a:pt x="10645" y="1342"/>
                    <a:pt x="8478" y="438"/>
                  </a:cubicBezTo>
                  <a:cubicBezTo>
                    <a:pt x="7763" y="143"/>
                    <a:pt x="7012" y="0"/>
                    <a:pt x="62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23">
              <a:extLst>
                <a:ext uri="{FF2B5EF4-FFF2-40B4-BE49-F238E27FC236}">
                  <a16:creationId xmlns:a16="http://schemas.microsoft.com/office/drawing/2014/main" id="{6AA82B2E-D07E-CF8D-D69E-398416DD55A8}"/>
                </a:ext>
              </a:extLst>
            </p:cNvPr>
            <p:cNvSpPr/>
            <p:nvPr/>
          </p:nvSpPr>
          <p:spPr>
            <a:xfrm>
              <a:off x="3625558" y="1815421"/>
              <a:ext cx="307953" cy="222043"/>
            </a:xfrm>
            <a:custGeom>
              <a:avLst/>
              <a:gdLst/>
              <a:ahLst/>
              <a:cxnLst/>
              <a:rect l="l" t="t" r="r" b="b"/>
              <a:pathLst>
                <a:path w="9216" h="6645" extrusionOk="0">
                  <a:moveTo>
                    <a:pt x="5906" y="1"/>
                  </a:moveTo>
                  <a:lnTo>
                    <a:pt x="2786" y="36"/>
                  </a:lnTo>
                  <a:cubicBezTo>
                    <a:pt x="2786" y="36"/>
                    <a:pt x="1131" y="1263"/>
                    <a:pt x="774" y="1739"/>
                  </a:cubicBezTo>
                  <a:cubicBezTo>
                    <a:pt x="0" y="2787"/>
                    <a:pt x="1060" y="6644"/>
                    <a:pt x="1060" y="6644"/>
                  </a:cubicBezTo>
                  <a:lnTo>
                    <a:pt x="8228" y="6644"/>
                  </a:lnTo>
                  <a:cubicBezTo>
                    <a:pt x="8228" y="6644"/>
                    <a:pt x="9216" y="2370"/>
                    <a:pt x="8097" y="1251"/>
                  </a:cubicBezTo>
                  <a:cubicBezTo>
                    <a:pt x="7751" y="906"/>
                    <a:pt x="5906" y="1"/>
                    <a:pt x="59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23">
              <a:extLst>
                <a:ext uri="{FF2B5EF4-FFF2-40B4-BE49-F238E27FC236}">
                  <a16:creationId xmlns:a16="http://schemas.microsoft.com/office/drawing/2014/main" id="{C0BC4F81-E76A-D931-F345-251B2B2DD10F}"/>
                </a:ext>
              </a:extLst>
            </p:cNvPr>
            <p:cNvSpPr/>
            <p:nvPr/>
          </p:nvSpPr>
          <p:spPr>
            <a:xfrm>
              <a:off x="3682831" y="1652155"/>
              <a:ext cx="169514" cy="224983"/>
            </a:xfrm>
            <a:custGeom>
              <a:avLst/>
              <a:gdLst/>
              <a:ahLst/>
              <a:cxnLst/>
              <a:rect l="l" t="t" r="r" b="b"/>
              <a:pathLst>
                <a:path w="5073" h="6733" extrusionOk="0">
                  <a:moveTo>
                    <a:pt x="2522" y="0"/>
                  </a:moveTo>
                  <a:cubicBezTo>
                    <a:pt x="2461" y="0"/>
                    <a:pt x="2398" y="2"/>
                    <a:pt x="2334" y="5"/>
                  </a:cubicBezTo>
                  <a:cubicBezTo>
                    <a:pt x="1632" y="41"/>
                    <a:pt x="1108" y="493"/>
                    <a:pt x="715" y="1053"/>
                  </a:cubicBezTo>
                  <a:cubicBezTo>
                    <a:pt x="132" y="1910"/>
                    <a:pt x="1" y="3017"/>
                    <a:pt x="382" y="3994"/>
                  </a:cubicBezTo>
                  <a:cubicBezTo>
                    <a:pt x="632" y="4660"/>
                    <a:pt x="1001" y="5399"/>
                    <a:pt x="1489" y="5851"/>
                  </a:cubicBezTo>
                  <a:cubicBezTo>
                    <a:pt x="1668" y="6113"/>
                    <a:pt x="2596" y="6732"/>
                    <a:pt x="2596" y="6732"/>
                  </a:cubicBezTo>
                  <a:cubicBezTo>
                    <a:pt x="2596" y="6732"/>
                    <a:pt x="2601" y="6733"/>
                    <a:pt x="2611" y="6733"/>
                  </a:cubicBezTo>
                  <a:cubicBezTo>
                    <a:pt x="2691" y="6733"/>
                    <a:pt x="3111" y="6685"/>
                    <a:pt x="3930" y="5792"/>
                  </a:cubicBezTo>
                  <a:cubicBezTo>
                    <a:pt x="4847" y="4779"/>
                    <a:pt x="5073" y="3077"/>
                    <a:pt x="5037" y="2493"/>
                  </a:cubicBezTo>
                  <a:cubicBezTo>
                    <a:pt x="5002" y="1927"/>
                    <a:pt x="4608" y="0"/>
                    <a:pt x="25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23">
              <a:extLst>
                <a:ext uri="{FF2B5EF4-FFF2-40B4-BE49-F238E27FC236}">
                  <a16:creationId xmlns:a16="http://schemas.microsoft.com/office/drawing/2014/main" id="{79495B04-B146-3D69-E5EC-C1A845D81FBD}"/>
                </a:ext>
              </a:extLst>
            </p:cNvPr>
            <p:cNvSpPr/>
            <p:nvPr/>
          </p:nvSpPr>
          <p:spPr>
            <a:xfrm>
              <a:off x="3698770" y="1698836"/>
              <a:ext cx="140443" cy="174694"/>
            </a:xfrm>
            <a:custGeom>
              <a:avLst/>
              <a:gdLst/>
              <a:ahLst/>
              <a:cxnLst/>
              <a:rect l="l" t="t" r="r" b="b"/>
              <a:pathLst>
                <a:path w="4203" h="5228" extrusionOk="0">
                  <a:moveTo>
                    <a:pt x="1938" y="1"/>
                  </a:moveTo>
                  <a:cubicBezTo>
                    <a:pt x="1927" y="1"/>
                    <a:pt x="1916" y="1"/>
                    <a:pt x="1905" y="1"/>
                  </a:cubicBezTo>
                  <a:cubicBezTo>
                    <a:pt x="583" y="13"/>
                    <a:pt x="0" y="1966"/>
                    <a:pt x="0" y="1966"/>
                  </a:cubicBezTo>
                  <a:cubicBezTo>
                    <a:pt x="0" y="1966"/>
                    <a:pt x="274" y="3716"/>
                    <a:pt x="1226" y="4525"/>
                  </a:cubicBezTo>
                  <a:cubicBezTo>
                    <a:pt x="1369" y="4728"/>
                    <a:pt x="2107" y="5228"/>
                    <a:pt x="2107" y="5228"/>
                  </a:cubicBezTo>
                  <a:cubicBezTo>
                    <a:pt x="2107" y="5228"/>
                    <a:pt x="2429" y="5109"/>
                    <a:pt x="3167" y="4466"/>
                  </a:cubicBezTo>
                  <a:cubicBezTo>
                    <a:pt x="3989" y="3763"/>
                    <a:pt x="4203" y="2323"/>
                    <a:pt x="4167" y="1858"/>
                  </a:cubicBezTo>
                  <a:cubicBezTo>
                    <a:pt x="4144" y="1398"/>
                    <a:pt x="3230" y="1"/>
                    <a:pt x="193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23">
              <a:extLst>
                <a:ext uri="{FF2B5EF4-FFF2-40B4-BE49-F238E27FC236}">
                  <a16:creationId xmlns:a16="http://schemas.microsoft.com/office/drawing/2014/main" id="{943B352D-455B-1A44-622C-457D83B4BAA7}"/>
                </a:ext>
              </a:extLst>
            </p:cNvPr>
            <p:cNvSpPr/>
            <p:nvPr/>
          </p:nvSpPr>
          <p:spPr>
            <a:xfrm>
              <a:off x="3717449" y="1778063"/>
              <a:ext cx="103085" cy="109935"/>
            </a:xfrm>
            <a:custGeom>
              <a:avLst/>
              <a:gdLst/>
              <a:ahLst/>
              <a:cxnLst/>
              <a:rect l="l" t="t" r="r" b="b"/>
              <a:pathLst>
                <a:path w="3085" h="3290" extrusionOk="0">
                  <a:moveTo>
                    <a:pt x="1532" y="1"/>
                  </a:moveTo>
                  <a:cubicBezTo>
                    <a:pt x="1135" y="1"/>
                    <a:pt x="732" y="102"/>
                    <a:pt x="763" y="321"/>
                  </a:cubicBezTo>
                  <a:cubicBezTo>
                    <a:pt x="822" y="714"/>
                    <a:pt x="810" y="1392"/>
                    <a:pt x="596" y="1476"/>
                  </a:cubicBezTo>
                  <a:cubicBezTo>
                    <a:pt x="529" y="1504"/>
                    <a:pt x="440" y="1513"/>
                    <a:pt x="352" y="1513"/>
                  </a:cubicBezTo>
                  <a:cubicBezTo>
                    <a:pt x="175" y="1513"/>
                    <a:pt x="1" y="1476"/>
                    <a:pt x="1" y="1476"/>
                  </a:cubicBezTo>
                  <a:lnTo>
                    <a:pt x="1" y="1476"/>
                  </a:lnTo>
                  <a:cubicBezTo>
                    <a:pt x="1" y="1476"/>
                    <a:pt x="1105" y="3290"/>
                    <a:pt x="1614" y="3290"/>
                  </a:cubicBezTo>
                  <a:cubicBezTo>
                    <a:pt x="1629" y="3290"/>
                    <a:pt x="1642" y="3288"/>
                    <a:pt x="1656" y="3286"/>
                  </a:cubicBezTo>
                  <a:cubicBezTo>
                    <a:pt x="2132" y="3190"/>
                    <a:pt x="3084" y="1583"/>
                    <a:pt x="3084" y="1583"/>
                  </a:cubicBezTo>
                  <a:cubicBezTo>
                    <a:pt x="2822" y="1535"/>
                    <a:pt x="2572" y="1476"/>
                    <a:pt x="2334" y="1392"/>
                  </a:cubicBezTo>
                  <a:cubicBezTo>
                    <a:pt x="2180" y="1309"/>
                    <a:pt x="2263" y="607"/>
                    <a:pt x="2275" y="261"/>
                  </a:cubicBezTo>
                  <a:cubicBezTo>
                    <a:pt x="2286" y="93"/>
                    <a:pt x="1912" y="1"/>
                    <a:pt x="1532" y="1"/>
                  </a:cubicBezTo>
                  <a:close/>
                </a:path>
              </a:pathLst>
            </a:custGeom>
            <a:solidFill>
              <a:srgbClr val="E8BB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23">
              <a:extLst>
                <a:ext uri="{FF2B5EF4-FFF2-40B4-BE49-F238E27FC236}">
                  <a16:creationId xmlns:a16="http://schemas.microsoft.com/office/drawing/2014/main" id="{39A50B5C-5FF3-200C-E746-345979D78139}"/>
                </a:ext>
              </a:extLst>
            </p:cNvPr>
            <p:cNvSpPr/>
            <p:nvPr/>
          </p:nvSpPr>
          <p:spPr>
            <a:xfrm>
              <a:off x="3717449" y="1826582"/>
              <a:ext cx="102684" cy="61417"/>
            </a:xfrm>
            <a:custGeom>
              <a:avLst/>
              <a:gdLst/>
              <a:ahLst/>
              <a:cxnLst/>
              <a:rect l="l" t="t" r="r" b="b"/>
              <a:pathLst>
                <a:path w="3073" h="1838" extrusionOk="0">
                  <a:moveTo>
                    <a:pt x="2477" y="0"/>
                  </a:moveTo>
                  <a:cubicBezTo>
                    <a:pt x="2389" y="367"/>
                    <a:pt x="1948" y="679"/>
                    <a:pt x="1491" y="679"/>
                  </a:cubicBezTo>
                  <a:cubicBezTo>
                    <a:pt x="1146" y="679"/>
                    <a:pt x="792" y="501"/>
                    <a:pt x="572" y="36"/>
                  </a:cubicBezTo>
                  <a:cubicBezTo>
                    <a:pt x="477" y="54"/>
                    <a:pt x="382" y="63"/>
                    <a:pt x="286" y="63"/>
                  </a:cubicBezTo>
                  <a:cubicBezTo>
                    <a:pt x="191" y="63"/>
                    <a:pt x="96" y="54"/>
                    <a:pt x="1" y="36"/>
                  </a:cubicBezTo>
                  <a:lnTo>
                    <a:pt x="1" y="36"/>
                  </a:lnTo>
                  <a:cubicBezTo>
                    <a:pt x="1" y="36"/>
                    <a:pt x="1105" y="1838"/>
                    <a:pt x="1603" y="1838"/>
                  </a:cubicBezTo>
                  <a:cubicBezTo>
                    <a:pt x="1617" y="1838"/>
                    <a:pt x="1631" y="1837"/>
                    <a:pt x="1644" y="1834"/>
                  </a:cubicBezTo>
                  <a:cubicBezTo>
                    <a:pt x="2120" y="1738"/>
                    <a:pt x="3072" y="143"/>
                    <a:pt x="3072" y="143"/>
                  </a:cubicBezTo>
                  <a:cubicBezTo>
                    <a:pt x="3072" y="143"/>
                    <a:pt x="2703" y="60"/>
                    <a:pt x="2477" y="0"/>
                  </a:cubicBezTo>
                  <a:close/>
                </a:path>
              </a:pathLst>
            </a:custGeom>
            <a:solidFill>
              <a:srgbClr val="4751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23">
              <a:extLst>
                <a:ext uri="{FF2B5EF4-FFF2-40B4-BE49-F238E27FC236}">
                  <a16:creationId xmlns:a16="http://schemas.microsoft.com/office/drawing/2014/main" id="{CBA0CD53-6913-55DA-C0C7-FA7FBB268393}"/>
                </a:ext>
              </a:extLst>
            </p:cNvPr>
            <p:cNvSpPr/>
            <p:nvPr/>
          </p:nvSpPr>
          <p:spPr>
            <a:xfrm>
              <a:off x="3741909" y="1778364"/>
              <a:ext cx="51760" cy="51092"/>
            </a:xfrm>
            <a:custGeom>
              <a:avLst/>
              <a:gdLst/>
              <a:ahLst/>
              <a:cxnLst/>
              <a:rect l="l" t="t" r="r" b="b"/>
              <a:pathLst>
                <a:path w="1549" h="1529" extrusionOk="0">
                  <a:moveTo>
                    <a:pt x="778" y="1"/>
                  </a:moveTo>
                  <a:cubicBezTo>
                    <a:pt x="388" y="1"/>
                    <a:pt x="1" y="96"/>
                    <a:pt x="31" y="312"/>
                  </a:cubicBezTo>
                  <a:cubicBezTo>
                    <a:pt x="90" y="621"/>
                    <a:pt x="78" y="943"/>
                    <a:pt x="7" y="1253"/>
                  </a:cubicBezTo>
                  <a:cubicBezTo>
                    <a:pt x="247" y="1436"/>
                    <a:pt x="532" y="1529"/>
                    <a:pt x="817" y="1529"/>
                  </a:cubicBezTo>
                  <a:cubicBezTo>
                    <a:pt x="1068" y="1529"/>
                    <a:pt x="1320" y="1457"/>
                    <a:pt x="1543" y="1312"/>
                  </a:cubicBezTo>
                  <a:cubicBezTo>
                    <a:pt x="1459" y="1098"/>
                    <a:pt x="1519" y="550"/>
                    <a:pt x="1543" y="252"/>
                  </a:cubicBezTo>
                  <a:cubicBezTo>
                    <a:pt x="1549" y="93"/>
                    <a:pt x="1162" y="1"/>
                    <a:pt x="778" y="1"/>
                  </a:cubicBezTo>
                  <a:close/>
                </a:path>
              </a:pathLst>
            </a:custGeom>
            <a:solidFill>
              <a:srgbClr val="E8BB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23">
              <a:extLst>
                <a:ext uri="{FF2B5EF4-FFF2-40B4-BE49-F238E27FC236}">
                  <a16:creationId xmlns:a16="http://schemas.microsoft.com/office/drawing/2014/main" id="{60897A35-85C5-1B9F-5CFA-BC2496AD8DA3}"/>
                </a:ext>
              </a:extLst>
            </p:cNvPr>
            <p:cNvSpPr/>
            <p:nvPr/>
          </p:nvSpPr>
          <p:spPr>
            <a:xfrm>
              <a:off x="3711868" y="1696464"/>
              <a:ext cx="111840" cy="129349"/>
            </a:xfrm>
            <a:custGeom>
              <a:avLst/>
              <a:gdLst/>
              <a:ahLst/>
              <a:cxnLst/>
              <a:rect l="l" t="t" r="r" b="b"/>
              <a:pathLst>
                <a:path w="3347" h="3871" extrusionOk="0">
                  <a:moveTo>
                    <a:pt x="1656" y="1"/>
                  </a:moveTo>
                  <a:cubicBezTo>
                    <a:pt x="763" y="13"/>
                    <a:pt x="37" y="632"/>
                    <a:pt x="1" y="1406"/>
                  </a:cubicBezTo>
                  <a:lnTo>
                    <a:pt x="1" y="1429"/>
                  </a:lnTo>
                  <a:cubicBezTo>
                    <a:pt x="1" y="1548"/>
                    <a:pt x="13" y="1668"/>
                    <a:pt x="37" y="1787"/>
                  </a:cubicBezTo>
                  <a:cubicBezTo>
                    <a:pt x="132" y="2382"/>
                    <a:pt x="596" y="3834"/>
                    <a:pt x="1680" y="3870"/>
                  </a:cubicBezTo>
                  <a:cubicBezTo>
                    <a:pt x="1688" y="3870"/>
                    <a:pt x="1697" y="3870"/>
                    <a:pt x="1705" y="3870"/>
                  </a:cubicBezTo>
                  <a:cubicBezTo>
                    <a:pt x="2770" y="3870"/>
                    <a:pt x="3216" y="2377"/>
                    <a:pt x="3311" y="1787"/>
                  </a:cubicBezTo>
                  <a:cubicBezTo>
                    <a:pt x="3335" y="1656"/>
                    <a:pt x="3347" y="1537"/>
                    <a:pt x="3347" y="1406"/>
                  </a:cubicBezTo>
                  <a:cubicBezTo>
                    <a:pt x="3311" y="644"/>
                    <a:pt x="2585" y="24"/>
                    <a:pt x="169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23">
              <a:extLst>
                <a:ext uri="{FF2B5EF4-FFF2-40B4-BE49-F238E27FC236}">
                  <a16:creationId xmlns:a16="http://schemas.microsoft.com/office/drawing/2014/main" id="{8A60FCD8-C467-A2B5-2398-57F500F2E9ED}"/>
                </a:ext>
              </a:extLst>
            </p:cNvPr>
            <p:cNvSpPr/>
            <p:nvPr/>
          </p:nvSpPr>
          <p:spPr>
            <a:xfrm>
              <a:off x="3711868" y="1696865"/>
              <a:ext cx="112241" cy="85576"/>
            </a:xfrm>
            <a:custGeom>
              <a:avLst/>
              <a:gdLst/>
              <a:ahLst/>
              <a:cxnLst/>
              <a:rect l="l" t="t" r="r" b="b"/>
              <a:pathLst>
                <a:path w="3359" h="2561" extrusionOk="0">
                  <a:moveTo>
                    <a:pt x="1656" y="1"/>
                  </a:moveTo>
                  <a:cubicBezTo>
                    <a:pt x="763" y="12"/>
                    <a:pt x="37" y="632"/>
                    <a:pt x="1" y="1406"/>
                  </a:cubicBezTo>
                  <a:lnTo>
                    <a:pt x="1" y="1417"/>
                  </a:lnTo>
                  <a:cubicBezTo>
                    <a:pt x="1" y="1536"/>
                    <a:pt x="13" y="1656"/>
                    <a:pt x="37" y="1775"/>
                  </a:cubicBezTo>
                  <a:cubicBezTo>
                    <a:pt x="84" y="2037"/>
                    <a:pt x="156" y="2287"/>
                    <a:pt x="251" y="2537"/>
                  </a:cubicBezTo>
                  <a:cubicBezTo>
                    <a:pt x="523" y="2316"/>
                    <a:pt x="1044" y="2209"/>
                    <a:pt x="1585" y="2209"/>
                  </a:cubicBezTo>
                  <a:cubicBezTo>
                    <a:pt x="2156" y="2209"/>
                    <a:pt x="2748" y="2328"/>
                    <a:pt x="3097" y="2560"/>
                  </a:cubicBezTo>
                  <a:cubicBezTo>
                    <a:pt x="3216" y="2310"/>
                    <a:pt x="3299" y="2048"/>
                    <a:pt x="3347" y="1775"/>
                  </a:cubicBezTo>
                  <a:cubicBezTo>
                    <a:pt x="3359" y="1644"/>
                    <a:pt x="3359" y="1525"/>
                    <a:pt x="3347" y="1406"/>
                  </a:cubicBezTo>
                  <a:cubicBezTo>
                    <a:pt x="3311" y="632"/>
                    <a:pt x="2585" y="12"/>
                    <a:pt x="169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23">
              <a:extLst>
                <a:ext uri="{FF2B5EF4-FFF2-40B4-BE49-F238E27FC236}">
                  <a16:creationId xmlns:a16="http://schemas.microsoft.com/office/drawing/2014/main" id="{E2823E77-6E68-F0E9-9CB0-C29E89DB7C35}"/>
                </a:ext>
              </a:extLst>
            </p:cNvPr>
            <p:cNvSpPr/>
            <p:nvPr/>
          </p:nvSpPr>
          <p:spPr>
            <a:xfrm>
              <a:off x="3696197" y="1662113"/>
              <a:ext cx="149799" cy="75384"/>
            </a:xfrm>
            <a:custGeom>
              <a:avLst/>
              <a:gdLst/>
              <a:ahLst/>
              <a:cxnLst/>
              <a:rect l="l" t="t" r="r" b="b"/>
              <a:pathLst>
                <a:path w="4483" h="2256" extrusionOk="0">
                  <a:moveTo>
                    <a:pt x="2261" y="0"/>
                  </a:moveTo>
                  <a:cubicBezTo>
                    <a:pt x="1244" y="0"/>
                    <a:pt x="1" y="575"/>
                    <a:pt x="434" y="2255"/>
                  </a:cubicBezTo>
                  <a:cubicBezTo>
                    <a:pt x="434" y="2255"/>
                    <a:pt x="979" y="1906"/>
                    <a:pt x="2013" y="1906"/>
                  </a:cubicBezTo>
                  <a:cubicBezTo>
                    <a:pt x="2530" y="1906"/>
                    <a:pt x="3169" y="1993"/>
                    <a:pt x="3923" y="2255"/>
                  </a:cubicBezTo>
                  <a:cubicBezTo>
                    <a:pt x="4482" y="850"/>
                    <a:pt x="3470" y="124"/>
                    <a:pt x="2554" y="17"/>
                  </a:cubicBezTo>
                  <a:cubicBezTo>
                    <a:pt x="2459" y="6"/>
                    <a:pt x="2361" y="0"/>
                    <a:pt x="22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23">
              <a:extLst>
                <a:ext uri="{FF2B5EF4-FFF2-40B4-BE49-F238E27FC236}">
                  <a16:creationId xmlns:a16="http://schemas.microsoft.com/office/drawing/2014/main" id="{C3C5AF81-7CB1-3B3D-DB47-2144A743F56A}"/>
                </a:ext>
              </a:extLst>
            </p:cNvPr>
            <p:cNvSpPr/>
            <p:nvPr/>
          </p:nvSpPr>
          <p:spPr>
            <a:xfrm>
              <a:off x="3564274" y="1731884"/>
              <a:ext cx="428113" cy="218033"/>
            </a:xfrm>
            <a:custGeom>
              <a:avLst/>
              <a:gdLst/>
              <a:ahLst/>
              <a:cxnLst/>
              <a:rect l="l" t="t" r="r" b="b"/>
              <a:pathLst>
                <a:path w="12812" h="6525" extrusionOk="0">
                  <a:moveTo>
                    <a:pt x="560" y="0"/>
                  </a:moveTo>
                  <a:lnTo>
                    <a:pt x="1" y="1334"/>
                  </a:lnTo>
                  <a:lnTo>
                    <a:pt x="12252" y="6525"/>
                  </a:lnTo>
                  <a:lnTo>
                    <a:pt x="12812" y="5180"/>
                  </a:lnTo>
                  <a:lnTo>
                    <a:pt x="56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3" name="Google Shape;933;p23">
            <a:extLst>
              <a:ext uri="{FF2B5EF4-FFF2-40B4-BE49-F238E27FC236}">
                <a16:creationId xmlns:a16="http://schemas.microsoft.com/office/drawing/2014/main" id="{85F97F90-7BFA-911A-2D6C-437BA456DBD8}"/>
              </a:ext>
            </a:extLst>
          </p:cNvPr>
          <p:cNvSpPr/>
          <p:nvPr/>
        </p:nvSpPr>
        <p:spPr>
          <a:xfrm>
            <a:off x="486250" y="3226600"/>
            <a:ext cx="1406003" cy="1124420"/>
          </a:xfrm>
          <a:custGeom>
            <a:avLst/>
            <a:gdLst/>
            <a:ahLst/>
            <a:cxnLst/>
            <a:rect l="l" t="t" r="r" b="b"/>
            <a:pathLst>
              <a:path w="42077" h="48352" extrusionOk="0">
                <a:moveTo>
                  <a:pt x="1619" y="0"/>
                </a:moveTo>
                <a:cubicBezTo>
                  <a:pt x="714" y="0"/>
                  <a:pt x="0" y="714"/>
                  <a:pt x="0" y="1607"/>
                </a:cubicBezTo>
                <a:lnTo>
                  <a:pt x="0" y="46744"/>
                </a:lnTo>
                <a:cubicBezTo>
                  <a:pt x="0" y="47637"/>
                  <a:pt x="714" y="48351"/>
                  <a:pt x="1619" y="48351"/>
                </a:cubicBezTo>
                <a:lnTo>
                  <a:pt x="40458" y="48351"/>
                </a:lnTo>
                <a:cubicBezTo>
                  <a:pt x="41350" y="48351"/>
                  <a:pt x="42077" y="47637"/>
                  <a:pt x="42077" y="46744"/>
                </a:cubicBezTo>
                <a:lnTo>
                  <a:pt x="42077" y="1607"/>
                </a:lnTo>
                <a:cubicBezTo>
                  <a:pt x="42077" y="714"/>
                  <a:pt x="41350" y="0"/>
                  <a:pt x="40458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4" name="Google Shape;934;p23">
            <a:extLst>
              <a:ext uri="{FF2B5EF4-FFF2-40B4-BE49-F238E27FC236}">
                <a16:creationId xmlns:a16="http://schemas.microsoft.com/office/drawing/2014/main" id="{3BC1A146-C402-2951-6235-901E18AEE400}"/>
              </a:ext>
            </a:extLst>
          </p:cNvPr>
          <p:cNvSpPr/>
          <p:nvPr/>
        </p:nvSpPr>
        <p:spPr>
          <a:xfrm>
            <a:off x="925068" y="2741217"/>
            <a:ext cx="527990" cy="527957"/>
          </a:xfrm>
          <a:custGeom>
            <a:avLst/>
            <a:gdLst/>
            <a:ahLst/>
            <a:cxnLst/>
            <a:rect l="l" t="t" r="r" b="b"/>
            <a:pathLst>
              <a:path w="15801" h="15800" extrusionOk="0">
                <a:moveTo>
                  <a:pt x="7906" y="0"/>
                </a:moveTo>
                <a:cubicBezTo>
                  <a:pt x="3537" y="0"/>
                  <a:pt x="1" y="3537"/>
                  <a:pt x="1" y="7894"/>
                </a:cubicBezTo>
                <a:cubicBezTo>
                  <a:pt x="1" y="12264"/>
                  <a:pt x="3537" y="15800"/>
                  <a:pt x="7906" y="15800"/>
                </a:cubicBezTo>
                <a:cubicBezTo>
                  <a:pt x="12264" y="15800"/>
                  <a:pt x="15800" y="12264"/>
                  <a:pt x="15800" y="7894"/>
                </a:cubicBezTo>
                <a:cubicBezTo>
                  <a:pt x="15800" y="3537"/>
                  <a:pt x="12264" y="0"/>
                  <a:pt x="790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5" name="Google Shape;935;p23">
            <a:extLst>
              <a:ext uri="{FF2B5EF4-FFF2-40B4-BE49-F238E27FC236}">
                <a16:creationId xmlns:a16="http://schemas.microsoft.com/office/drawing/2014/main" id="{E985448F-F34D-9386-8094-BDB4FE3CD7EE}"/>
              </a:ext>
            </a:extLst>
          </p:cNvPr>
          <p:cNvSpPr/>
          <p:nvPr/>
        </p:nvSpPr>
        <p:spPr>
          <a:xfrm>
            <a:off x="948157" y="2781482"/>
            <a:ext cx="464702" cy="447126"/>
          </a:xfrm>
          <a:custGeom>
            <a:avLst/>
            <a:gdLst/>
            <a:ahLst/>
            <a:cxnLst/>
            <a:rect l="l" t="t" r="r" b="b"/>
            <a:pathLst>
              <a:path w="13907" h="13381" extrusionOk="0">
                <a:moveTo>
                  <a:pt x="7218" y="0"/>
                </a:moveTo>
                <a:cubicBezTo>
                  <a:pt x="5479" y="0"/>
                  <a:pt x="3771" y="680"/>
                  <a:pt x="2489" y="1962"/>
                </a:cubicBezTo>
                <a:cubicBezTo>
                  <a:pt x="572" y="3879"/>
                  <a:pt x="0" y="6749"/>
                  <a:pt x="1036" y="9249"/>
                </a:cubicBezTo>
                <a:cubicBezTo>
                  <a:pt x="2072" y="11749"/>
                  <a:pt x="4513" y="13381"/>
                  <a:pt x="7215" y="13381"/>
                </a:cubicBezTo>
                <a:cubicBezTo>
                  <a:pt x="10906" y="13381"/>
                  <a:pt x="13895" y="10380"/>
                  <a:pt x="13907" y="6689"/>
                </a:cubicBezTo>
                <a:cubicBezTo>
                  <a:pt x="13907" y="3987"/>
                  <a:pt x="12276" y="1546"/>
                  <a:pt x="9775" y="510"/>
                </a:cubicBezTo>
                <a:cubicBezTo>
                  <a:pt x="8947" y="167"/>
                  <a:pt x="8079" y="0"/>
                  <a:pt x="721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01</a:t>
            </a:r>
            <a:endParaRPr/>
          </a:p>
        </p:txBody>
      </p:sp>
      <p:sp>
        <p:nvSpPr>
          <p:cNvPr id="936" name="Google Shape;936;p23">
            <a:extLst>
              <a:ext uri="{FF2B5EF4-FFF2-40B4-BE49-F238E27FC236}">
                <a16:creationId xmlns:a16="http://schemas.microsoft.com/office/drawing/2014/main" id="{59FADBEC-5577-DB47-D245-C7B2C9D247EA}"/>
              </a:ext>
            </a:extLst>
          </p:cNvPr>
          <p:cNvSpPr/>
          <p:nvPr/>
        </p:nvSpPr>
        <p:spPr>
          <a:xfrm>
            <a:off x="4996429" y="3231613"/>
            <a:ext cx="1406036" cy="1130247"/>
          </a:xfrm>
          <a:custGeom>
            <a:avLst/>
            <a:gdLst/>
            <a:ahLst/>
            <a:cxnLst/>
            <a:rect l="l" t="t" r="r" b="b"/>
            <a:pathLst>
              <a:path w="42078" h="48198" extrusionOk="0">
                <a:moveTo>
                  <a:pt x="1382" y="1"/>
                </a:moveTo>
                <a:cubicBezTo>
                  <a:pt x="608" y="1"/>
                  <a:pt x="0" y="620"/>
                  <a:pt x="0" y="1382"/>
                </a:cubicBezTo>
                <a:lnTo>
                  <a:pt x="0" y="46828"/>
                </a:lnTo>
                <a:cubicBezTo>
                  <a:pt x="0" y="47590"/>
                  <a:pt x="608" y="48197"/>
                  <a:pt x="1382" y="48197"/>
                </a:cubicBezTo>
                <a:lnTo>
                  <a:pt x="40696" y="48197"/>
                </a:lnTo>
                <a:cubicBezTo>
                  <a:pt x="41458" y="48197"/>
                  <a:pt x="42077" y="47590"/>
                  <a:pt x="42077" y="46828"/>
                </a:cubicBezTo>
                <a:lnTo>
                  <a:pt x="42077" y="1382"/>
                </a:lnTo>
                <a:cubicBezTo>
                  <a:pt x="42077" y="620"/>
                  <a:pt x="41458" y="1"/>
                  <a:pt x="4069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7" name="Google Shape;937;p23">
            <a:extLst>
              <a:ext uri="{FF2B5EF4-FFF2-40B4-BE49-F238E27FC236}">
                <a16:creationId xmlns:a16="http://schemas.microsoft.com/office/drawing/2014/main" id="{EC896485-284D-2657-5275-569D3FF06011}"/>
              </a:ext>
            </a:extLst>
          </p:cNvPr>
          <p:cNvSpPr/>
          <p:nvPr/>
        </p:nvSpPr>
        <p:spPr>
          <a:xfrm>
            <a:off x="5435237" y="2742019"/>
            <a:ext cx="527990" cy="527957"/>
          </a:xfrm>
          <a:custGeom>
            <a:avLst/>
            <a:gdLst/>
            <a:ahLst/>
            <a:cxnLst/>
            <a:rect l="l" t="t" r="r" b="b"/>
            <a:pathLst>
              <a:path w="15801" h="15800" extrusionOk="0">
                <a:moveTo>
                  <a:pt x="7895" y="0"/>
                </a:moveTo>
                <a:cubicBezTo>
                  <a:pt x="3537" y="0"/>
                  <a:pt x="1" y="3536"/>
                  <a:pt x="1" y="7906"/>
                </a:cubicBezTo>
                <a:cubicBezTo>
                  <a:pt x="1" y="12264"/>
                  <a:pt x="3537" y="15800"/>
                  <a:pt x="7895" y="15800"/>
                </a:cubicBezTo>
                <a:cubicBezTo>
                  <a:pt x="12264" y="15800"/>
                  <a:pt x="15801" y="12264"/>
                  <a:pt x="15801" y="7906"/>
                </a:cubicBezTo>
                <a:cubicBezTo>
                  <a:pt x="15801" y="3536"/>
                  <a:pt x="12264" y="0"/>
                  <a:pt x="789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8" name="Google Shape;938;p23">
            <a:extLst>
              <a:ext uri="{FF2B5EF4-FFF2-40B4-BE49-F238E27FC236}">
                <a16:creationId xmlns:a16="http://schemas.microsoft.com/office/drawing/2014/main" id="{5C1245F5-268F-CA04-030F-864B73C7476B}"/>
              </a:ext>
            </a:extLst>
          </p:cNvPr>
          <p:cNvSpPr/>
          <p:nvPr/>
        </p:nvSpPr>
        <p:spPr>
          <a:xfrm>
            <a:off x="5458327" y="2782652"/>
            <a:ext cx="464335" cy="446759"/>
          </a:xfrm>
          <a:custGeom>
            <a:avLst/>
            <a:gdLst/>
            <a:ahLst/>
            <a:cxnLst/>
            <a:rect l="l" t="t" r="r" b="b"/>
            <a:pathLst>
              <a:path w="13896" h="13370" extrusionOk="0">
                <a:moveTo>
                  <a:pt x="7212" y="0"/>
                </a:moveTo>
                <a:cubicBezTo>
                  <a:pt x="5470" y="0"/>
                  <a:pt x="3758" y="678"/>
                  <a:pt x="2477" y="1951"/>
                </a:cubicBezTo>
                <a:cubicBezTo>
                  <a:pt x="572" y="3868"/>
                  <a:pt x="1" y="6749"/>
                  <a:pt x="1036" y="9250"/>
                </a:cubicBezTo>
                <a:cubicBezTo>
                  <a:pt x="2072" y="11738"/>
                  <a:pt x="4501" y="13369"/>
                  <a:pt x="7204" y="13369"/>
                </a:cubicBezTo>
                <a:cubicBezTo>
                  <a:pt x="10907" y="13369"/>
                  <a:pt x="13895" y="10381"/>
                  <a:pt x="13895" y="6690"/>
                </a:cubicBezTo>
                <a:cubicBezTo>
                  <a:pt x="13895" y="3975"/>
                  <a:pt x="12276" y="1546"/>
                  <a:pt x="9776" y="511"/>
                </a:cubicBezTo>
                <a:cubicBezTo>
                  <a:pt x="8946" y="167"/>
                  <a:pt x="8076" y="0"/>
                  <a:pt x="7212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03</a:t>
            </a:r>
            <a:endParaRPr/>
          </a:p>
        </p:txBody>
      </p:sp>
      <p:grpSp>
        <p:nvGrpSpPr>
          <p:cNvPr id="939" name="Google Shape;939;p23">
            <a:extLst>
              <a:ext uri="{FF2B5EF4-FFF2-40B4-BE49-F238E27FC236}">
                <a16:creationId xmlns:a16="http://schemas.microsoft.com/office/drawing/2014/main" id="{B52FEFC4-B121-6A3C-A1E2-2F2E320FA4F3}"/>
              </a:ext>
            </a:extLst>
          </p:cNvPr>
          <p:cNvGrpSpPr/>
          <p:nvPr/>
        </p:nvGrpSpPr>
        <p:grpSpPr>
          <a:xfrm>
            <a:off x="4966993" y="1276337"/>
            <a:ext cx="1464513" cy="1464112"/>
            <a:chOff x="4966993" y="1276337"/>
            <a:chExt cx="1464513" cy="1464112"/>
          </a:xfrm>
        </p:grpSpPr>
        <p:sp>
          <p:nvSpPr>
            <p:cNvPr id="940" name="Google Shape;940;p23">
              <a:extLst>
                <a:ext uri="{FF2B5EF4-FFF2-40B4-BE49-F238E27FC236}">
                  <a16:creationId xmlns:a16="http://schemas.microsoft.com/office/drawing/2014/main" id="{4B9490B1-3E1B-7047-ED03-296367FA3FA6}"/>
                </a:ext>
              </a:extLst>
            </p:cNvPr>
            <p:cNvSpPr/>
            <p:nvPr/>
          </p:nvSpPr>
          <p:spPr>
            <a:xfrm>
              <a:off x="4966993" y="1276337"/>
              <a:ext cx="1464513" cy="1464112"/>
            </a:xfrm>
            <a:custGeom>
              <a:avLst/>
              <a:gdLst/>
              <a:ahLst/>
              <a:cxnLst/>
              <a:rect l="l" t="t" r="r" b="b"/>
              <a:pathLst>
                <a:path w="43828" h="43816" extrusionOk="0">
                  <a:moveTo>
                    <a:pt x="21908" y="1"/>
                  </a:moveTo>
                  <a:cubicBezTo>
                    <a:pt x="9811" y="1"/>
                    <a:pt x="0" y="9800"/>
                    <a:pt x="0" y="21908"/>
                  </a:cubicBezTo>
                  <a:cubicBezTo>
                    <a:pt x="0" y="34005"/>
                    <a:pt x="9811" y="43816"/>
                    <a:pt x="21908" y="43816"/>
                  </a:cubicBezTo>
                  <a:cubicBezTo>
                    <a:pt x="34016" y="43816"/>
                    <a:pt x="43827" y="34005"/>
                    <a:pt x="43827" y="21908"/>
                  </a:cubicBezTo>
                  <a:cubicBezTo>
                    <a:pt x="43827" y="9800"/>
                    <a:pt x="34016" y="1"/>
                    <a:pt x="219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23">
              <a:extLst>
                <a:ext uri="{FF2B5EF4-FFF2-40B4-BE49-F238E27FC236}">
                  <a16:creationId xmlns:a16="http://schemas.microsoft.com/office/drawing/2014/main" id="{50EF2BED-DF3F-55AF-2588-D5962E9B67CC}"/>
                </a:ext>
              </a:extLst>
            </p:cNvPr>
            <p:cNvSpPr/>
            <p:nvPr/>
          </p:nvSpPr>
          <p:spPr>
            <a:xfrm>
              <a:off x="5005186" y="1364887"/>
              <a:ext cx="1337602" cy="1286845"/>
            </a:xfrm>
            <a:custGeom>
              <a:avLst/>
              <a:gdLst/>
              <a:ahLst/>
              <a:cxnLst/>
              <a:rect l="l" t="t" r="r" b="b"/>
              <a:pathLst>
                <a:path w="40030" h="38511" extrusionOk="0">
                  <a:moveTo>
                    <a:pt x="20776" y="0"/>
                  </a:moveTo>
                  <a:cubicBezTo>
                    <a:pt x="15765" y="0"/>
                    <a:pt x="10843" y="1959"/>
                    <a:pt x="7156" y="5637"/>
                  </a:cubicBezTo>
                  <a:cubicBezTo>
                    <a:pt x="1643" y="11150"/>
                    <a:pt x="0" y="19425"/>
                    <a:pt x="2977" y="26628"/>
                  </a:cubicBezTo>
                  <a:cubicBezTo>
                    <a:pt x="5965" y="33819"/>
                    <a:pt x="12978" y="38511"/>
                    <a:pt x="20765" y="38511"/>
                  </a:cubicBezTo>
                  <a:cubicBezTo>
                    <a:pt x="31397" y="38499"/>
                    <a:pt x="40017" y="29890"/>
                    <a:pt x="40029" y="19258"/>
                  </a:cubicBezTo>
                  <a:cubicBezTo>
                    <a:pt x="40029" y="11471"/>
                    <a:pt x="35338" y="4447"/>
                    <a:pt x="28147" y="1470"/>
                  </a:cubicBezTo>
                  <a:cubicBezTo>
                    <a:pt x="25761" y="480"/>
                    <a:pt x="23257" y="0"/>
                    <a:pt x="2077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23">
              <a:extLst>
                <a:ext uri="{FF2B5EF4-FFF2-40B4-BE49-F238E27FC236}">
                  <a16:creationId xmlns:a16="http://schemas.microsoft.com/office/drawing/2014/main" id="{A50EF467-628A-6DE6-7476-0E07AED3CF85}"/>
                </a:ext>
              </a:extLst>
            </p:cNvPr>
            <p:cNvSpPr/>
            <p:nvPr/>
          </p:nvSpPr>
          <p:spPr>
            <a:xfrm>
              <a:off x="5630982" y="2092331"/>
              <a:ext cx="117821" cy="334618"/>
            </a:xfrm>
            <a:custGeom>
              <a:avLst/>
              <a:gdLst/>
              <a:ahLst/>
              <a:cxnLst/>
              <a:rect l="l" t="t" r="r" b="b"/>
              <a:pathLst>
                <a:path w="3526" h="10014" extrusionOk="0">
                  <a:moveTo>
                    <a:pt x="632" y="0"/>
                  </a:moveTo>
                  <a:lnTo>
                    <a:pt x="1" y="10014"/>
                  </a:lnTo>
                  <a:lnTo>
                    <a:pt x="3525" y="10014"/>
                  </a:lnTo>
                  <a:lnTo>
                    <a:pt x="289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23">
              <a:extLst>
                <a:ext uri="{FF2B5EF4-FFF2-40B4-BE49-F238E27FC236}">
                  <a16:creationId xmlns:a16="http://schemas.microsoft.com/office/drawing/2014/main" id="{6D52AF54-2776-A3FE-65FD-ED9E2EE52893}"/>
                </a:ext>
              </a:extLst>
            </p:cNvPr>
            <p:cNvSpPr/>
            <p:nvPr/>
          </p:nvSpPr>
          <p:spPr>
            <a:xfrm>
              <a:off x="5223185" y="1683733"/>
              <a:ext cx="933014" cy="646146"/>
            </a:xfrm>
            <a:custGeom>
              <a:avLst/>
              <a:gdLst/>
              <a:ahLst/>
              <a:cxnLst/>
              <a:rect l="l" t="t" r="r" b="b"/>
              <a:pathLst>
                <a:path w="27922" h="19337" extrusionOk="0">
                  <a:moveTo>
                    <a:pt x="441" y="1"/>
                  </a:moveTo>
                  <a:cubicBezTo>
                    <a:pt x="203" y="1"/>
                    <a:pt x="1" y="191"/>
                    <a:pt x="1" y="429"/>
                  </a:cubicBezTo>
                  <a:lnTo>
                    <a:pt x="1" y="18908"/>
                  </a:lnTo>
                  <a:cubicBezTo>
                    <a:pt x="1" y="19146"/>
                    <a:pt x="203" y="19336"/>
                    <a:pt x="441" y="19336"/>
                  </a:cubicBezTo>
                  <a:lnTo>
                    <a:pt x="27492" y="19336"/>
                  </a:lnTo>
                  <a:cubicBezTo>
                    <a:pt x="27731" y="19336"/>
                    <a:pt x="27921" y="19146"/>
                    <a:pt x="27921" y="18908"/>
                  </a:cubicBezTo>
                  <a:lnTo>
                    <a:pt x="27921" y="429"/>
                  </a:lnTo>
                  <a:cubicBezTo>
                    <a:pt x="27921" y="191"/>
                    <a:pt x="27731" y="1"/>
                    <a:pt x="2749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23">
              <a:extLst>
                <a:ext uri="{FF2B5EF4-FFF2-40B4-BE49-F238E27FC236}">
                  <a16:creationId xmlns:a16="http://schemas.microsoft.com/office/drawing/2014/main" id="{731EAE41-597B-CE15-D35E-0EB5C1E8DA9C}"/>
                </a:ext>
              </a:extLst>
            </p:cNvPr>
            <p:cNvSpPr/>
            <p:nvPr/>
          </p:nvSpPr>
          <p:spPr>
            <a:xfrm>
              <a:off x="5257803" y="1719152"/>
              <a:ext cx="864179" cy="517632"/>
            </a:xfrm>
            <a:custGeom>
              <a:avLst/>
              <a:gdLst/>
              <a:ahLst/>
              <a:cxnLst/>
              <a:rect l="l" t="t" r="r" b="b"/>
              <a:pathLst>
                <a:path w="25862" h="15491" extrusionOk="0">
                  <a:moveTo>
                    <a:pt x="191" y="0"/>
                  </a:moveTo>
                  <a:cubicBezTo>
                    <a:pt x="84" y="0"/>
                    <a:pt x="1" y="72"/>
                    <a:pt x="1" y="179"/>
                  </a:cubicBezTo>
                  <a:lnTo>
                    <a:pt x="1" y="15312"/>
                  </a:lnTo>
                  <a:cubicBezTo>
                    <a:pt x="1" y="15407"/>
                    <a:pt x="84" y="15490"/>
                    <a:pt x="191" y="15490"/>
                  </a:cubicBezTo>
                  <a:lnTo>
                    <a:pt x="25671" y="15490"/>
                  </a:lnTo>
                  <a:cubicBezTo>
                    <a:pt x="25778" y="15490"/>
                    <a:pt x="25861" y="15407"/>
                    <a:pt x="25861" y="15312"/>
                  </a:cubicBezTo>
                  <a:lnTo>
                    <a:pt x="25861" y="179"/>
                  </a:lnTo>
                  <a:cubicBezTo>
                    <a:pt x="25861" y="72"/>
                    <a:pt x="25778" y="0"/>
                    <a:pt x="2567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23">
              <a:extLst>
                <a:ext uri="{FF2B5EF4-FFF2-40B4-BE49-F238E27FC236}">
                  <a16:creationId xmlns:a16="http://schemas.microsoft.com/office/drawing/2014/main" id="{AD8757E5-A736-7E9A-FDEB-EFF6ED0675FE}"/>
                </a:ext>
              </a:extLst>
            </p:cNvPr>
            <p:cNvSpPr/>
            <p:nvPr/>
          </p:nvSpPr>
          <p:spPr>
            <a:xfrm>
              <a:off x="5380737" y="2403057"/>
              <a:ext cx="618311" cy="23892"/>
            </a:xfrm>
            <a:custGeom>
              <a:avLst/>
              <a:gdLst/>
              <a:ahLst/>
              <a:cxnLst/>
              <a:rect l="l" t="t" r="r" b="b"/>
              <a:pathLst>
                <a:path w="18504" h="715" extrusionOk="0">
                  <a:moveTo>
                    <a:pt x="275" y="0"/>
                  </a:moveTo>
                  <a:cubicBezTo>
                    <a:pt x="120" y="0"/>
                    <a:pt x="1" y="131"/>
                    <a:pt x="1" y="274"/>
                  </a:cubicBezTo>
                  <a:lnTo>
                    <a:pt x="1" y="441"/>
                  </a:lnTo>
                  <a:cubicBezTo>
                    <a:pt x="1" y="595"/>
                    <a:pt x="120" y="715"/>
                    <a:pt x="275" y="715"/>
                  </a:cubicBezTo>
                  <a:lnTo>
                    <a:pt x="18229" y="715"/>
                  </a:lnTo>
                  <a:cubicBezTo>
                    <a:pt x="18384" y="715"/>
                    <a:pt x="18503" y="595"/>
                    <a:pt x="18503" y="441"/>
                  </a:cubicBezTo>
                  <a:lnTo>
                    <a:pt x="18503" y="274"/>
                  </a:lnTo>
                  <a:cubicBezTo>
                    <a:pt x="18503" y="131"/>
                    <a:pt x="18384" y="0"/>
                    <a:pt x="1822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23">
              <a:extLst>
                <a:ext uri="{FF2B5EF4-FFF2-40B4-BE49-F238E27FC236}">
                  <a16:creationId xmlns:a16="http://schemas.microsoft.com/office/drawing/2014/main" id="{DE52D644-679F-1F0B-8B1C-FF664B5C6275}"/>
                </a:ext>
              </a:extLst>
            </p:cNvPr>
            <p:cNvSpPr/>
            <p:nvPr/>
          </p:nvSpPr>
          <p:spPr>
            <a:xfrm>
              <a:off x="5669977" y="2268963"/>
              <a:ext cx="35052" cy="29806"/>
            </a:xfrm>
            <a:custGeom>
              <a:avLst/>
              <a:gdLst/>
              <a:ahLst/>
              <a:cxnLst/>
              <a:rect l="l" t="t" r="r" b="b"/>
              <a:pathLst>
                <a:path w="1049" h="892" extrusionOk="0">
                  <a:moveTo>
                    <a:pt x="608" y="1"/>
                  </a:moveTo>
                  <a:cubicBezTo>
                    <a:pt x="203" y="1"/>
                    <a:pt x="1" y="477"/>
                    <a:pt x="286" y="763"/>
                  </a:cubicBezTo>
                  <a:cubicBezTo>
                    <a:pt x="379" y="851"/>
                    <a:pt x="491" y="891"/>
                    <a:pt x="600" y="891"/>
                  </a:cubicBezTo>
                  <a:cubicBezTo>
                    <a:pt x="830" y="891"/>
                    <a:pt x="1048" y="715"/>
                    <a:pt x="1048" y="441"/>
                  </a:cubicBezTo>
                  <a:cubicBezTo>
                    <a:pt x="1048" y="203"/>
                    <a:pt x="846" y="1"/>
                    <a:pt x="60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23">
              <a:extLst>
                <a:ext uri="{FF2B5EF4-FFF2-40B4-BE49-F238E27FC236}">
                  <a16:creationId xmlns:a16="http://schemas.microsoft.com/office/drawing/2014/main" id="{F79F1639-3F64-C234-06D2-946DA454634D}"/>
                </a:ext>
              </a:extLst>
            </p:cNvPr>
            <p:cNvSpPr/>
            <p:nvPr/>
          </p:nvSpPr>
          <p:spPr>
            <a:xfrm>
              <a:off x="5305152" y="1773251"/>
              <a:ext cx="124571" cy="77222"/>
            </a:xfrm>
            <a:custGeom>
              <a:avLst/>
              <a:gdLst/>
              <a:ahLst/>
              <a:cxnLst/>
              <a:rect l="l" t="t" r="r" b="b"/>
              <a:pathLst>
                <a:path w="3728" h="2311" extrusionOk="0">
                  <a:moveTo>
                    <a:pt x="1" y="1"/>
                  </a:moveTo>
                  <a:lnTo>
                    <a:pt x="1" y="2310"/>
                  </a:lnTo>
                  <a:lnTo>
                    <a:pt x="3727" y="2310"/>
                  </a:lnTo>
                  <a:lnTo>
                    <a:pt x="372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23">
              <a:extLst>
                <a:ext uri="{FF2B5EF4-FFF2-40B4-BE49-F238E27FC236}">
                  <a16:creationId xmlns:a16="http://schemas.microsoft.com/office/drawing/2014/main" id="{1E80C50A-720A-4AE4-CAFF-2C9B87662FA9}"/>
                </a:ext>
              </a:extLst>
            </p:cNvPr>
            <p:cNvSpPr/>
            <p:nvPr/>
          </p:nvSpPr>
          <p:spPr>
            <a:xfrm>
              <a:off x="5305152" y="1763695"/>
              <a:ext cx="66462" cy="19949"/>
            </a:xfrm>
            <a:custGeom>
              <a:avLst/>
              <a:gdLst/>
              <a:ahLst/>
              <a:cxnLst/>
              <a:rect l="l" t="t" r="r" b="b"/>
              <a:pathLst>
                <a:path w="1989" h="597" extrusionOk="0">
                  <a:moveTo>
                    <a:pt x="1" y="1"/>
                  </a:moveTo>
                  <a:lnTo>
                    <a:pt x="1" y="596"/>
                  </a:lnTo>
                  <a:lnTo>
                    <a:pt x="1989" y="596"/>
                  </a:lnTo>
                  <a:cubicBezTo>
                    <a:pt x="1989" y="263"/>
                    <a:pt x="1727" y="1"/>
                    <a:pt x="140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23">
              <a:extLst>
                <a:ext uri="{FF2B5EF4-FFF2-40B4-BE49-F238E27FC236}">
                  <a16:creationId xmlns:a16="http://schemas.microsoft.com/office/drawing/2014/main" id="{16D6B52C-25CC-5F9A-CB16-40257BE27D3A}"/>
                </a:ext>
              </a:extLst>
            </p:cNvPr>
            <p:cNvSpPr/>
            <p:nvPr/>
          </p:nvSpPr>
          <p:spPr>
            <a:xfrm>
              <a:off x="5305152" y="1783610"/>
              <a:ext cx="124571" cy="72043"/>
            </a:xfrm>
            <a:custGeom>
              <a:avLst/>
              <a:gdLst/>
              <a:ahLst/>
              <a:cxnLst/>
              <a:rect l="l" t="t" r="r" b="b"/>
              <a:pathLst>
                <a:path w="3728" h="2156" extrusionOk="0">
                  <a:moveTo>
                    <a:pt x="1" y="0"/>
                  </a:moveTo>
                  <a:lnTo>
                    <a:pt x="1" y="2155"/>
                  </a:lnTo>
                  <a:lnTo>
                    <a:pt x="3727" y="2155"/>
                  </a:lnTo>
                  <a:lnTo>
                    <a:pt x="372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23">
              <a:extLst>
                <a:ext uri="{FF2B5EF4-FFF2-40B4-BE49-F238E27FC236}">
                  <a16:creationId xmlns:a16="http://schemas.microsoft.com/office/drawing/2014/main" id="{D65116BA-CE6F-967D-BDE4-5E10D6314E8C}"/>
                </a:ext>
              </a:extLst>
            </p:cNvPr>
            <p:cNvSpPr/>
            <p:nvPr/>
          </p:nvSpPr>
          <p:spPr>
            <a:xfrm>
              <a:off x="5398647" y="1765299"/>
              <a:ext cx="31076" cy="18345"/>
            </a:xfrm>
            <a:custGeom>
              <a:avLst/>
              <a:gdLst/>
              <a:ahLst/>
              <a:cxnLst/>
              <a:rect l="l" t="t" r="r" b="b"/>
              <a:pathLst>
                <a:path w="930" h="549" extrusionOk="0">
                  <a:moveTo>
                    <a:pt x="501" y="0"/>
                  </a:moveTo>
                  <a:lnTo>
                    <a:pt x="1" y="548"/>
                  </a:lnTo>
                  <a:lnTo>
                    <a:pt x="929" y="548"/>
                  </a:lnTo>
                  <a:lnTo>
                    <a:pt x="92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23">
              <a:extLst>
                <a:ext uri="{FF2B5EF4-FFF2-40B4-BE49-F238E27FC236}">
                  <a16:creationId xmlns:a16="http://schemas.microsoft.com/office/drawing/2014/main" id="{BD82DC0C-BB25-1C8E-C5BD-7458F9F0F3A1}"/>
                </a:ext>
              </a:extLst>
            </p:cNvPr>
            <p:cNvSpPr/>
            <p:nvPr/>
          </p:nvSpPr>
          <p:spPr>
            <a:xfrm>
              <a:off x="5305152" y="1908916"/>
              <a:ext cx="124571" cy="77222"/>
            </a:xfrm>
            <a:custGeom>
              <a:avLst/>
              <a:gdLst/>
              <a:ahLst/>
              <a:cxnLst/>
              <a:rect l="l" t="t" r="r" b="b"/>
              <a:pathLst>
                <a:path w="3728" h="2311" extrusionOk="0">
                  <a:moveTo>
                    <a:pt x="1" y="1"/>
                  </a:moveTo>
                  <a:lnTo>
                    <a:pt x="1" y="2310"/>
                  </a:lnTo>
                  <a:lnTo>
                    <a:pt x="3727" y="2310"/>
                  </a:lnTo>
                  <a:lnTo>
                    <a:pt x="372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23">
              <a:extLst>
                <a:ext uri="{FF2B5EF4-FFF2-40B4-BE49-F238E27FC236}">
                  <a16:creationId xmlns:a16="http://schemas.microsoft.com/office/drawing/2014/main" id="{40A49C37-F139-A0A2-FE36-3B9EFAC246B6}"/>
                </a:ext>
              </a:extLst>
            </p:cNvPr>
            <p:cNvSpPr/>
            <p:nvPr/>
          </p:nvSpPr>
          <p:spPr>
            <a:xfrm>
              <a:off x="5305152" y="1899360"/>
              <a:ext cx="66462" cy="19548"/>
            </a:xfrm>
            <a:custGeom>
              <a:avLst/>
              <a:gdLst/>
              <a:ahLst/>
              <a:cxnLst/>
              <a:rect l="l" t="t" r="r" b="b"/>
              <a:pathLst>
                <a:path w="1989" h="585" extrusionOk="0">
                  <a:moveTo>
                    <a:pt x="1" y="1"/>
                  </a:moveTo>
                  <a:lnTo>
                    <a:pt x="1" y="584"/>
                  </a:lnTo>
                  <a:lnTo>
                    <a:pt x="1989" y="584"/>
                  </a:lnTo>
                  <a:cubicBezTo>
                    <a:pt x="1989" y="263"/>
                    <a:pt x="1727" y="1"/>
                    <a:pt x="140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23">
              <a:extLst>
                <a:ext uri="{FF2B5EF4-FFF2-40B4-BE49-F238E27FC236}">
                  <a16:creationId xmlns:a16="http://schemas.microsoft.com/office/drawing/2014/main" id="{7715D98D-8E95-CE47-C579-B077F8D2DC9F}"/>
                </a:ext>
              </a:extLst>
            </p:cNvPr>
            <p:cNvSpPr/>
            <p:nvPr/>
          </p:nvSpPr>
          <p:spPr>
            <a:xfrm>
              <a:off x="5305152" y="1918874"/>
              <a:ext cx="124571" cy="72043"/>
            </a:xfrm>
            <a:custGeom>
              <a:avLst/>
              <a:gdLst/>
              <a:ahLst/>
              <a:cxnLst/>
              <a:rect l="l" t="t" r="r" b="b"/>
              <a:pathLst>
                <a:path w="3728" h="2156" extrusionOk="0">
                  <a:moveTo>
                    <a:pt x="1" y="0"/>
                  </a:moveTo>
                  <a:lnTo>
                    <a:pt x="1" y="2155"/>
                  </a:lnTo>
                  <a:lnTo>
                    <a:pt x="3727" y="2155"/>
                  </a:lnTo>
                  <a:lnTo>
                    <a:pt x="372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23">
              <a:extLst>
                <a:ext uri="{FF2B5EF4-FFF2-40B4-BE49-F238E27FC236}">
                  <a16:creationId xmlns:a16="http://schemas.microsoft.com/office/drawing/2014/main" id="{BA314BC8-3EA4-239E-71F2-8B1A50777036}"/>
                </a:ext>
              </a:extLst>
            </p:cNvPr>
            <p:cNvSpPr/>
            <p:nvPr/>
          </p:nvSpPr>
          <p:spPr>
            <a:xfrm>
              <a:off x="5299973" y="2044180"/>
              <a:ext cx="124571" cy="77222"/>
            </a:xfrm>
            <a:custGeom>
              <a:avLst/>
              <a:gdLst/>
              <a:ahLst/>
              <a:cxnLst/>
              <a:rect l="l" t="t" r="r" b="b"/>
              <a:pathLst>
                <a:path w="3728" h="2311" extrusionOk="0">
                  <a:moveTo>
                    <a:pt x="1" y="1"/>
                  </a:moveTo>
                  <a:lnTo>
                    <a:pt x="1" y="2311"/>
                  </a:lnTo>
                  <a:lnTo>
                    <a:pt x="3728" y="2311"/>
                  </a:lnTo>
                  <a:lnTo>
                    <a:pt x="372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23">
              <a:extLst>
                <a:ext uri="{FF2B5EF4-FFF2-40B4-BE49-F238E27FC236}">
                  <a16:creationId xmlns:a16="http://schemas.microsoft.com/office/drawing/2014/main" id="{41FA3CBE-092A-7D46-79D0-E1B548A09C1A}"/>
                </a:ext>
              </a:extLst>
            </p:cNvPr>
            <p:cNvSpPr/>
            <p:nvPr/>
          </p:nvSpPr>
          <p:spPr>
            <a:xfrm>
              <a:off x="5299973" y="2034623"/>
              <a:ext cx="66496" cy="19548"/>
            </a:xfrm>
            <a:custGeom>
              <a:avLst/>
              <a:gdLst/>
              <a:ahLst/>
              <a:cxnLst/>
              <a:rect l="l" t="t" r="r" b="b"/>
              <a:pathLst>
                <a:path w="1990" h="585" extrusionOk="0">
                  <a:moveTo>
                    <a:pt x="1" y="1"/>
                  </a:moveTo>
                  <a:lnTo>
                    <a:pt x="1" y="584"/>
                  </a:lnTo>
                  <a:lnTo>
                    <a:pt x="1989" y="584"/>
                  </a:lnTo>
                  <a:cubicBezTo>
                    <a:pt x="1989" y="263"/>
                    <a:pt x="1727" y="1"/>
                    <a:pt x="140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23">
              <a:extLst>
                <a:ext uri="{FF2B5EF4-FFF2-40B4-BE49-F238E27FC236}">
                  <a16:creationId xmlns:a16="http://schemas.microsoft.com/office/drawing/2014/main" id="{C0158E7D-9FAE-ED35-B061-AC5C3F1792F0}"/>
                </a:ext>
              </a:extLst>
            </p:cNvPr>
            <p:cNvSpPr/>
            <p:nvPr/>
          </p:nvSpPr>
          <p:spPr>
            <a:xfrm>
              <a:off x="5299973" y="2054138"/>
              <a:ext cx="124571" cy="72444"/>
            </a:xfrm>
            <a:custGeom>
              <a:avLst/>
              <a:gdLst/>
              <a:ahLst/>
              <a:cxnLst/>
              <a:rect l="l" t="t" r="r" b="b"/>
              <a:pathLst>
                <a:path w="3728" h="2168" extrusionOk="0">
                  <a:moveTo>
                    <a:pt x="1" y="0"/>
                  </a:moveTo>
                  <a:lnTo>
                    <a:pt x="1" y="2167"/>
                  </a:lnTo>
                  <a:lnTo>
                    <a:pt x="3728" y="2167"/>
                  </a:lnTo>
                  <a:lnTo>
                    <a:pt x="372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23">
              <a:extLst>
                <a:ext uri="{FF2B5EF4-FFF2-40B4-BE49-F238E27FC236}">
                  <a16:creationId xmlns:a16="http://schemas.microsoft.com/office/drawing/2014/main" id="{2842CF5E-3DB3-4943-10F1-176150E879A2}"/>
                </a:ext>
              </a:extLst>
            </p:cNvPr>
            <p:cNvSpPr/>
            <p:nvPr/>
          </p:nvSpPr>
          <p:spPr>
            <a:xfrm>
              <a:off x="5474232" y="1773251"/>
              <a:ext cx="124571" cy="77222"/>
            </a:xfrm>
            <a:custGeom>
              <a:avLst/>
              <a:gdLst/>
              <a:ahLst/>
              <a:cxnLst/>
              <a:rect l="l" t="t" r="r" b="b"/>
              <a:pathLst>
                <a:path w="3728" h="2311" extrusionOk="0">
                  <a:moveTo>
                    <a:pt x="1" y="1"/>
                  </a:moveTo>
                  <a:lnTo>
                    <a:pt x="1" y="2310"/>
                  </a:lnTo>
                  <a:lnTo>
                    <a:pt x="3727" y="2310"/>
                  </a:lnTo>
                  <a:lnTo>
                    <a:pt x="372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23">
              <a:extLst>
                <a:ext uri="{FF2B5EF4-FFF2-40B4-BE49-F238E27FC236}">
                  <a16:creationId xmlns:a16="http://schemas.microsoft.com/office/drawing/2014/main" id="{8EEA65DA-0957-ED9D-8027-7278ECA1B5B0}"/>
                </a:ext>
              </a:extLst>
            </p:cNvPr>
            <p:cNvSpPr/>
            <p:nvPr/>
          </p:nvSpPr>
          <p:spPr>
            <a:xfrm>
              <a:off x="5474232" y="1763695"/>
              <a:ext cx="66496" cy="19949"/>
            </a:xfrm>
            <a:custGeom>
              <a:avLst/>
              <a:gdLst/>
              <a:ahLst/>
              <a:cxnLst/>
              <a:rect l="l" t="t" r="r" b="b"/>
              <a:pathLst>
                <a:path w="1990" h="597" extrusionOk="0">
                  <a:moveTo>
                    <a:pt x="1" y="1"/>
                  </a:moveTo>
                  <a:lnTo>
                    <a:pt x="1" y="596"/>
                  </a:lnTo>
                  <a:lnTo>
                    <a:pt x="1989" y="596"/>
                  </a:lnTo>
                  <a:cubicBezTo>
                    <a:pt x="1989" y="263"/>
                    <a:pt x="1727" y="1"/>
                    <a:pt x="140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23">
              <a:extLst>
                <a:ext uri="{FF2B5EF4-FFF2-40B4-BE49-F238E27FC236}">
                  <a16:creationId xmlns:a16="http://schemas.microsoft.com/office/drawing/2014/main" id="{E2733256-867B-BD1C-C9B8-31A4C3D0AE44}"/>
                </a:ext>
              </a:extLst>
            </p:cNvPr>
            <p:cNvSpPr/>
            <p:nvPr/>
          </p:nvSpPr>
          <p:spPr>
            <a:xfrm>
              <a:off x="5474232" y="1783610"/>
              <a:ext cx="124571" cy="72043"/>
            </a:xfrm>
            <a:custGeom>
              <a:avLst/>
              <a:gdLst/>
              <a:ahLst/>
              <a:cxnLst/>
              <a:rect l="l" t="t" r="r" b="b"/>
              <a:pathLst>
                <a:path w="3728" h="2156" extrusionOk="0">
                  <a:moveTo>
                    <a:pt x="1" y="0"/>
                  </a:moveTo>
                  <a:lnTo>
                    <a:pt x="1" y="2155"/>
                  </a:lnTo>
                  <a:lnTo>
                    <a:pt x="3727" y="2155"/>
                  </a:lnTo>
                  <a:lnTo>
                    <a:pt x="372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23">
              <a:extLst>
                <a:ext uri="{FF2B5EF4-FFF2-40B4-BE49-F238E27FC236}">
                  <a16:creationId xmlns:a16="http://schemas.microsoft.com/office/drawing/2014/main" id="{CF435B15-33C5-0AEA-C32F-EB55AA74B826}"/>
                </a:ext>
              </a:extLst>
            </p:cNvPr>
            <p:cNvSpPr/>
            <p:nvPr/>
          </p:nvSpPr>
          <p:spPr>
            <a:xfrm>
              <a:off x="5567727" y="1764497"/>
              <a:ext cx="31076" cy="18345"/>
            </a:xfrm>
            <a:custGeom>
              <a:avLst/>
              <a:gdLst/>
              <a:ahLst/>
              <a:cxnLst/>
              <a:rect l="l" t="t" r="r" b="b"/>
              <a:pathLst>
                <a:path w="930" h="549" extrusionOk="0">
                  <a:moveTo>
                    <a:pt x="501" y="1"/>
                  </a:moveTo>
                  <a:lnTo>
                    <a:pt x="1" y="548"/>
                  </a:lnTo>
                  <a:lnTo>
                    <a:pt x="929" y="548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23">
              <a:extLst>
                <a:ext uri="{FF2B5EF4-FFF2-40B4-BE49-F238E27FC236}">
                  <a16:creationId xmlns:a16="http://schemas.microsoft.com/office/drawing/2014/main" id="{BFC95A7D-D11B-F345-1926-6C4BCE15AA7D}"/>
                </a:ext>
              </a:extLst>
            </p:cNvPr>
            <p:cNvSpPr/>
            <p:nvPr/>
          </p:nvSpPr>
          <p:spPr>
            <a:xfrm>
              <a:off x="5398647" y="1899761"/>
              <a:ext cx="31076" cy="18345"/>
            </a:xfrm>
            <a:custGeom>
              <a:avLst/>
              <a:gdLst/>
              <a:ahLst/>
              <a:cxnLst/>
              <a:rect l="l" t="t" r="r" b="b"/>
              <a:pathLst>
                <a:path w="930" h="549" extrusionOk="0">
                  <a:moveTo>
                    <a:pt x="501" y="1"/>
                  </a:moveTo>
                  <a:lnTo>
                    <a:pt x="1" y="548"/>
                  </a:lnTo>
                  <a:lnTo>
                    <a:pt x="929" y="548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23">
              <a:extLst>
                <a:ext uri="{FF2B5EF4-FFF2-40B4-BE49-F238E27FC236}">
                  <a16:creationId xmlns:a16="http://schemas.microsoft.com/office/drawing/2014/main" id="{94CFB830-B1E3-4A55-9BF2-D9F20C7973CD}"/>
                </a:ext>
              </a:extLst>
            </p:cNvPr>
            <p:cNvSpPr/>
            <p:nvPr/>
          </p:nvSpPr>
          <p:spPr>
            <a:xfrm>
              <a:off x="5393468" y="2036227"/>
              <a:ext cx="31076" cy="17944"/>
            </a:xfrm>
            <a:custGeom>
              <a:avLst/>
              <a:gdLst/>
              <a:ahLst/>
              <a:cxnLst/>
              <a:rect l="l" t="t" r="r" b="b"/>
              <a:pathLst>
                <a:path w="930" h="537" extrusionOk="0">
                  <a:moveTo>
                    <a:pt x="501" y="1"/>
                  </a:moveTo>
                  <a:lnTo>
                    <a:pt x="1" y="536"/>
                  </a:lnTo>
                  <a:lnTo>
                    <a:pt x="930" y="536"/>
                  </a:lnTo>
                  <a:lnTo>
                    <a:pt x="93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23">
              <a:extLst>
                <a:ext uri="{FF2B5EF4-FFF2-40B4-BE49-F238E27FC236}">
                  <a16:creationId xmlns:a16="http://schemas.microsoft.com/office/drawing/2014/main" id="{122FB228-514A-C67B-178E-04C41B8F8CC8}"/>
                </a:ext>
              </a:extLst>
            </p:cNvPr>
            <p:cNvSpPr/>
            <p:nvPr/>
          </p:nvSpPr>
          <p:spPr>
            <a:xfrm>
              <a:off x="5821548" y="1517025"/>
              <a:ext cx="408231" cy="312764"/>
            </a:xfrm>
            <a:custGeom>
              <a:avLst/>
              <a:gdLst/>
              <a:ahLst/>
              <a:cxnLst/>
              <a:rect l="l" t="t" r="r" b="b"/>
              <a:pathLst>
                <a:path w="12217" h="9360" extrusionOk="0">
                  <a:moveTo>
                    <a:pt x="6109" y="1"/>
                  </a:moveTo>
                  <a:cubicBezTo>
                    <a:pt x="6008" y="1"/>
                    <a:pt x="5906" y="49"/>
                    <a:pt x="5847" y="144"/>
                  </a:cubicBezTo>
                  <a:lnTo>
                    <a:pt x="2966" y="4549"/>
                  </a:lnTo>
                  <a:lnTo>
                    <a:pt x="132" y="8871"/>
                  </a:lnTo>
                  <a:cubicBezTo>
                    <a:pt x="1" y="9074"/>
                    <a:pt x="144" y="9347"/>
                    <a:pt x="406" y="9359"/>
                  </a:cubicBezTo>
                  <a:lnTo>
                    <a:pt x="11812" y="9359"/>
                  </a:lnTo>
                  <a:cubicBezTo>
                    <a:pt x="12062" y="9347"/>
                    <a:pt x="12217" y="9074"/>
                    <a:pt x="12074" y="8871"/>
                  </a:cubicBezTo>
                  <a:lnTo>
                    <a:pt x="9252" y="4549"/>
                  </a:lnTo>
                  <a:lnTo>
                    <a:pt x="6371" y="144"/>
                  </a:lnTo>
                  <a:cubicBezTo>
                    <a:pt x="6311" y="49"/>
                    <a:pt x="6210" y="1"/>
                    <a:pt x="610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23">
              <a:extLst>
                <a:ext uri="{FF2B5EF4-FFF2-40B4-BE49-F238E27FC236}">
                  <a16:creationId xmlns:a16="http://schemas.microsoft.com/office/drawing/2014/main" id="{54933DF7-4C7F-726D-463B-CD2DC77DD79E}"/>
                </a:ext>
              </a:extLst>
            </p:cNvPr>
            <p:cNvSpPr/>
            <p:nvPr/>
          </p:nvSpPr>
          <p:spPr>
            <a:xfrm>
              <a:off x="5866123" y="1561300"/>
              <a:ext cx="318712" cy="243829"/>
            </a:xfrm>
            <a:custGeom>
              <a:avLst/>
              <a:gdLst/>
              <a:ahLst/>
              <a:cxnLst/>
              <a:rect l="l" t="t" r="r" b="b"/>
              <a:pathLst>
                <a:path w="9538" h="7297" extrusionOk="0">
                  <a:moveTo>
                    <a:pt x="4769" y="1"/>
                  </a:moveTo>
                  <a:cubicBezTo>
                    <a:pt x="4715" y="1"/>
                    <a:pt x="4662" y="27"/>
                    <a:pt x="4632" y="81"/>
                  </a:cubicBezTo>
                  <a:lnTo>
                    <a:pt x="72" y="7046"/>
                  </a:lnTo>
                  <a:cubicBezTo>
                    <a:pt x="0" y="7153"/>
                    <a:pt x="84" y="7296"/>
                    <a:pt x="215" y="7296"/>
                  </a:cubicBezTo>
                  <a:lnTo>
                    <a:pt x="9323" y="7296"/>
                  </a:lnTo>
                  <a:cubicBezTo>
                    <a:pt x="9454" y="7296"/>
                    <a:pt x="9537" y="7153"/>
                    <a:pt x="9466" y="7046"/>
                  </a:cubicBezTo>
                  <a:lnTo>
                    <a:pt x="4906" y="81"/>
                  </a:lnTo>
                  <a:cubicBezTo>
                    <a:pt x="4876" y="27"/>
                    <a:pt x="4822" y="1"/>
                    <a:pt x="47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23">
              <a:extLst>
                <a:ext uri="{FF2B5EF4-FFF2-40B4-BE49-F238E27FC236}">
                  <a16:creationId xmlns:a16="http://schemas.microsoft.com/office/drawing/2014/main" id="{55AD4181-6A67-5BCD-D4ED-416F04FFF725}"/>
                </a:ext>
              </a:extLst>
            </p:cNvPr>
            <p:cNvSpPr/>
            <p:nvPr/>
          </p:nvSpPr>
          <p:spPr>
            <a:xfrm>
              <a:off x="6004562" y="1626058"/>
              <a:ext cx="41802" cy="118590"/>
            </a:xfrm>
            <a:custGeom>
              <a:avLst/>
              <a:gdLst/>
              <a:ahLst/>
              <a:cxnLst/>
              <a:rect l="l" t="t" r="r" b="b"/>
              <a:pathLst>
                <a:path w="1251" h="3549" extrusionOk="0">
                  <a:moveTo>
                    <a:pt x="203" y="0"/>
                  </a:moveTo>
                  <a:cubicBezTo>
                    <a:pt x="96" y="0"/>
                    <a:pt x="1" y="96"/>
                    <a:pt x="13" y="215"/>
                  </a:cubicBezTo>
                  <a:lnTo>
                    <a:pt x="227" y="3334"/>
                  </a:lnTo>
                  <a:cubicBezTo>
                    <a:pt x="227" y="3453"/>
                    <a:pt x="334" y="3548"/>
                    <a:pt x="453" y="3548"/>
                  </a:cubicBezTo>
                  <a:lnTo>
                    <a:pt x="810" y="3548"/>
                  </a:lnTo>
                  <a:cubicBezTo>
                    <a:pt x="930" y="3548"/>
                    <a:pt x="1025" y="3453"/>
                    <a:pt x="1037" y="3334"/>
                  </a:cubicBezTo>
                  <a:lnTo>
                    <a:pt x="1239" y="215"/>
                  </a:lnTo>
                  <a:cubicBezTo>
                    <a:pt x="1251" y="96"/>
                    <a:pt x="1156" y="0"/>
                    <a:pt x="104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23">
              <a:extLst>
                <a:ext uri="{FF2B5EF4-FFF2-40B4-BE49-F238E27FC236}">
                  <a16:creationId xmlns:a16="http://schemas.microsoft.com/office/drawing/2014/main" id="{4BA2210E-B934-A954-5C55-CF7327001BC1}"/>
                </a:ext>
              </a:extLst>
            </p:cNvPr>
            <p:cNvSpPr/>
            <p:nvPr/>
          </p:nvSpPr>
          <p:spPr>
            <a:xfrm>
              <a:off x="6004161" y="1752567"/>
              <a:ext cx="37458" cy="31978"/>
            </a:xfrm>
            <a:custGeom>
              <a:avLst/>
              <a:gdLst/>
              <a:ahLst/>
              <a:cxnLst/>
              <a:rect l="l" t="t" r="r" b="b"/>
              <a:pathLst>
                <a:path w="1121" h="957" extrusionOk="0">
                  <a:moveTo>
                    <a:pt x="644" y="0"/>
                  </a:moveTo>
                  <a:cubicBezTo>
                    <a:pt x="215" y="0"/>
                    <a:pt x="1" y="512"/>
                    <a:pt x="299" y="810"/>
                  </a:cubicBezTo>
                  <a:cubicBezTo>
                    <a:pt x="400" y="911"/>
                    <a:pt x="523" y="957"/>
                    <a:pt x="642" y="957"/>
                  </a:cubicBezTo>
                  <a:cubicBezTo>
                    <a:pt x="888" y="957"/>
                    <a:pt x="1120" y="765"/>
                    <a:pt x="1120" y="477"/>
                  </a:cubicBezTo>
                  <a:cubicBezTo>
                    <a:pt x="1120" y="215"/>
                    <a:pt x="906" y="0"/>
                    <a:pt x="6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23">
              <a:extLst>
                <a:ext uri="{FF2B5EF4-FFF2-40B4-BE49-F238E27FC236}">
                  <a16:creationId xmlns:a16="http://schemas.microsoft.com/office/drawing/2014/main" id="{F102F03A-F836-3CB8-D378-3BDE70202E99}"/>
                </a:ext>
              </a:extLst>
            </p:cNvPr>
            <p:cNvSpPr/>
            <p:nvPr/>
          </p:nvSpPr>
          <p:spPr>
            <a:xfrm>
              <a:off x="5864519" y="2142855"/>
              <a:ext cx="102283" cy="105057"/>
            </a:xfrm>
            <a:custGeom>
              <a:avLst/>
              <a:gdLst/>
              <a:ahLst/>
              <a:cxnLst/>
              <a:rect l="l" t="t" r="r" b="b"/>
              <a:pathLst>
                <a:path w="3061" h="3144" extrusionOk="0">
                  <a:moveTo>
                    <a:pt x="691" y="0"/>
                  </a:moveTo>
                  <a:lnTo>
                    <a:pt x="1" y="655"/>
                  </a:lnTo>
                  <a:lnTo>
                    <a:pt x="2382" y="3144"/>
                  </a:lnTo>
                  <a:lnTo>
                    <a:pt x="3061" y="2489"/>
                  </a:lnTo>
                  <a:lnTo>
                    <a:pt x="69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23">
              <a:extLst>
                <a:ext uri="{FF2B5EF4-FFF2-40B4-BE49-F238E27FC236}">
                  <a16:creationId xmlns:a16="http://schemas.microsoft.com/office/drawing/2014/main" id="{A9F98C91-A46D-50C5-94E1-E7FBC463B967}"/>
                </a:ext>
              </a:extLst>
            </p:cNvPr>
            <p:cNvSpPr/>
            <p:nvPr/>
          </p:nvSpPr>
          <p:spPr>
            <a:xfrm>
              <a:off x="5916647" y="2201765"/>
              <a:ext cx="231967" cy="234005"/>
            </a:xfrm>
            <a:custGeom>
              <a:avLst/>
              <a:gdLst/>
              <a:ahLst/>
              <a:cxnLst/>
              <a:rect l="l" t="t" r="r" b="b"/>
              <a:pathLst>
                <a:path w="6942" h="7003" extrusionOk="0">
                  <a:moveTo>
                    <a:pt x="876" y="1"/>
                  </a:moveTo>
                  <a:cubicBezTo>
                    <a:pt x="680" y="1"/>
                    <a:pt x="484" y="75"/>
                    <a:pt x="334" y="226"/>
                  </a:cubicBezTo>
                  <a:cubicBezTo>
                    <a:pt x="12" y="523"/>
                    <a:pt x="1" y="1024"/>
                    <a:pt x="310" y="1333"/>
                  </a:cubicBezTo>
                  <a:lnTo>
                    <a:pt x="5501" y="6762"/>
                  </a:lnTo>
                  <a:cubicBezTo>
                    <a:pt x="5654" y="6922"/>
                    <a:pt x="5861" y="7002"/>
                    <a:pt x="6070" y="7002"/>
                  </a:cubicBezTo>
                  <a:cubicBezTo>
                    <a:pt x="6266" y="7002"/>
                    <a:pt x="6464" y="6931"/>
                    <a:pt x="6620" y="6786"/>
                  </a:cubicBezTo>
                  <a:cubicBezTo>
                    <a:pt x="6930" y="6488"/>
                    <a:pt x="6942" y="5988"/>
                    <a:pt x="6644" y="5679"/>
                  </a:cubicBezTo>
                  <a:lnTo>
                    <a:pt x="1453" y="250"/>
                  </a:lnTo>
                  <a:cubicBezTo>
                    <a:pt x="1294" y="84"/>
                    <a:pt x="1084" y="1"/>
                    <a:pt x="8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23">
              <a:extLst>
                <a:ext uri="{FF2B5EF4-FFF2-40B4-BE49-F238E27FC236}">
                  <a16:creationId xmlns:a16="http://schemas.microsoft.com/office/drawing/2014/main" id="{A2EB65DF-5719-A916-1646-EE51088A8B8A}"/>
                </a:ext>
              </a:extLst>
            </p:cNvPr>
            <p:cNvSpPr/>
            <p:nvPr/>
          </p:nvSpPr>
          <p:spPr>
            <a:xfrm>
              <a:off x="5520378" y="1826515"/>
              <a:ext cx="413410" cy="395634"/>
            </a:xfrm>
            <a:custGeom>
              <a:avLst/>
              <a:gdLst/>
              <a:ahLst/>
              <a:cxnLst/>
              <a:rect l="l" t="t" r="r" b="b"/>
              <a:pathLst>
                <a:path w="12372" h="11840" extrusionOk="0">
                  <a:moveTo>
                    <a:pt x="6402" y="1422"/>
                  </a:moveTo>
                  <a:cubicBezTo>
                    <a:pt x="8749" y="1422"/>
                    <a:pt x="10985" y="3281"/>
                    <a:pt x="10919" y="6027"/>
                  </a:cubicBezTo>
                  <a:cubicBezTo>
                    <a:pt x="10849" y="8471"/>
                    <a:pt x="8837" y="10410"/>
                    <a:pt x="6407" y="10410"/>
                  </a:cubicBezTo>
                  <a:cubicBezTo>
                    <a:pt x="6363" y="10410"/>
                    <a:pt x="6319" y="10409"/>
                    <a:pt x="6276" y="10408"/>
                  </a:cubicBezTo>
                  <a:cubicBezTo>
                    <a:pt x="2287" y="10265"/>
                    <a:pt x="441" y="5384"/>
                    <a:pt x="3347" y="2657"/>
                  </a:cubicBezTo>
                  <a:cubicBezTo>
                    <a:pt x="4252" y="1803"/>
                    <a:pt x="5338" y="1422"/>
                    <a:pt x="6402" y="1422"/>
                  </a:cubicBezTo>
                  <a:close/>
                  <a:moveTo>
                    <a:pt x="6395" y="1"/>
                  </a:moveTo>
                  <a:cubicBezTo>
                    <a:pt x="4048" y="1"/>
                    <a:pt x="1914" y="1384"/>
                    <a:pt x="965" y="3526"/>
                  </a:cubicBezTo>
                  <a:cubicBezTo>
                    <a:pt x="1" y="5717"/>
                    <a:pt x="441" y="8277"/>
                    <a:pt x="2096" y="10003"/>
                  </a:cubicBezTo>
                  <a:cubicBezTo>
                    <a:pt x="3237" y="11202"/>
                    <a:pt x="4797" y="11840"/>
                    <a:pt x="6385" y="11840"/>
                  </a:cubicBezTo>
                  <a:cubicBezTo>
                    <a:pt x="7101" y="11840"/>
                    <a:pt x="7822" y="11710"/>
                    <a:pt x="8514" y="11444"/>
                  </a:cubicBezTo>
                  <a:cubicBezTo>
                    <a:pt x="10752" y="10575"/>
                    <a:pt x="12241" y="8455"/>
                    <a:pt x="12300" y="6062"/>
                  </a:cubicBezTo>
                  <a:cubicBezTo>
                    <a:pt x="12372" y="2788"/>
                    <a:pt x="9776" y="85"/>
                    <a:pt x="6514" y="2"/>
                  </a:cubicBezTo>
                  <a:cubicBezTo>
                    <a:pt x="6474" y="1"/>
                    <a:pt x="6434" y="1"/>
                    <a:pt x="639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23">
              <a:extLst>
                <a:ext uri="{FF2B5EF4-FFF2-40B4-BE49-F238E27FC236}">
                  <a16:creationId xmlns:a16="http://schemas.microsoft.com/office/drawing/2014/main" id="{00476AE1-A33B-77D6-ADB0-8E9746BC8B55}"/>
                </a:ext>
              </a:extLst>
            </p:cNvPr>
            <p:cNvSpPr/>
            <p:nvPr/>
          </p:nvSpPr>
          <p:spPr>
            <a:xfrm>
              <a:off x="5728855" y="1955363"/>
              <a:ext cx="90354" cy="44709"/>
            </a:xfrm>
            <a:custGeom>
              <a:avLst/>
              <a:gdLst/>
              <a:ahLst/>
              <a:cxnLst/>
              <a:rect l="l" t="t" r="r" b="b"/>
              <a:pathLst>
                <a:path w="2704" h="1338" extrusionOk="0">
                  <a:moveTo>
                    <a:pt x="2229" y="1"/>
                  </a:moveTo>
                  <a:cubicBezTo>
                    <a:pt x="2209" y="1"/>
                    <a:pt x="2192" y="10"/>
                    <a:pt x="2180" y="27"/>
                  </a:cubicBezTo>
                  <a:cubicBezTo>
                    <a:pt x="2156" y="51"/>
                    <a:pt x="2156" y="99"/>
                    <a:pt x="2180" y="123"/>
                  </a:cubicBezTo>
                  <a:cubicBezTo>
                    <a:pt x="2299" y="266"/>
                    <a:pt x="2418" y="420"/>
                    <a:pt x="2513" y="587"/>
                  </a:cubicBezTo>
                  <a:cubicBezTo>
                    <a:pt x="2108" y="706"/>
                    <a:pt x="441" y="1182"/>
                    <a:pt x="108" y="1182"/>
                  </a:cubicBezTo>
                  <a:cubicBezTo>
                    <a:pt x="1" y="1182"/>
                    <a:pt x="1" y="1337"/>
                    <a:pt x="108" y="1337"/>
                  </a:cubicBezTo>
                  <a:lnTo>
                    <a:pt x="108" y="1325"/>
                  </a:lnTo>
                  <a:cubicBezTo>
                    <a:pt x="513" y="1325"/>
                    <a:pt x="2549" y="718"/>
                    <a:pt x="2632" y="694"/>
                  </a:cubicBezTo>
                  <a:cubicBezTo>
                    <a:pt x="2680" y="682"/>
                    <a:pt x="2704" y="623"/>
                    <a:pt x="2680" y="587"/>
                  </a:cubicBezTo>
                  <a:cubicBezTo>
                    <a:pt x="2561" y="385"/>
                    <a:pt x="2430" y="194"/>
                    <a:pt x="2287" y="27"/>
                  </a:cubicBezTo>
                  <a:cubicBezTo>
                    <a:pt x="2269" y="10"/>
                    <a:pt x="2248" y="1"/>
                    <a:pt x="22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23">
              <a:extLst>
                <a:ext uri="{FF2B5EF4-FFF2-40B4-BE49-F238E27FC236}">
                  <a16:creationId xmlns:a16="http://schemas.microsoft.com/office/drawing/2014/main" id="{46559F8B-E303-428D-13E2-86344223D9CE}"/>
                </a:ext>
              </a:extLst>
            </p:cNvPr>
            <p:cNvSpPr/>
            <p:nvPr/>
          </p:nvSpPr>
          <p:spPr>
            <a:xfrm>
              <a:off x="5800095" y="1954661"/>
              <a:ext cx="7986" cy="6817"/>
            </a:xfrm>
            <a:custGeom>
              <a:avLst/>
              <a:gdLst/>
              <a:ahLst/>
              <a:cxnLst/>
              <a:rect l="l" t="t" r="r" b="b"/>
              <a:pathLst>
                <a:path w="239" h="204" extrusionOk="0">
                  <a:moveTo>
                    <a:pt x="119" y="1"/>
                  </a:moveTo>
                  <a:cubicBezTo>
                    <a:pt x="48" y="1"/>
                    <a:pt x="0" y="48"/>
                    <a:pt x="0" y="96"/>
                  </a:cubicBezTo>
                  <a:cubicBezTo>
                    <a:pt x="0" y="156"/>
                    <a:pt x="48" y="203"/>
                    <a:pt x="119" y="203"/>
                  </a:cubicBezTo>
                  <a:cubicBezTo>
                    <a:pt x="179" y="203"/>
                    <a:pt x="238" y="156"/>
                    <a:pt x="238" y="96"/>
                  </a:cubicBezTo>
                  <a:cubicBezTo>
                    <a:pt x="238" y="48"/>
                    <a:pt x="179" y="1"/>
                    <a:pt x="1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23">
              <a:extLst>
                <a:ext uri="{FF2B5EF4-FFF2-40B4-BE49-F238E27FC236}">
                  <a16:creationId xmlns:a16="http://schemas.microsoft.com/office/drawing/2014/main" id="{067B31C5-0436-D3DB-CDA5-FAA6559EF379}"/>
                </a:ext>
              </a:extLst>
            </p:cNvPr>
            <p:cNvSpPr/>
            <p:nvPr/>
          </p:nvSpPr>
          <p:spPr>
            <a:xfrm>
              <a:off x="5758460" y="2010364"/>
              <a:ext cx="73881" cy="26298"/>
            </a:xfrm>
            <a:custGeom>
              <a:avLst/>
              <a:gdLst/>
              <a:ahLst/>
              <a:cxnLst/>
              <a:rect l="l" t="t" r="r" b="b"/>
              <a:pathLst>
                <a:path w="2211" h="787" extrusionOk="0">
                  <a:moveTo>
                    <a:pt x="2032" y="1"/>
                  </a:moveTo>
                  <a:lnTo>
                    <a:pt x="103" y="263"/>
                  </a:lnTo>
                  <a:cubicBezTo>
                    <a:pt x="0" y="274"/>
                    <a:pt x="18" y="406"/>
                    <a:pt x="104" y="406"/>
                  </a:cubicBezTo>
                  <a:cubicBezTo>
                    <a:pt x="107" y="406"/>
                    <a:pt x="111" y="406"/>
                    <a:pt x="115" y="405"/>
                  </a:cubicBezTo>
                  <a:lnTo>
                    <a:pt x="1972" y="167"/>
                  </a:lnTo>
                  <a:lnTo>
                    <a:pt x="2056" y="727"/>
                  </a:lnTo>
                  <a:cubicBezTo>
                    <a:pt x="2068" y="763"/>
                    <a:pt x="2091" y="786"/>
                    <a:pt x="2127" y="786"/>
                  </a:cubicBezTo>
                  <a:lnTo>
                    <a:pt x="2151" y="786"/>
                  </a:lnTo>
                  <a:cubicBezTo>
                    <a:pt x="2187" y="775"/>
                    <a:pt x="2210" y="739"/>
                    <a:pt x="2210" y="703"/>
                  </a:cubicBezTo>
                  <a:lnTo>
                    <a:pt x="2115" y="72"/>
                  </a:lnTo>
                  <a:cubicBezTo>
                    <a:pt x="2103" y="25"/>
                    <a:pt x="2068" y="1"/>
                    <a:pt x="20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23">
              <a:extLst>
                <a:ext uri="{FF2B5EF4-FFF2-40B4-BE49-F238E27FC236}">
                  <a16:creationId xmlns:a16="http://schemas.microsoft.com/office/drawing/2014/main" id="{376B400E-E70E-7FAB-287C-670409B4E1DA}"/>
                </a:ext>
              </a:extLst>
            </p:cNvPr>
            <p:cNvSpPr/>
            <p:nvPr/>
          </p:nvSpPr>
          <p:spPr>
            <a:xfrm>
              <a:off x="5825558" y="2030246"/>
              <a:ext cx="8387" cy="6817"/>
            </a:xfrm>
            <a:custGeom>
              <a:avLst/>
              <a:gdLst/>
              <a:ahLst/>
              <a:cxnLst/>
              <a:rect l="l" t="t" r="r" b="b"/>
              <a:pathLst>
                <a:path w="251" h="204" extrusionOk="0">
                  <a:moveTo>
                    <a:pt x="119" y="1"/>
                  </a:moveTo>
                  <a:cubicBezTo>
                    <a:pt x="60" y="1"/>
                    <a:pt x="0" y="37"/>
                    <a:pt x="0" y="96"/>
                  </a:cubicBezTo>
                  <a:cubicBezTo>
                    <a:pt x="0" y="156"/>
                    <a:pt x="60" y="203"/>
                    <a:pt x="119" y="203"/>
                  </a:cubicBezTo>
                  <a:cubicBezTo>
                    <a:pt x="191" y="203"/>
                    <a:pt x="250" y="156"/>
                    <a:pt x="250" y="96"/>
                  </a:cubicBezTo>
                  <a:cubicBezTo>
                    <a:pt x="250" y="37"/>
                    <a:pt x="191" y="1"/>
                    <a:pt x="1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23">
              <a:extLst>
                <a:ext uri="{FF2B5EF4-FFF2-40B4-BE49-F238E27FC236}">
                  <a16:creationId xmlns:a16="http://schemas.microsoft.com/office/drawing/2014/main" id="{2504EC90-8A67-4578-435B-948EBA0076DA}"/>
                </a:ext>
              </a:extLst>
            </p:cNvPr>
            <p:cNvSpPr/>
            <p:nvPr/>
          </p:nvSpPr>
          <p:spPr>
            <a:xfrm>
              <a:off x="5751142" y="2051197"/>
              <a:ext cx="70439" cy="24861"/>
            </a:xfrm>
            <a:custGeom>
              <a:avLst/>
              <a:gdLst/>
              <a:ahLst/>
              <a:cxnLst/>
              <a:rect l="l" t="t" r="r" b="b"/>
              <a:pathLst>
                <a:path w="2108" h="744" extrusionOk="0">
                  <a:moveTo>
                    <a:pt x="2043" y="0"/>
                  </a:moveTo>
                  <a:cubicBezTo>
                    <a:pt x="2038" y="0"/>
                    <a:pt x="2032" y="2"/>
                    <a:pt x="2025" y="5"/>
                  </a:cubicBezTo>
                  <a:lnTo>
                    <a:pt x="72" y="160"/>
                  </a:lnTo>
                  <a:cubicBezTo>
                    <a:pt x="24" y="160"/>
                    <a:pt x="1" y="196"/>
                    <a:pt x="1" y="243"/>
                  </a:cubicBezTo>
                  <a:cubicBezTo>
                    <a:pt x="12" y="279"/>
                    <a:pt x="36" y="303"/>
                    <a:pt x="84" y="303"/>
                  </a:cubicBezTo>
                  <a:lnTo>
                    <a:pt x="1953" y="160"/>
                  </a:lnTo>
                  <a:lnTo>
                    <a:pt x="1941" y="672"/>
                  </a:lnTo>
                  <a:cubicBezTo>
                    <a:pt x="1929" y="707"/>
                    <a:pt x="1965" y="743"/>
                    <a:pt x="2001" y="743"/>
                  </a:cubicBezTo>
                  <a:cubicBezTo>
                    <a:pt x="2048" y="743"/>
                    <a:pt x="2084" y="707"/>
                    <a:pt x="2084" y="672"/>
                  </a:cubicBezTo>
                  <a:lnTo>
                    <a:pt x="2108" y="76"/>
                  </a:lnTo>
                  <a:cubicBezTo>
                    <a:pt x="2108" y="53"/>
                    <a:pt x="2096" y="29"/>
                    <a:pt x="2084" y="17"/>
                  </a:cubicBezTo>
                  <a:cubicBezTo>
                    <a:pt x="2067" y="9"/>
                    <a:pt x="2056" y="0"/>
                    <a:pt x="20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23">
              <a:extLst>
                <a:ext uri="{FF2B5EF4-FFF2-40B4-BE49-F238E27FC236}">
                  <a16:creationId xmlns:a16="http://schemas.microsoft.com/office/drawing/2014/main" id="{616EA2CA-AB09-F206-D60E-4DFBAF113765}"/>
                </a:ext>
              </a:extLst>
            </p:cNvPr>
            <p:cNvSpPr/>
            <p:nvPr/>
          </p:nvSpPr>
          <p:spPr>
            <a:xfrm>
              <a:off x="5812826" y="2069809"/>
              <a:ext cx="9156" cy="6950"/>
            </a:xfrm>
            <a:custGeom>
              <a:avLst/>
              <a:gdLst/>
              <a:ahLst/>
              <a:cxnLst/>
              <a:rect l="l" t="t" r="r" b="b"/>
              <a:pathLst>
                <a:path w="274" h="208" extrusionOk="0">
                  <a:moveTo>
                    <a:pt x="147" y="0"/>
                  </a:moveTo>
                  <a:cubicBezTo>
                    <a:pt x="134" y="0"/>
                    <a:pt x="120" y="2"/>
                    <a:pt x="107" y="8"/>
                  </a:cubicBezTo>
                  <a:cubicBezTo>
                    <a:pt x="48" y="20"/>
                    <a:pt x="0" y="79"/>
                    <a:pt x="24" y="139"/>
                  </a:cubicBezTo>
                  <a:cubicBezTo>
                    <a:pt x="33" y="183"/>
                    <a:pt x="74" y="207"/>
                    <a:pt x="119" y="207"/>
                  </a:cubicBezTo>
                  <a:cubicBezTo>
                    <a:pt x="135" y="207"/>
                    <a:pt x="151" y="204"/>
                    <a:pt x="167" y="198"/>
                  </a:cubicBezTo>
                  <a:cubicBezTo>
                    <a:pt x="226" y="186"/>
                    <a:pt x="274" y="127"/>
                    <a:pt x="250" y="67"/>
                  </a:cubicBezTo>
                  <a:cubicBezTo>
                    <a:pt x="241" y="30"/>
                    <a:pt x="195" y="0"/>
                    <a:pt x="1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23">
              <a:extLst>
                <a:ext uri="{FF2B5EF4-FFF2-40B4-BE49-F238E27FC236}">
                  <a16:creationId xmlns:a16="http://schemas.microsoft.com/office/drawing/2014/main" id="{03B2463B-3D21-270D-39FF-64286ACF267F}"/>
                </a:ext>
              </a:extLst>
            </p:cNvPr>
            <p:cNvSpPr/>
            <p:nvPr/>
          </p:nvSpPr>
          <p:spPr>
            <a:xfrm>
              <a:off x="5658048" y="1955664"/>
              <a:ext cx="90354" cy="44810"/>
            </a:xfrm>
            <a:custGeom>
              <a:avLst/>
              <a:gdLst/>
              <a:ahLst/>
              <a:cxnLst/>
              <a:rect l="l" t="t" r="r" b="b"/>
              <a:pathLst>
                <a:path w="2704" h="1341" extrusionOk="0">
                  <a:moveTo>
                    <a:pt x="471" y="1"/>
                  </a:moveTo>
                  <a:cubicBezTo>
                    <a:pt x="453" y="1"/>
                    <a:pt x="435" y="7"/>
                    <a:pt x="417" y="18"/>
                  </a:cubicBezTo>
                  <a:cubicBezTo>
                    <a:pt x="274" y="197"/>
                    <a:pt x="143" y="388"/>
                    <a:pt x="24" y="590"/>
                  </a:cubicBezTo>
                  <a:cubicBezTo>
                    <a:pt x="0" y="626"/>
                    <a:pt x="24" y="673"/>
                    <a:pt x="72" y="697"/>
                  </a:cubicBezTo>
                  <a:cubicBezTo>
                    <a:pt x="155" y="721"/>
                    <a:pt x="2191" y="1328"/>
                    <a:pt x="2596" y="1328"/>
                  </a:cubicBezTo>
                  <a:lnTo>
                    <a:pt x="2596" y="1340"/>
                  </a:lnTo>
                  <a:cubicBezTo>
                    <a:pt x="2703" y="1340"/>
                    <a:pt x="2703" y="1185"/>
                    <a:pt x="2596" y="1185"/>
                  </a:cubicBezTo>
                  <a:cubicBezTo>
                    <a:pt x="2263" y="1173"/>
                    <a:pt x="596" y="697"/>
                    <a:pt x="191" y="578"/>
                  </a:cubicBezTo>
                  <a:cubicBezTo>
                    <a:pt x="286" y="423"/>
                    <a:pt x="393" y="268"/>
                    <a:pt x="524" y="126"/>
                  </a:cubicBezTo>
                  <a:cubicBezTo>
                    <a:pt x="548" y="102"/>
                    <a:pt x="548" y="54"/>
                    <a:pt x="524" y="18"/>
                  </a:cubicBezTo>
                  <a:cubicBezTo>
                    <a:pt x="506" y="7"/>
                    <a:pt x="489" y="1"/>
                    <a:pt x="4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23">
              <a:extLst>
                <a:ext uri="{FF2B5EF4-FFF2-40B4-BE49-F238E27FC236}">
                  <a16:creationId xmlns:a16="http://schemas.microsoft.com/office/drawing/2014/main" id="{7CC4F065-BC6C-E6C0-75A9-8C9B5F31B437}"/>
                </a:ext>
              </a:extLst>
            </p:cNvPr>
            <p:cNvSpPr/>
            <p:nvPr/>
          </p:nvSpPr>
          <p:spPr>
            <a:xfrm>
              <a:off x="5669175" y="1954661"/>
              <a:ext cx="7986" cy="6817"/>
            </a:xfrm>
            <a:custGeom>
              <a:avLst/>
              <a:gdLst/>
              <a:ahLst/>
              <a:cxnLst/>
              <a:rect l="l" t="t" r="r" b="b"/>
              <a:pathLst>
                <a:path w="239" h="204" extrusionOk="0">
                  <a:moveTo>
                    <a:pt x="120" y="1"/>
                  </a:moveTo>
                  <a:cubicBezTo>
                    <a:pt x="48" y="1"/>
                    <a:pt x="1" y="48"/>
                    <a:pt x="1" y="96"/>
                  </a:cubicBezTo>
                  <a:cubicBezTo>
                    <a:pt x="1" y="156"/>
                    <a:pt x="48" y="203"/>
                    <a:pt x="120" y="203"/>
                  </a:cubicBezTo>
                  <a:cubicBezTo>
                    <a:pt x="179" y="203"/>
                    <a:pt x="239" y="156"/>
                    <a:pt x="239" y="96"/>
                  </a:cubicBezTo>
                  <a:cubicBezTo>
                    <a:pt x="239" y="48"/>
                    <a:pt x="179" y="1"/>
                    <a:pt x="1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23">
              <a:extLst>
                <a:ext uri="{FF2B5EF4-FFF2-40B4-BE49-F238E27FC236}">
                  <a16:creationId xmlns:a16="http://schemas.microsoft.com/office/drawing/2014/main" id="{D61B1CF0-873C-C11F-7AA1-3A74D4AF437D}"/>
                </a:ext>
              </a:extLst>
            </p:cNvPr>
            <p:cNvSpPr/>
            <p:nvPr/>
          </p:nvSpPr>
          <p:spPr>
            <a:xfrm>
              <a:off x="5644515" y="2010765"/>
              <a:ext cx="74315" cy="25897"/>
            </a:xfrm>
            <a:custGeom>
              <a:avLst/>
              <a:gdLst/>
              <a:ahLst/>
              <a:cxnLst/>
              <a:rect l="l" t="t" r="r" b="b"/>
              <a:pathLst>
                <a:path w="2224" h="775" extrusionOk="0">
                  <a:moveTo>
                    <a:pt x="191" y="1"/>
                  </a:moveTo>
                  <a:cubicBezTo>
                    <a:pt x="155" y="1"/>
                    <a:pt x="120" y="24"/>
                    <a:pt x="108" y="60"/>
                  </a:cubicBezTo>
                  <a:lnTo>
                    <a:pt x="13" y="691"/>
                  </a:lnTo>
                  <a:cubicBezTo>
                    <a:pt x="1" y="739"/>
                    <a:pt x="36" y="774"/>
                    <a:pt x="72" y="774"/>
                  </a:cubicBezTo>
                  <a:lnTo>
                    <a:pt x="84" y="774"/>
                  </a:lnTo>
                  <a:cubicBezTo>
                    <a:pt x="120" y="774"/>
                    <a:pt x="155" y="751"/>
                    <a:pt x="155" y="715"/>
                  </a:cubicBezTo>
                  <a:lnTo>
                    <a:pt x="251" y="155"/>
                  </a:lnTo>
                  <a:lnTo>
                    <a:pt x="2108" y="405"/>
                  </a:lnTo>
                  <a:cubicBezTo>
                    <a:pt x="2112" y="406"/>
                    <a:pt x="2115" y="406"/>
                    <a:pt x="2118" y="406"/>
                  </a:cubicBezTo>
                  <a:cubicBezTo>
                    <a:pt x="2205" y="406"/>
                    <a:pt x="2223" y="262"/>
                    <a:pt x="2120" y="251"/>
                  </a:cubicBezTo>
                  <a:lnTo>
                    <a:pt x="1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23">
              <a:extLst>
                <a:ext uri="{FF2B5EF4-FFF2-40B4-BE49-F238E27FC236}">
                  <a16:creationId xmlns:a16="http://schemas.microsoft.com/office/drawing/2014/main" id="{E4986158-3F68-F437-4A92-962E0C46A882}"/>
                </a:ext>
              </a:extLst>
            </p:cNvPr>
            <p:cNvSpPr/>
            <p:nvPr/>
          </p:nvSpPr>
          <p:spPr>
            <a:xfrm>
              <a:off x="5643312" y="2030246"/>
              <a:ext cx="8020" cy="6817"/>
            </a:xfrm>
            <a:custGeom>
              <a:avLst/>
              <a:gdLst/>
              <a:ahLst/>
              <a:cxnLst/>
              <a:rect l="l" t="t" r="r" b="b"/>
              <a:pathLst>
                <a:path w="240" h="204" extrusionOk="0">
                  <a:moveTo>
                    <a:pt x="120" y="1"/>
                  </a:moveTo>
                  <a:cubicBezTo>
                    <a:pt x="49" y="1"/>
                    <a:pt x="1" y="37"/>
                    <a:pt x="1" y="96"/>
                  </a:cubicBezTo>
                  <a:cubicBezTo>
                    <a:pt x="1" y="156"/>
                    <a:pt x="49" y="203"/>
                    <a:pt x="120" y="203"/>
                  </a:cubicBezTo>
                  <a:cubicBezTo>
                    <a:pt x="191" y="203"/>
                    <a:pt x="239" y="156"/>
                    <a:pt x="239" y="96"/>
                  </a:cubicBezTo>
                  <a:cubicBezTo>
                    <a:pt x="239" y="37"/>
                    <a:pt x="191" y="1"/>
                    <a:pt x="1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23">
              <a:extLst>
                <a:ext uri="{FF2B5EF4-FFF2-40B4-BE49-F238E27FC236}">
                  <a16:creationId xmlns:a16="http://schemas.microsoft.com/office/drawing/2014/main" id="{B207FC4E-2FE3-A12E-7162-A900CF5AC733}"/>
                </a:ext>
              </a:extLst>
            </p:cNvPr>
            <p:cNvSpPr/>
            <p:nvPr/>
          </p:nvSpPr>
          <p:spPr>
            <a:xfrm>
              <a:off x="5655676" y="2051364"/>
              <a:ext cx="70439" cy="24694"/>
            </a:xfrm>
            <a:custGeom>
              <a:avLst/>
              <a:gdLst/>
              <a:ahLst/>
              <a:cxnLst/>
              <a:rect l="l" t="t" r="r" b="b"/>
              <a:pathLst>
                <a:path w="2108" h="739" extrusionOk="0">
                  <a:moveTo>
                    <a:pt x="83" y="0"/>
                  </a:moveTo>
                  <a:cubicBezTo>
                    <a:pt x="60" y="0"/>
                    <a:pt x="36" y="0"/>
                    <a:pt x="24" y="12"/>
                  </a:cubicBezTo>
                  <a:cubicBezTo>
                    <a:pt x="12" y="36"/>
                    <a:pt x="0" y="48"/>
                    <a:pt x="0" y="71"/>
                  </a:cubicBezTo>
                  <a:lnTo>
                    <a:pt x="24" y="667"/>
                  </a:lnTo>
                  <a:cubicBezTo>
                    <a:pt x="36" y="702"/>
                    <a:pt x="60" y="738"/>
                    <a:pt x="95" y="738"/>
                  </a:cubicBezTo>
                  <a:lnTo>
                    <a:pt x="107" y="738"/>
                  </a:lnTo>
                  <a:cubicBezTo>
                    <a:pt x="143" y="738"/>
                    <a:pt x="179" y="702"/>
                    <a:pt x="167" y="667"/>
                  </a:cubicBezTo>
                  <a:lnTo>
                    <a:pt x="155" y="155"/>
                  </a:lnTo>
                  <a:lnTo>
                    <a:pt x="2024" y="298"/>
                  </a:lnTo>
                  <a:cubicBezTo>
                    <a:pt x="2060" y="298"/>
                    <a:pt x="2096" y="274"/>
                    <a:pt x="2107" y="238"/>
                  </a:cubicBezTo>
                  <a:cubicBezTo>
                    <a:pt x="2107" y="202"/>
                    <a:pt x="2072" y="167"/>
                    <a:pt x="2036" y="155"/>
                  </a:cubicBezTo>
                  <a:lnTo>
                    <a:pt x="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23">
              <a:extLst>
                <a:ext uri="{FF2B5EF4-FFF2-40B4-BE49-F238E27FC236}">
                  <a16:creationId xmlns:a16="http://schemas.microsoft.com/office/drawing/2014/main" id="{FEB3F586-0145-2380-9AE3-341D319FB132}"/>
                </a:ext>
              </a:extLst>
            </p:cNvPr>
            <p:cNvSpPr/>
            <p:nvPr/>
          </p:nvSpPr>
          <p:spPr>
            <a:xfrm>
              <a:off x="5655275" y="2070344"/>
              <a:ext cx="9156" cy="6984"/>
            </a:xfrm>
            <a:custGeom>
              <a:avLst/>
              <a:gdLst/>
              <a:ahLst/>
              <a:cxnLst/>
              <a:rect l="l" t="t" r="r" b="b"/>
              <a:pathLst>
                <a:path w="274" h="209" extrusionOk="0">
                  <a:moveTo>
                    <a:pt x="136" y="1"/>
                  </a:moveTo>
                  <a:cubicBezTo>
                    <a:pt x="85" y="1"/>
                    <a:pt x="34" y="25"/>
                    <a:pt x="24" y="75"/>
                  </a:cubicBezTo>
                  <a:cubicBezTo>
                    <a:pt x="0" y="123"/>
                    <a:pt x="48" y="182"/>
                    <a:pt x="107" y="206"/>
                  </a:cubicBezTo>
                  <a:cubicBezTo>
                    <a:pt x="117" y="208"/>
                    <a:pt x="127" y="209"/>
                    <a:pt x="138" y="209"/>
                  </a:cubicBezTo>
                  <a:cubicBezTo>
                    <a:pt x="189" y="209"/>
                    <a:pt x="240" y="184"/>
                    <a:pt x="250" y="134"/>
                  </a:cubicBezTo>
                  <a:cubicBezTo>
                    <a:pt x="274" y="87"/>
                    <a:pt x="226" y="27"/>
                    <a:pt x="167" y="4"/>
                  </a:cubicBezTo>
                  <a:cubicBezTo>
                    <a:pt x="157" y="2"/>
                    <a:pt x="147" y="1"/>
                    <a:pt x="1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23">
              <a:extLst>
                <a:ext uri="{FF2B5EF4-FFF2-40B4-BE49-F238E27FC236}">
                  <a16:creationId xmlns:a16="http://schemas.microsoft.com/office/drawing/2014/main" id="{44EB2AAC-DD01-8017-E799-661F96EB0B42}"/>
                </a:ext>
              </a:extLst>
            </p:cNvPr>
            <p:cNvSpPr/>
            <p:nvPr/>
          </p:nvSpPr>
          <p:spPr>
            <a:xfrm>
              <a:off x="5712949" y="1951888"/>
              <a:ext cx="51359" cy="43807"/>
            </a:xfrm>
            <a:custGeom>
              <a:avLst/>
              <a:gdLst/>
              <a:ahLst/>
              <a:cxnLst/>
              <a:rect l="l" t="t" r="r" b="b"/>
              <a:pathLst>
                <a:path w="1537" h="1311" extrusionOk="0">
                  <a:moveTo>
                    <a:pt x="763" y="0"/>
                  </a:moveTo>
                  <a:cubicBezTo>
                    <a:pt x="346" y="0"/>
                    <a:pt x="1" y="286"/>
                    <a:pt x="1" y="655"/>
                  </a:cubicBezTo>
                  <a:cubicBezTo>
                    <a:pt x="1" y="1013"/>
                    <a:pt x="346" y="1310"/>
                    <a:pt x="763" y="1310"/>
                  </a:cubicBezTo>
                  <a:cubicBezTo>
                    <a:pt x="1191" y="1310"/>
                    <a:pt x="1536" y="1013"/>
                    <a:pt x="1536" y="655"/>
                  </a:cubicBezTo>
                  <a:cubicBezTo>
                    <a:pt x="1536" y="286"/>
                    <a:pt x="1191" y="0"/>
                    <a:pt x="7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23">
              <a:extLst>
                <a:ext uri="{FF2B5EF4-FFF2-40B4-BE49-F238E27FC236}">
                  <a16:creationId xmlns:a16="http://schemas.microsoft.com/office/drawing/2014/main" id="{7698EC19-25FD-799A-E295-12FD546E7B99}"/>
                </a:ext>
              </a:extLst>
            </p:cNvPr>
            <p:cNvSpPr/>
            <p:nvPr/>
          </p:nvSpPr>
          <p:spPr>
            <a:xfrm>
              <a:off x="5720100" y="1951888"/>
              <a:ext cx="9189" cy="9189"/>
            </a:xfrm>
            <a:custGeom>
              <a:avLst/>
              <a:gdLst/>
              <a:ahLst/>
              <a:cxnLst/>
              <a:rect l="l" t="t" r="r" b="b"/>
              <a:pathLst>
                <a:path w="275" h="275" extrusionOk="0">
                  <a:moveTo>
                    <a:pt x="144" y="0"/>
                  </a:moveTo>
                  <a:cubicBezTo>
                    <a:pt x="60" y="0"/>
                    <a:pt x="1" y="60"/>
                    <a:pt x="1" y="131"/>
                  </a:cubicBezTo>
                  <a:cubicBezTo>
                    <a:pt x="1" y="203"/>
                    <a:pt x="60" y="274"/>
                    <a:pt x="144" y="274"/>
                  </a:cubicBezTo>
                  <a:cubicBezTo>
                    <a:pt x="215" y="274"/>
                    <a:pt x="275" y="203"/>
                    <a:pt x="275" y="131"/>
                  </a:cubicBezTo>
                  <a:cubicBezTo>
                    <a:pt x="275" y="60"/>
                    <a:pt x="215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23">
              <a:extLst>
                <a:ext uri="{FF2B5EF4-FFF2-40B4-BE49-F238E27FC236}">
                  <a16:creationId xmlns:a16="http://schemas.microsoft.com/office/drawing/2014/main" id="{1C48A1F9-E1B5-DABF-7F83-241FCD8ECA6A}"/>
                </a:ext>
              </a:extLst>
            </p:cNvPr>
            <p:cNvSpPr/>
            <p:nvPr/>
          </p:nvSpPr>
          <p:spPr>
            <a:xfrm>
              <a:off x="5747567" y="1951888"/>
              <a:ext cx="9189" cy="9189"/>
            </a:xfrm>
            <a:custGeom>
              <a:avLst/>
              <a:gdLst/>
              <a:ahLst/>
              <a:cxnLst/>
              <a:rect l="l" t="t" r="r" b="b"/>
              <a:pathLst>
                <a:path w="275" h="275" extrusionOk="0">
                  <a:moveTo>
                    <a:pt x="143" y="0"/>
                  </a:moveTo>
                  <a:cubicBezTo>
                    <a:pt x="72" y="0"/>
                    <a:pt x="0" y="60"/>
                    <a:pt x="0" y="131"/>
                  </a:cubicBezTo>
                  <a:cubicBezTo>
                    <a:pt x="0" y="203"/>
                    <a:pt x="72" y="274"/>
                    <a:pt x="143" y="274"/>
                  </a:cubicBezTo>
                  <a:cubicBezTo>
                    <a:pt x="215" y="274"/>
                    <a:pt x="274" y="203"/>
                    <a:pt x="274" y="131"/>
                  </a:cubicBezTo>
                  <a:cubicBezTo>
                    <a:pt x="274" y="60"/>
                    <a:pt x="215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23">
              <a:extLst>
                <a:ext uri="{FF2B5EF4-FFF2-40B4-BE49-F238E27FC236}">
                  <a16:creationId xmlns:a16="http://schemas.microsoft.com/office/drawing/2014/main" id="{B73169A6-392F-3AD1-D38B-976A3B1B14EC}"/>
                </a:ext>
              </a:extLst>
            </p:cNvPr>
            <p:cNvSpPr/>
            <p:nvPr/>
          </p:nvSpPr>
          <p:spPr>
            <a:xfrm>
              <a:off x="5673553" y="1967393"/>
              <a:ext cx="128948" cy="135297"/>
            </a:xfrm>
            <a:custGeom>
              <a:avLst/>
              <a:gdLst/>
              <a:ahLst/>
              <a:cxnLst/>
              <a:rect l="l" t="t" r="r" b="b"/>
              <a:pathLst>
                <a:path w="3859" h="4049" extrusionOk="0">
                  <a:moveTo>
                    <a:pt x="1930" y="1"/>
                  </a:moveTo>
                  <a:cubicBezTo>
                    <a:pt x="858" y="1"/>
                    <a:pt x="1" y="906"/>
                    <a:pt x="1" y="2025"/>
                  </a:cubicBezTo>
                  <a:cubicBezTo>
                    <a:pt x="1" y="3144"/>
                    <a:pt x="858" y="4049"/>
                    <a:pt x="1930" y="4049"/>
                  </a:cubicBezTo>
                  <a:cubicBezTo>
                    <a:pt x="2989" y="4049"/>
                    <a:pt x="3858" y="3144"/>
                    <a:pt x="3858" y="2025"/>
                  </a:cubicBezTo>
                  <a:cubicBezTo>
                    <a:pt x="3858" y="906"/>
                    <a:pt x="2989" y="1"/>
                    <a:pt x="193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23">
              <a:extLst>
                <a:ext uri="{FF2B5EF4-FFF2-40B4-BE49-F238E27FC236}">
                  <a16:creationId xmlns:a16="http://schemas.microsoft.com/office/drawing/2014/main" id="{E9A310D6-9C65-76C9-110A-0114334AEB9E}"/>
                </a:ext>
              </a:extLst>
            </p:cNvPr>
            <p:cNvSpPr/>
            <p:nvPr/>
          </p:nvSpPr>
          <p:spPr>
            <a:xfrm>
              <a:off x="5674756" y="1967793"/>
              <a:ext cx="64491" cy="134128"/>
            </a:xfrm>
            <a:custGeom>
              <a:avLst/>
              <a:gdLst/>
              <a:ahLst/>
              <a:cxnLst/>
              <a:rect l="l" t="t" r="r" b="b"/>
              <a:pathLst>
                <a:path w="1930" h="4014" extrusionOk="0">
                  <a:moveTo>
                    <a:pt x="1897" y="1"/>
                  </a:moveTo>
                  <a:cubicBezTo>
                    <a:pt x="847" y="1"/>
                    <a:pt x="1" y="913"/>
                    <a:pt x="1" y="2013"/>
                  </a:cubicBezTo>
                  <a:cubicBezTo>
                    <a:pt x="1" y="2930"/>
                    <a:pt x="572" y="3846"/>
                    <a:pt x="1667" y="4013"/>
                  </a:cubicBezTo>
                  <a:cubicBezTo>
                    <a:pt x="1727" y="2656"/>
                    <a:pt x="1929" y="1"/>
                    <a:pt x="1917" y="1"/>
                  </a:cubicBezTo>
                  <a:cubicBezTo>
                    <a:pt x="1911" y="1"/>
                    <a:pt x="1904" y="1"/>
                    <a:pt x="189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23">
              <a:extLst>
                <a:ext uri="{FF2B5EF4-FFF2-40B4-BE49-F238E27FC236}">
                  <a16:creationId xmlns:a16="http://schemas.microsoft.com/office/drawing/2014/main" id="{3D473F1D-D4C3-8739-CBA2-F05BF738E76C}"/>
                </a:ext>
              </a:extLst>
            </p:cNvPr>
            <p:cNvSpPr/>
            <p:nvPr/>
          </p:nvSpPr>
          <p:spPr>
            <a:xfrm>
              <a:off x="5739213" y="1967793"/>
              <a:ext cx="64491" cy="134128"/>
            </a:xfrm>
            <a:custGeom>
              <a:avLst/>
              <a:gdLst/>
              <a:ahLst/>
              <a:cxnLst/>
              <a:rect l="l" t="t" r="r" b="b"/>
              <a:pathLst>
                <a:path w="1930" h="4014" extrusionOk="0">
                  <a:moveTo>
                    <a:pt x="21" y="1"/>
                  </a:moveTo>
                  <a:cubicBezTo>
                    <a:pt x="14" y="1"/>
                    <a:pt x="7" y="1"/>
                    <a:pt x="0" y="1"/>
                  </a:cubicBezTo>
                  <a:cubicBezTo>
                    <a:pt x="0" y="1"/>
                    <a:pt x="203" y="2656"/>
                    <a:pt x="262" y="4013"/>
                  </a:cubicBezTo>
                  <a:cubicBezTo>
                    <a:pt x="1358" y="3846"/>
                    <a:pt x="1929" y="2930"/>
                    <a:pt x="1929" y="2013"/>
                  </a:cubicBezTo>
                  <a:cubicBezTo>
                    <a:pt x="1929" y="913"/>
                    <a:pt x="1083" y="1"/>
                    <a:pt x="2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89" name="Google Shape;989;p23">
            <a:extLst>
              <a:ext uri="{FF2B5EF4-FFF2-40B4-BE49-F238E27FC236}">
                <a16:creationId xmlns:a16="http://schemas.microsoft.com/office/drawing/2014/main" id="{D610671D-8492-6DC9-A73C-99FBE4642365}"/>
              </a:ext>
            </a:extLst>
          </p:cNvPr>
          <p:cNvSpPr txBox="1"/>
          <p:nvPr/>
        </p:nvSpPr>
        <p:spPr>
          <a:xfrm>
            <a:off x="514363" y="3614190"/>
            <a:ext cx="1349400" cy="3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Täter &amp; Entdeckung</a:t>
            </a:r>
            <a:endParaRPr b="1" dirty="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92" name="Google Shape;992;p23">
            <a:extLst>
              <a:ext uri="{FF2B5EF4-FFF2-40B4-BE49-F238E27FC236}">
                <a16:creationId xmlns:a16="http://schemas.microsoft.com/office/drawing/2014/main" id="{AD3E43EA-266D-DD7A-10ED-4FFCE623AFAB}"/>
              </a:ext>
            </a:extLst>
          </p:cNvPr>
          <p:cNvSpPr txBox="1"/>
          <p:nvPr/>
        </p:nvSpPr>
        <p:spPr>
          <a:xfrm>
            <a:off x="2769246" y="3614190"/>
            <a:ext cx="1349400" cy="3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Ablauf der Attacke</a:t>
            </a:r>
            <a:endParaRPr b="1" dirty="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95" name="Google Shape;995;p23">
            <a:extLst>
              <a:ext uri="{FF2B5EF4-FFF2-40B4-BE49-F238E27FC236}">
                <a16:creationId xmlns:a16="http://schemas.microsoft.com/office/drawing/2014/main" id="{FA5E7404-52B2-10F7-8C6D-CED0571F36C3}"/>
              </a:ext>
            </a:extLst>
          </p:cNvPr>
          <p:cNvSpPr txBox="1"/>
          <p:nvPr/>
        </p:nvSpPr>
        <p:spPr>
          <a:xfrm>
            <a:off x="5129212" y="3611486"/>
            <a:ext cx="1140040" cy="3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Gegenmaßnahmen</a:t>
            </a:r>
            <a:endParaRPr b="1" dirty="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98" name="Google Shape;998;p23">
            <a:extLst>
              <a:ext uri="{FF2B5EF4-FFF2-40B4-BE49-F238E27FC236}">
                <a16:creationId xmlns:a16="http://schemas.microsoft.com/office/drawing/2014/main" id="{B69AEAFB-E477-51D5-EA47-953EE260CABA}"/>
              </a:ext>
            </a:extLst>
          </p:cNvPr>
          <p:cNvSpPr txBox="1"/>
          <p:nvPr/>
        </p:nvSpPr>
        <p:spPr>
          <a:xfrm>
            <a:off x="7251369" y="3603560"/>
            <a:ext cx="1367100" cy="3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Status &amp; Folgen</a:t>
            </a:r>
            <a:endParaRPr b="1" dirty="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1000" name="Google Shape;1000;p23">
            <a:extLst>
              <a:ext uri="{FF2B5EF4-FFF2-40B4-BE49-F238E27FC236}">
                <a16:creationId xmlns:a16="http://schemas.microsoft.com/office/drawing/2014/main" id="{FDB70544-9BE9-A824-6F43-6E495E5CB882}"/>
              </a:ext>
            </a:extLst>
          </p:cNvPr>
          <p:cNvGrpSpPr/>
          <p:nvPr/>
        </p:nvGrpSpPr>
        <p:grpSpPr>
          <a:xfrm>
            <a:off x="7222294" y="1276337"/>
            <a:ext cx="1464513" cy="1464112"/>
            <a:chOff x="7222294" y="1276337"/>
            <a:chExt cx="1464513" cy="1464112"/>
          </a:xfrm>
        </p:grpSpPr>
        <p:sp>
          <p:nvSpPr>
            <p:cNvPr id="1001" name="Google Shape;1001;p23">
              <a:extLst>
                <a:ext uri="{FF2B5EF4-FFF2-40B4-BE49-F238E27FC236}">
                  <a16:creationId xmlns:a16="http://schemas.microsoft.com/office/drawing/2014/main" id="{21A18A9D-4AA6-05BF-02F4-C0A2960B358D}"/>
                </a:ext>
              </a:extLst>
            </p:cNvPr>
            <p:cNvSpPr/>
            <p:nvPr/>
          </p:nvSpPr>
          <p:spPr>
            <a:xfrm>
              <a:off x="7222294" y="1276337"/>
              <a:ext cx="1464513" cy="1464112"/>
            </a:xfrm>
            <a:custGeom>
              <a:avLst/>
              <a:gdLst/>
              <a:ahLst/>
              <a:cxnLst/>
              <a:rect l="l" t="t" r="r" b="b"/>
              <a:pathLst>
                <a:path w="43828" h="43816" extrusionOk="0">
                  <a:moveTo>
                    <a:pt x="21908" y="1"/>
                  </a:moveTo>
                  <a:cubicBezTo>
                    <a:pt x="9812" y="1"/>
                    <a:pt x="1" y="9800"/>
                    <a:pt x="1" y="21908"/>
                  </a:cubicBezTo>
                  <a:cubicBezTo>
                    <a:pt x="1" y="34005"/>
                    <a:pt x="9812" y="43816"/>
                    <a:pt x="21908" y="43816"/>
                  </a:cubicBezTo>
                  <a:cubicBezTo>
                    <a:pt x="34017" y="43816"/>
                    <a:pt x="43828" y="34005"/>
                    <a:pt x="43828" y="21908"/>
                  </a:cubicBezTo>
                  <a:cubicBezTo>
                    <a:pt x="43828" y="9800"/>
                    <a:pt x="34017" y="1"/>
                    <a:pt x="219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23">
              <a:extLst>
                <a:ext uri="{FF2B5EF4-FFF2-40B4-BE49-F238E27FC236}">
                  <a16:creationId xmlns:a16="http://schemas.microsoft.com/office/drawing/2014/main" id="{C68CE6DD-E195-CAC2-F53D-337607C11126}"/>
                </a:ext>
              </a:extLst>
            </p:cNvPr>
            <p:cNvSpPr/>
            <p:nvPr/>
          </p:nvSpPr>
          <p:spPr>
            <a:xfrm>
              <a:off x="7260488" y="1364887"/>
              <a:ext cx="1337602" cy="1286845"/>
            </a:xfrm>
            <a:custGeom>
              <a:avLst/>
              <a:gdLst/>
              <a:ahLst/>
              <a:cxnLst/>
              <a:rect l="l" t="t" r="r" b="b"/>
              <a:pathLst>
                <a:path w="40030" h="38511" extrusionOk="0">
                  <a:moveTo>
                    <a:pt x="20770" y="0"/>
                  </a:moveTo>
                  <a:cubicBezTo>
                    <a:pt x="15760" y="0"/>
                    <a:pt x="10835" y="1959"/>
                    <a:pt x="7157" y="5637"/>
                  </a:cubicBezTo>
                  <a:cubicBezTo>
                    <a:pt x="1644" y="11150"/>
                    <a:pt x="1" y="19425"/>
                    <a:pt x="2978" y="26628"/>
                  </a:cubicBezTo>
                  <a:cubicBezTo>
                    <a:pt x="5954" y="33819"/>
                    <a:pt x="12979" y="38511"/>
                    <a:pt x="20765" y="38511"/>
                  </a:cubicBezTo>
                  <a:cubicBezTo>
                    <a:pt x="31398" y="38499"/>
                    <a:pt x="40018" y="29890"/>
                    <a:pt x="40030" y="19258"/>
                  </a:cubicBezTo>
                  <a:cubicBezTo>
                    <a:pt x="40030" y="11471"/>
                    <a:pt x="35339" y="4447"/>
                    <a:pt x="28135" y="1470"/>
                  </a:cubicBezTo>
                  <a:cubicBezTo>
                    <a:pt x="25754" y="480"/>
                    <a:pt x="23251" y="0"/>
                    <a:pt x="2077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23">
              <a:extLst>
                <a:ext uri="{FF2B5EF4-FFF2-40B4-BE49-F238E27FC236}">
                  <a16:creationId xmlns:a16="http://schemas.microsoft.com/office/drawing/2014/main" id="{83D108D1-0535-577F-8165-6C86415051BA}"/>
                </a:ext>
              </a:extLst>
            </p:cNvPr>
            <p:cNvSpPr/>
            <p:nvPr/>
          </p:nvSpPr>
          <p:spPr>
            <a:xfrm>
              <a:off x="7900652" y="2092331"/>
              <a:ext cx="117788" cy="334618"/>
            </a:xfrm>
            <a:custGeom>
              <a:avLst/>
              <a:gdLst/>
              <a:ahLst/>
              <a:cxnLst/>
              <a:rect l="l" t="t" r="r" b="b"/>
              <a:pathLst>
                <a:path w="3525" h="10014" extrusionOk="0">
                  <a:moveTo>
                    <a:pt x="631" y="0"/>
                  </a:moveTo>
                  <a:lnTo>
                    <a:pt x="0" y="10014"/>
                  </a:lnTo>
                  <a:lnTo>
                    <a:pt x="3524" y="10014"/>
                  </a:lnTo>
                  <a:lnTo>
                    <a:pt x="289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23">
              <a:extLst>
                <a:ext uri="{FF2B5EF4-FFF2-40B4-BE49-F238E27FC236}">
                  <a16:creationId xmlns:a16="http://schemas.microsoft.com/office/drawing/2014/main" id="{9272B98E-8E6B-3258-E724-35D419BB4E60}"/>
                </a:ext>
              </a:extLst>
            </p:cNvPr>
            <p:cNvSpPr/>
            <p:nvPr/>
          </p:nvSpPr>
          <p:spPr>
            <a:xfrm>
              <a:off x="7493257" y="1683733"/>
              <a:ext cx="932980" cy="646146"/>
            </a:xfrm>
            <a:custGeom>
              <a:avLst/>
              <a:gdLst/>
              <a:ahLst/>
              <a:cxnLst/>
              <a:rect l="l" t="t" r="r" b="b"/>
              <a:pathLst>
                <a:path w="27921" h="19337" extrusionOk="0">
                  <a:moveTo>
                    <a:pt x="429" y="1"/>
                  </a:moveTo>
                  <a:cubicBezTo>
                    <a:pt x="191" y="1"/>
                    <a:pt x="0" y="191"/>
                    <a:pt x="0" y="429"/>
                  </a:cubicBezTo>
                  <a:lnTo>
                    <a:pt x="0" y="18908"/>
                  </a:lnTo>
                  <a:cubicBezTo>
                    <a:pt x="0" y="19146"/>
                    <a:pt x="191" y="19336"/>
                    <a:pt x="429" y="19336"/>
                  </a:cubicBezTo>
                  <a:lnTo>
                    <a:pt x="27480" y="19336"/>
                  </a:lnTo>
                  <a:cubicBezTo>
                    <a:pt x="27718" y="19336"/>
                    <a:pt x="27920" y="19146"/>
                    <a:pt x="27920" y="18908"/>
                  </a:cubicBezTo>
                  <a:lnTo>
                    <a:pt x="27920" y="429"/>
                  </a:lnTo>
                  <a:cubicBezTo>
                    <a:pt x="27920" y="191"/>
                    <a:pt x="27718" y="1"/>
                    <a:pt x="2748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23">
              <a:extLst>
                <a:ext uri="{FF2B5EF4-FFF2-40B4-BE49-F238E27FC236}">
                  <a16:creationId xmlns:a16="http://schemas.microsoft.com/office/drawing/2014/main" id="{E610F131-84D4-0D5B-01EF-A3F79AC0CF79}"/>
                </a:ext>
              </a:extLst>
            </p:cNvPr>
            <p:cNvSpPr/>
            <p:nvPr/>
          </p:nvSpPr>
          <p:spPr>
            <a:xfrm>
              <a:off x="7527474" y="1719152"/>
              <a:ext cx="864145" cy="517632"/>
            </a:xfrm>
            <a:custGeom>
              <a:avLst/>
              <a:gdLst/>
              <a:ahLst/>
              <a:cxnLst/>
              <a:rect l="l" t="t" r="r" b="b"/>
              <a:pathLst>
                <a:path w="25861" h="15491" extrusionOk="0">
                  <a:moveTo>
                    <a:pt x="191" y="0"/>
                  </a:moveTo>
                  <a:cubicBezTo>
                    <a:pt x="83" y="0"/>
                    <a:pt x="0" y="72"/>
                    <a:pt x="0" y="179"/>
                  </a:cubicBezTo>
                  <a:lnTo>
                    <a:pt x="0" y="15312"/>
                  </a:lnTo>
                  <a:cubicBezTo>
                    <a:pt x="0" y="15407"/>
                    <a:pt x="83" y="15490"/>
                    <a:pt x="191" y="15490"/>
                  </a:cubicBezTo>
                  <a:lnTo>
                    <a:pt x="25670" y="15490"/>
                  </a:lnTo>
                  <a:cubicBezTo>
                    <a:pt x="25777" y="15490"/>
                    <a:pt x="25860" y="15407"/>
                    <a:pt x="25860" y="15312"/>
                  </a:cubicBezTo>
                  <a:lnTo>
                    <a:pt x="25860" y="179"/>
                  </a:lnTo>
                  <a:cubicBezTo>
                    <a:pt x="25860" y="72"/>
                    <a:pt x="25777" y="0"/>
                    <a:pt x="256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23">
              <a:extLst>
                <a:ext uri="{FF2B5EF4-FFF2-40B4-BE49-F238E27FC236}">
                  <a16:creationId xmlns:a16="http://schemas.microsoft.com/office/drawing/2014/main" id="{F09FAB45-ED6C-CA5E-EE1B-5CF3922FBFAB}"/>
                </a:ext>
              </a:extLst>
            </p:cNvPr>
            <p:cNvSpPr/>
            <p:nvPr/>
          </p:nvSpPr>
          <p:spPr>
            <a:xfrm>
              <a:off x="7650407" y="2403057"/>
              <a:ext cx="618278" cy="23892"/>
            </a:xfrm>
            <a:custGeom>
              <a:avLst/>
              <a:gdLst/>
              <a:ahLst/>
              <a:cxnLst/>
              <a:rect l="l" t="t" r="r" b="b"/>
              <a:pathLst>
                <a:path w="18503" h="715" extrusionOk="0">
                  <a:moveTo>
                    <a:pt x="274" y="0"/>
                  </a:moveTo>
                  <a:cubicBezTo>
                    <a:pt x="119" y="0"/>
                    <a:pt x="0" y="131"/>
                    <a:pt x="0" y="274"/>
                  </a:cubicBezTo>
                  <a:lnTo>
                    <a:pt x="0" y="441"/>
                  </a:lnTo>
                  <a:cubicBezTo>
                    <a:pt x="0" y="595"/>
                    <a:pt x="119" y="715"/>
                    <a:pt x="274" y="715"/>
                  </a:cubicBezTo>
                  <a:lnTo>
                    <a:pt x="18229" y="715"/>
                  </a:lnTo>
                  <a:cubicBezTo>
                    <a:pt x="18383" y="715"/>
                    <a:pt x="18502" y="595"/>
                    <a:pt x="18502" y="441"/>
                  </a:cubicBezTo>
                  <a:lnTo>
                    <a:pt x="18502" y="274"/>
                  </a:lnTo>
                  <a:cubicBezTo>
                    <a:pt x="18502" y="131"/>
                    <a:pt x="18383" y="0"/>
                    <a:pt x="1822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23">
              <a:extLst>
                <a:ext uri="{FF2B5EF4-FFF2-40B4-BE49-F238E27FC236}">
                  <a16:creationId xmlns:a16="http://schemas.microsoft.com/office/drawing/2014/main" id="{0E6B07B4-61B0-E3C4-AC27-636D9D1BCC03}"/>
                </a:ext>
              </a:extLst>
            </p:cNvPr>
            <p:cNvSpPr/>
            <p:nvPr/>
          </p:nvSpPr>
          <p:spPr>
            <a:xfrm>
              <a:off x="7939614" y="2268963"/>
              <a:ext cx="35052" cy="29806"/>
            </a:xfrm>
            <a:custGeom>
              <a:avLst/>
              <a:gdLst/>
              <a:ahLst/>
              <a:cxnLst/>
              <a:rect l="l" t="t" r="r" b="b"/>
              <a:pathLst>
                <a:path w="1049" h="892" extrusionOk="0">
                  <a:moveTo>
                    <a:pt x="608" y="1"/>
                  </a:moveTo>
                  <a:cubicBezTo>
                    <a:pt x="203" y="1"/>
                    <a:pt x="1" y="477"/>
                    <a:pt x="287" y="763"/>
                  </a:cubicBezTo>
                  <a:cubicBezTo>
                    <a:pt x="379" y="851"/>
                    <a:pt x="491" y="891"/>
                    <a:pt x="601" y="891"/>
                  </a:cubicBezTo>
                  <a:cubicBezTo>
                    <a:pt x="830" y="891"/>
                    <a:pt x="1049" y="715"/>
                    <a:pt x="1049" y="441"/>
                  </a:cubicBezTo>
                  <a:cubicBezTo>
                    <a:pt x="1049" y="203"/>
                    <a:pt x="846" y="1"/>
                    <a:pt x="60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23">
              <a:extLst>
                <a:ext uri="{FF2B5EF4-FFF2-40B4-BE49-F238E27FC236}">
                  <a16:creationId xmlns:a16="http://schemas.microsoft.com/office/drawing/2014/main" id="{64209093-815E-E716-8A80-E28851A98EB9}"/>
                </a:ext>
              </a:extLst>
            </p:cNvPr>
            <p:cNvSpPr/>
            <p:nvPr/>
          </p:nvSpPr>
          <p:spPr>
            <a:xfrm>
              <a:off x="7773742" y="1927629"/>
              <a:ext cx="371608" cy="34250"/>
            </a:xfrm>
            <a:custGeom>
              <a:avLst/>
              <a:gdLst/>
              <a:ahLst/>
              <a:cxnLst/>
              <a:rect l="l" t="t" r="r" b="b"/>
              <a:pathLst>
                <a:path w="11121" h="1025" extrusionOk="0">
                  <a:moveTo>
                    <a:pt x="512" y="0"/>
                  </a:moveTo>
                  <a:cubicBezTo>
                    <a:pt x="226" y="0"/>
                    <a:pt x="0" y="226"/>
                    <a:pt x="0" y="512"/>
                  </a:cubicBezTo>
                  <a:cubicBezTo>
                    <a:pt x="0" y="786"/>
                    <a:pt x="226" y="1024"/>
                    <a:pt x="512" y="1024"/>
                  </a:cubicBezTo>
                  <a:lnTo>
                    <a:pt x="10620" y="1024"/>
                  </a:lnTo>
                  <a:cubicBezTo>
                    <a:pt x="10894" y="1024"/>
                    <a:pt x="11120" y="786"/>
                    <a:pt x="11120" y="512"/>
                  </a:cubicBezTo>
                  <a:cubicBezTo>
                    <a:pt x="11120" y="226"/>
                    <a:pt x="10894" y="0"/>
                    <a:pt x="1062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23">
              <a:extLst>
                <a:ext uri="{FF2B5EF4-FFF2-40B4-BE49-F238E27FC236}">
                  <a16:creationId xmlns:a16="http://schemas.microsoft.com/office/drawing/2014/main" id="{FCB0FA8F-74AD-12BB-1CE3-406B2E54D096}"/>
                </a:ext>
              </a:extLst>
            </p:cNvPr>
            <p:cNvSpPr/>
            <p:nvPr/>
          </p:nvSpPr>
          <p:spPr>
            <a:xfrm>
              <a:off x="7773742" y="1983331"/>
              <a:ext cx="371608" cy="34217"/>
            </a:xfrm>
            <a:custGeom>
              <a:avLst/>
              <a:gdLst/>
              <a:ahLst/>
              <a:cxnLst/>
              <a:rect l="l" t="t" r="r" b="b"/>
              <a:pathLst>
                <a:path w="11121" h="1024" extrusionOk="0">
                  <a:moveTo>
                    <a:pt x="512" y="0"/>
                  </a:moveTo>
                  <a:cubicBezTo>
                    <a:pt x="226" y="0"/>
                    <a:pt x="0" y="226"/>
                    <a:pt x="0" y="512"/>
                  </a:cubicBezTo>
                  <a:cubicBezTo>
                    <a:pt x="0" y="798"/>
                    <a:pt x="226" y="1024"/>
                    <a:pt x="512" y="1024"/>
                  </a:cubicBezTo>
                  <a:lnTo>
                    <a:pt x="10620" y="1024"/>
                  </a:lnTo>
                  <a:cubicBezTo>
                    <a:pt x="10894" y="1024"/>
                    <a:pt x="11120" y="798"/>
                    <a:pt x="11120" y="512"/>
                  </a:cubicBezTo>
                  <a:cubicBezTo>
                    <a:pt x="11120" y="226"/>
                    <a:pt x="10894" y="0"/>
                    <a:pt x="1062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23">
              <a:extLst>
                <a:ext uri="{FF2B5EF4-FFF2-40B4-BE49-F238E27FC236}">
                  <a16:creationId xmlns:a16="http://schemas.microsoft.com/office/drawing/2014/main" id="{AE3F9D61-2CE4-E368-8936-42816239B73E}"/>
                </a:ext>
              </a:extLst>
            </p:cNvPr>
            <p:cNvSpPr/>
            <p:nvPr/>
          </p:nvSpPr>
          <p:spPr>
            <a:xfrm>
              <a:off x="7795194" y="1995261"/>
              <a:ext cx="9991" cy="9958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4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26"/>
                    <a:pt x="72" y="298"/>
                    <a:pt x="144" y="298"/>
                  </a:cubicBezTo>
                  <a:cubicBezTo>
                    <a:pt x="227" y="298"/>
                    <a:pt x="299" y="226"/>
                    <a:pt x="299" y="143"/>
                  </a:cubicBezTo>
                  <a:cubicBezTo>
                    <a:pt x="299" y="72"/>
                    <a:pt x="227" y="0"/>
                    <a:pt x="1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23">
              <a:extLst>
                <a:ext uri="{FF2B5EF4-FFF2-40B4-BE49-F238E27FC236}">
                  <a16:creationId xmlns:a16="http://schemas.microsoft.com/office/drawing/2014/main" id="{E1DE0EB5-0E6A-B62F-FC9E-44CEF15BC148}"/>
                </a:ext>
              </a:extLst>
            </p:cNvPr>
            <p:cNvSpPr/>
            <p:nvPr/>
          </p:nvSpPr>
          <p:spPr>
            <a:xfrm>
              <a:off x="7816680" y="1996063"/>
              <a:ext cx="9590" cy="9557"/>
            </a:xfrm>
            <a:custGeom>
              <a:avLst/>
              <a:gdLst/>
              <a:ahLst/>
              <a:cxnLst/>
              <a:rect l="l" t="t" r="r" b="b"/>
              <a:pathLst>
                <a:path w="287" h="286" extrusionOk="0">
                  <a:moveTo>
                    <a:pt x="144" y="0"/>
                  </a:moveTo>
                  <a:cubicBezTo>
                    <a:pt x="60" y="0"/>
                    <a:pt x="1" y="60"/>
                    <a:pt x="1" y="143"/>
                  </a:cubicBezTo>
                  <a:cubicBezTo>
                    <a:pt x="1" y="226"/>
                    <a:pt x="60" y="286"/>
                    <a:pt x="144" y="286"/>
                  </a:cubicBezTo>
                  <a:cubicBezTo>
                    <a:pt x="227" y="286"/>
                    <a:pt x="287" y="226"/>
                    <a:pt x="287" y="143"/>
                  </a:cubicBezTo>
                  <a:cubicBezTo>
                    <a:pt x="287" y="60"/>
                    <a:pt x="227" y="0"/>
                    <a:pt x="1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23">
              <a:extLst>
                <a:ext uri="{FF2B5EF4-FFF2-40B4-BE49-F238E27FC236}">
                  <a16:creationId xmlns:a16="http://schemas.microsoft.com/office/drawing/2014/main" id="{DD39ED93-4311-1EB1-E526-762B1F4EB5A2}"/>
                </a:ext>
              </a:extLst>
            </p:cNvPr>
            <p:cNvSpPr/>
            <p:nvPr/>
          </p:nvSpPr>
          <p:spPr>
            <a:xfrm>
              <a:off x="7837765" y="1996063"/>
              <a:ext cx="9590" cy="9557"/>
            </a:xfrm>
            <a:custGeom>
              <a:avLst/>
              <a:gdLst/>
              <a:ahLst/>
              <a:cxnLst/>
              <a:rect l="l" t="t" r="r" b="b"/>
              <a:pathLst>
                <a:path w="287" h="286" extrusionOk="0">
                  <a:moveTo>
                    <a:pt x="144" y="0"/>
                  </a:moveTo>
                  <a:cubicBezTo>
                    <a:pt x="60" y="0"/>
                    <a:pt x="1" y="60"/>
                    <a:pt x="1" y="143"/>
                  </a:cubicBezTo>
                  <a:cubicBezTo>
                    <a:pt x="1" y="226"/>
                    <a:pt x="60" y="286"/>
                    <a:pt x="144" y="286"/>
                  </a:cubicBezTo>
                  <a:cubicBezTo>
                    <a:pt x="227" y="286"/>
                    <a:pt x="287" y="226"/>
                    <a:pt x="287" y="143"/>
                  </a:cubicBezTo>
                  <a:cubicBezTo>
                    <a:pt x="287" y="60"/>
                    <a:pt x="227" y="0"/>
                    <a:pt x="1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23">
              <a:extLst>
                <a:ext uri="{FF2B5EF4-FFF2-40B4-BE49-F238E27FC236}">
                  <a16:creationId xmlns:a16="http://schemas.microsoft.com/office/drawing/2014/main" id="{32BDEF77-B3C5-7F45-CEE6-1B0EC77AAD57}"/>
                </a:ext>
              </a:extLst>
            </p:cNvPr>
            <p:cNvSpPr/>
            <p:nvPr/>
          </p:nvSpPr>
          <p:spPr>
            <a:xfrm>
              <a:off x="7858850" y="1996063"/>
              <a:ext cx="9991" cy="9557"/>
            </a:xfrm>
            <a:custGeom>
              <a:avLst/>
              <a:gdLst/>
              <a:ahLst/>
              <a:cxnLst/>
              <a:rect l="l" t="t" r="r" b="b"/>
              <a:pathLst>
                <a:path w="299" h="286" extrusionOk="0">
                  <a:moveTo>
                    <a:pt x="144" y="0"/>
                  </a:moveTo>
                  <a:cubicBezTo>
                    <a:pt x="72" y="0"/>
                    <a:pt x="1" y="60"/>
                    <a:pt x="1" y="143"/>
                  </a:cubicBezTo>
                  <a:cubicBezTo>
                    <a:pt x="1" y="226"/>
                    <a:pt x="72" y="286"/>
                    <a:pt x="144" y="286"/>
                  </a:cubicBezTo>
                  <a:cubicBezTo>
                    <a:pt x="227" y="286"/>
                    <a:pt x="299" y="226"/>
                    <a:pt x="299" y="143"/>
                  </a:cubicBezTo>
                  <a:cubicBezTo>
                    <a:pt x="299" y="60"/>
                    <a:pt x="227" y="0"/>
                    <a:pt x="1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23">
              <a:extLst>
                <a:ext uri="{FF2B5EF4-FFF2-40B4-BE49-F238E27FC236}">
                  <a16:creationId xmlns:a16="http://schemas.microsoft.com/office/drawing/2014/main" id="{A6E5AEE8-72C5-3BB2-5042-102C8B87E152}"/>
                </a:ext>
              </a:extLst>
            </p:cNvPr>
            <p:cNvSpPr/>
            <p:nvPr/>
          </p:nvSpPr>
          <p:spPr>
            <a:xfrm>
              <a:off x="7880336" y="1996063"/>
              <a:ext cx="9590" cy="9557"/>
            </a:xfrm>
            <a:custGeom>
              <a:avLst/>
              <a:gdLst/>
              <a:ahLst/>
              <a:cxnLst/>
              <a:rect l="l" t="t" r="r" b="b"/>
              <a:pathLst>
                <a:path w="287" h="286" extrusionOk="0">
                  <a:moveTo>
                    <a:pt x="144" y="0"/>
                  </a:moveTo>
                  <a:cubicBezTo>
                    <a:pt x="60" y="0"/>
                    <a:pt x="1" y="60"/>
                    <a:pt x="1" y="143"/>
                  </a:cubicBezTo>
                  <a:cubicBezTo>
                    <a:pt x="1" y="226"/>
                    <a:pt x="60" y="286"/>
                    <a:pt x="144" y="286"/>
                  </a:cubicBezTo>
                  <a:cubicBezTo>
                    <a:pt x="227" y="286"/>
                    <a:pt x="287" y="226"/>
                    <a:pt x="287" y="143"/>
                  </a:cubicBezTo>
                  <a:cubicBezTo>
                    <a:pt x="287" y="60"/>
                    <a:pt x="227" y="0"/>
                    <a:pt x="1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23">
              <a:extLst>
                <a:ext uri="{FF2B5EF4-FFF2-40B4-BE49-F238E27FC236}">
                  <a16:creationId xmlns:a16="http://schemas.microsoft.com/office/drawing/2014/main" id="{CBF77AD6-4781-5B80-D954-F516BD7F7E02}"/>
                </a:ext>
              </a:extLst>
            </p:cNvPr>
            <p:cNvSpPr/>
            <p:nvPr/>
          </p:nvSpPr>
          <p:spPr>
            <a:xfrm>
              <a:off x="7916157" y="2036227"/>
              <a:ext cx="86779" cy="59312"/>
            </a:xfrm>
            <a:custGeom>
              <a:avLst/>
              <a:gdLst/>
              <a:ahLst/>
              <a:cxnLst/>
              <a:rect l="l" t="t" r="r" b="b"/>
              <a:pathLst>
                <a:path w="2597" h="1775" extrusionOk="0">
                  <a:moveTo>
                    <a:pt x="1298" y="1"/>
                  </a:moveTo>
                  <a:cubicBezTo>
                    <a:pt x="584" y="1"/>
                    <a:pt x="0" y="572"/>
                    <a:pt x="0" y="1298"/>
                  </a:cubicBezTo>
                  <a:lnTo>
                    <a:pt x="0" y="1775"/>
                  </a:lnTo>
                  <a:lnTo>
                    <a:pt x="441" y="1775"/>
                  </a:lnTo>
                  <a:lnTo>
                    <a:pt x="441" y="1298"/>
                  </a:lnTo>
                  <a:cubicBezTo>
                    <a:pt x="441" y="822"/>
                    <a:pt x="822" y="429"/>
                    <a:pt x="1298" y="429"/>
                  </a:cubicBezTo>
                  <a:cubicBezTo>
                    <a:pt x="1775" y="429"/>
                    <a:pt x="2156" y="822"/>
                    <a:pt x="2167" y="1298"/>
                  </a:cubicBezTo>
                  <a:lnTo>
                    <a:pt x="2167" y="1775"/>
                  </a:lnTo>
                  <a:lnTo>
                    <a:pt x="2596" y="1775"/>
                  </a:lnTo>
                  <a:lnTo>
                    <a:pt x="2596" y="1298"/>
                  </a:lnTo>
                  <a:cubicBezTo>
                    <a:pt x="2596" y="572"/>
                    <a:pt x="2013" y="1"/>
                    <a:pt x="12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23">
              <a:extLst>
                <a:ext uri="{FF2B5EF4-FFF2-40B4-BE49-F238E27FC236}">
                  <a16:creationId xmlns:a16="http://schemas.microsoft.com/office/drawing/2014/main" id="{BE11B198-187B-9A7A-F8F9-B2EEC6392F3C}"/>
                </a:ext>
              </a:extLst>
            </p:cNvPr>
            <p:cNvSpPr/>
            <p:nvPr/>
          </p:nvSpPr>
          <p:spPr>
            <a:xfrm>
              <a:off x="7900652" y="2095506"/>
              <a:ext cx="117788" cy="86378"/>
            </a:xfrm>
            <a:custGeom>
              <a:avLst/>
              <a:gdLst/>
              <a:ahLst/>
              <a:cxnLst/>
              <a:rect l="l" t="t" r="r" b="b"/>
              <a:pathLst>
                <a:path w="3525" h="2585" extrusionOk="0">
                  <a:moveTo>
                    <a:pt x="393" y="1"/>
                  </a:moveTo>
                  <a:cubicBezTo>
                    <a:pt x="179" y="1"/>
                    <a:pt x="0" y="179"/>
                    <a:pt x="0" y="405"/>
                  </a:cubicBezTo>
                  <a:lnTo>
                    <a:pt x="0" y="2191"/>
                  </a:lnTo>
                  <a:cubicBezTo>
                    <a:pt x="0" y="2418"/>
                    <a:pt x="179" y="2584"/>
                    <a:pt x="393" y="2584"/>
                  </a:cubicBezTo>
                  <a:lnTo>
                    <a:pt x="3131" y="2584"/>
                  </a:lnTo>
                  <a:cubicBezTo>
                    <a:pt x="3346" y="2584"/>
                    <a:pt x="3524" y="2418"/>
                    <a:pt x="3524" y="2191"/>
                  </a:cubicBezTo>
                  <a:lnTo>
                    <a:pt x="3524" y="405"/>
                  </a:lnTo>
                  <a:cubicBezTo>
                    <a:pt x="3524" y="179"/>
                    <a:pt x="3346" y="1"/>
                    <a:pt x="313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23">
              <a:extLst>
                <a:ext uri="{FF2B5EF4-FFF2-40B4-BE49-F238E27FC236}">
                  <a16:creationId xmlns:a16="http://schemas.microsoft.com/office/drawing/2014/main" id="{4CD5251E-E358-E4C2-07BB-D30D4E9B634E}"/>
                </a:ext>
              </a:extLst>
            </p:cNvPr>
            <p:cNvSpPr/>
            <p:nvPr/>
          </p:nvSpPr>
          <p:spPr>
            <a:xfrm>
              <a:off x="7949171" y="2120567"/>
              <a:ext cx="20717" cy="20717"/>
            </a:xfrm>
            <a:custGeom>
              <a:avLst/>
              <a:gdLst/>
              <a:ahLst/>
              <a:cxnLst/>
              <a:rect l="l" t="t" r="r" b="b"/>
              <a:pathLst>
                <a:path w="620" h="620" extrusionOk="0">
                  <a:moveTo>
                    <a:pt x="310" y="1"/>
                  </a:moveTo>
                  <a:cubicBezTo>
                    <a:pt x="144" y="1"/>
                    <a:pt x="1" y="144"/>
                    <a:pt x="1" y="310"/>
                  </a:cubicBezTo>
                  <a:cubicBezTo>
                    <a:pt x="1" y="489"/>
                    <a:pt x="144" y="620"/>
                    <a:pt x="310" y="620"/>
                  </a:cubicBezTo>
                  <a:cubicBezTo>
                    <a:pt x="489" y="620"/>
                    <a:pt x="620" y="489"/>
                    <a:pt x="620" y="310"/>
                  </a:cubicBezTo>
                  <a:cubicBezTo>
                    <a:pt x="620" y="144"/>
                    <a:pt x="489" y="1"/>
                    <a:pt x="31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23">
              <a:extLst>
                <a:ext uri="{FF2B5EF4-FFF2-40B4-BE49-F238E27FC236}">
                  <a16:creationId xmlns:a16="http://schemas.microsoft.com/office/drawing/2014/main" id="{27E7FFE7-98CA-CD0D-6325-C806AE458919}"/>
                </a:ext>
              </a:extLst>
            </p:cNvPr>
            <p:cNvSpPr/>
            <p:nvPr/>
          </p:nvSpPr>
          <p:spPr>
            <a:xfrm>
              <a:off x="7948770" y="2134501"/>
              <a:ext cx="21920" cy="25496"/>
            </a:xfrm>
            <a:custGeom>
              <a:avLst/>
              <a:gdLst/>
              <a:ahLst/>
              <a:cxnLst/>
              <a:rect l="l" t="t" r="r" b="b"/>
              <a:pathLst>
                <a:path w="656" h="763" extrusionOk="0">
                  <a:moveTo>
                    <a:pt x="275" y="0"/>
                  </a:moveTo>
                  <a:lnTo>
                    <a:pt x="1" y="762"/>
                  </a:lnTo>
                  <a:lnTo>
                    <a:pt x="656" y="762"/>
                  </a:lnTo>
                  <a:lnTo>
                    <a:pt x="35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23">
              <a:extLst>
                <a:ext uri="{FF2B5EF4-FFF2-40B4-BE49-F238E27FC236}">
                  <a16:creationId xmlns:a16="http://schemas.microsoft.com/office/drawing/2014/main" id="{F6C301D0-03B7-B7F0-6909-DEBA0A291E81}"/>
                </a:ext>
              </a:extLst>
            </p:cNvPr>
            <p:cNvSpPr/>
            <p:nvPr/>
          </p:nvSpPr>
          <p:spPr>
            <a:xfrm>
              <a:off x="7879166" y="1746987"/>
              <a:ext cx="161161" cy="161161"/>
            </a:xfrm>
            <a:custGeom>
              <a:avLst/>
              <a:gdLst/>
              <a:ahLst/>
              <a:cxnLst/>
              <a:rect l="l" t="t" r="r" b="b"/>
              <a:pathLst>
                <a:path w="4823" h="4823" extrusionOk="0">
                  <a:moveTo>
                    <a:pt x="2405" y="1"/>
                  </a:moveTo>
                  <a:cubicBezTo>
                    <a:pt x="1072" y="1"/>
                    <a:pt x="0" y="1084"/>
                    <a:pt x="0" y="2418"/>
                  </a:cubicBezTo>
                  <a:cubicBezTo>
                    <a:pt x="0" y="3739"/>
                    <a:pt x="1072" y="4823"/>
                    <a:pt x="2405" y="4823"/>
                  </a:cubicBezTo>
                  <a:cubicBezTo>
                    <a:pt x="3739" y="4823"/>
                    <a:pt x="4822" y="3739"/>
                    <a:pt x="4822" y="2418"/>
                  </a:cubicBezTo>
                  <a:cubicBezTo>
                    <a:pt x="4822" y="1084"/>
                    <a:pt x="3739" y="1"/>
                    <a:pt x="240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23">
              <a:extLst>
                <a:ext uri="{FF2B5EF4-FFF2-40B4-BE49-F238E27FC236}">
                  <a16:creationId xmlns:a16="http://schemas.microsoft.com/office/drawing/2014/main" id="{A3B9F86A-4EA8-255B-A4BF-6E7900657F2B}"/>
                </a:ext>
              </a:extLst>
            </p:cNvPr>
            <p:cNvSpPr/>
            <p:nvPr/>
          </p:nvSpPr>
          <p:spPr>
            <a:xfrm>
              <a:off x="8101543" y="1627228"/>
              <a:ext cx="358911" cy="234774"/>
            </a:xfrm>
            <a:custGeom>
              <a:avLst/>
              <a:gdLst/>
              <a:ahLst/>
              <a:cxnLst/>
              <a:rect l="l" t="t" r="r" b="b"/>
              <a:pathLst>
                <a:path w="10741" h="7026" extrusionOk="0">
                  <a:moveTo>
                    <a:pt x="167" y="1"/>
                  </a:moveTo>
                  <a:cubicBezTo>
                    <a:pt x="72" y="1"/>
                    <a:pt x="1" y="72"/>
                    <a:pt x="1" y="168"/>
                  </a:cubicBezTo>
                  <a:lnTo>
                    <a:pt x="1" y="6859"/>
                  </a:lnTo>
                  <a:cubicBezTo>
                    <a:pt x="1" y="6954"/>
                    <a:pt x="72" y="7026"/>
                    <a:pt x="167" y="7026"/>
                  </a:cubicBezTo>
                  <a:lnTo>
                    <a:pt x="10574" y="7026"/>
                  </a:lnTo>
                  <a:cubicBezTo>
                    <a:pt x="10669" y="7026"/>
                    <a:pt x="10740" y="6954"/>
                    <a:pt x="10740" y="6859"/>
                  </a:cubicBezTo>
                  <a:lnTo>
                    <a:pt x="10740" y="168"/>
                  </a:lnTo>
                  <a:cubicBezTo>
                    <a:pt x="10740" y="72"/>
                    <a:pt x="10669" y="1"/>
                    <a:pt x="1057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23">
              <a:extLst>
                <a:ext uri="{FF2B5EF4-FFF2-40B4-BE49-F238E27FC236}">
                  <a16:creationId xmlns:a16="http://schemas.microsoft.com/office/drawing/2014/main" id="{18B72FD3-2A09-A1FD-30AB-0196D74A7903}"/>
                </a:ext>
              </a:extLst>
            </p:cNvPr>
            <p:cNvSpPr/>
            <p:nvPr/>
          </p:nvSpPr>
          <p:spPr>
            <a:xfrm>
              <a:off x="8136161" y="1647945"/>
              <a:ext cx="110637" cy="110637"/>
            </a:xfrm>
            <a:custGeom>
              <a:avLst/>
              <a:gdLst/>
              <a:ahLst/>
              <a:cxnLst/>
              <a:rect l="l" t="t" r="r" b="b"/>
              <a:pathLst>
                <a:path w="3311" h="3311" extrusionOk="0">
                  <a:moveTo>
                    <a:pt x="1656" y="0"/>
                  </a:moveTo>
                  <a:cubicBezTo>
                    <a:pt x="739" y="0"/>
                    <a:pt x="1" y="738"/>
                    <a:pt x="1" y="1655"/>
                  </a:cubicBezTo>
                  <a:cubicBezTo>
                    <a:pt x="1" y="2572"/>
                    <a:pt x="739" y="3310"/>
                    <a:pt x="1656" y="3310"/>
                  </a:cubicBezTo>
                  <a:cubicBezTo>
                    <a:pt x="2572" y="3310"/>
                    <a:pt x="3311" y="2572"/>
                    <a:pt x="3311" y="1655"/>
                  </a:cubicBezTo>
                  <a:cubicBezTo>
                    <a:pt x="3311" y="738"/>
                    <a:pt x="2572" y="0"/>
                    <a:pt x="165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23">
              <a:extLst>
                <a:ext uri="{FF2B5EF4-FFF2-40B4-BE49-F238E27FC236}">
                  <a16:creationId xmlns:a16="http://schemas.microsoft.com/office/drawing/2014/main" id="{FA30041F-3214-BDFB-BF3E-84476E40D557}"/>
                </a:ext>
              </a:extLst>
            </p:cNvPr>
            <p:cNvSpPr/>
            <p:nvPr/>
          </p:nvSpPr>
          <p:spPr>
            <a:xfrm>
              <a:off x="8164798" y="1694492"/>
              <a:ext cx="46981" cy="51359"/>
            </a:xfrm>
            <a:custGeom>
              <a:avLst/>
              <a:gdLst/>
              <a:ahLst/>
              <a:cxnLst/>
              <a:rect l="l" t="t" r="r" b="b"/>
              <a:pathLst>
                <a:path w="1406" h="1537" extrusionOk="0">
                  <a:moveTo>
                    <a:pt x="525" y="0"/>
                  </a:moveTo>
                  <a:cubicBezTo>
                    <a:pt x="525" y="179"/>
                    <a:pt x="513" y="345"/>
                    <a:pt x="501" y="512"/>
                  </a:cubicBezTo>
                  <a:cubicBezTo>
                    <a:pt x="322" y="548"/>
                    <a:pt x="156" y="607"/>
                    <a:pt x="1" y="703"/>
                  </a:cubicBezTo>
                  <a:cubicBezTo>
                    <a:pt x="25" y="976"/>
                    <a:pt x="72" y="1262"/>
                    <a:pt x="132" y="1536"/>
                  </a:cubicBezTo>
                  <a:lnTo>
                    <a:pt x="1406" y="1512"/>
                  </a:lnTo>
                  <a:cubicBezTo>
                    <a:pt x="1370" y="1226"/>
                    <a:pt x="1370" y="929"/>
                    <a:pt x="1394" y="631"/>
                  </a:cubicBezTo>
                  <a:cubicBezTo>
                    <a:pt x="1394" y="607"/>
                    <a:pt x="1346" y="584"/>
                    <a:pt x="1156" y="548"/>
                  </a:cubicBezTo>
                  <a:cubicBezTo>
                    <a:pt x="1084" y="441"/>
                    <a:pt x="1132" y="119"/>
                    <a:pt x="1132" y="119"/>
                  </a:cubicBezTo>
                  <a:cubicBezTo>
                    <a:pt x="918" y="119"/>
                    <a:pt x="715" y="83"/>
                    <a:pt x="525" y="0"/>
                  </a:cubicBezTo>
                  <a:close/>
                </a:path>
              </a:pathLst>
            </a:custGeom>
            <a:solidFill>
              <a:srgbClr val="E8BB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23">
              <a:extLst>
                <a:ext uri="{FF2B5EF4-FFF2-40B4-BE49-F238E27FC236}">
                  <a16:creationId xmlns:a16="http://schemas.microsoft.com/office/drawing/2014/main" id="{A5F73868-C491-B791-CEE3-5CBFAC21C6A9}"/>
                </a:ext>
              </a:extLst>
            </p:cNvPr>
            <p:cNvSpPr/>
            <p:nvPr/>
          </p:nvSpPr>
          <p:spPr>
            <a:xfrm>
              <a:off x="8182307" y="1694492"/>
              <a:ext cx="20316" cy="11194"/>
            </a:xfrm>
            <a:custGeom>
              <a:avLst/>
              <a:gdLst/>
              <a:ahLst/>
              <a:cxnLst/>
              <a:rect l="l" t="t" r="r" b="b"/>
              <a:pathLst>
                <a:path w="608" h="335" extrusionOk="0">
                  <a:moveTo>
                    <a:pt x="1" y="0"/>
                  </a:moveTo>
                  <a:lnTo>
                    <a:pt x="1" y="83"/>
                  </a:lnTo>
                  <a:cubicBezTo>
                    <a:pt x="66" y="270"/>
                    <a:pt x="334" y="335"/>
                    <a:pt x="543" y="335"/>
                  </a:cubicBezTo>
                  <a:cubicBezTo>
                    <a:pt x="561" y="335"/>
                    <a:pt x="579" y="334"/>
                    <a:pt x="596" y="334"/>
                  </a:cubicBezTo>
                  <a:cubicBezTo>
                    <a:pt x="596" y="226"/>
                    <a:pt x="608" y="119"/>
                    <a:pt x="608" y="119"/>
                  </a:cubicBezTo>
                  <a:cubicBezTo>
                    <a:pt x="394" y="119"/>
                    <a:pt x="191" y="83"/>
                    <a:pt x="1" y="0"/>
                  </a:cubicBezTo>
                  <a:close/>
                </a:path>
              </a:pathLst>
            </a:custGeom>
            <a:solidFill>
              <a:srgbClr val="E8BB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23">
              <a:extLst>
                <a:ext uri="{FF2B5EF4-FFF2-40B4-BE49-F238E27FC236}">
                  <a16:creationId xmlns:a16="http://schemas.microsoft.com/office/drawing/2014/main" id="{0F75FD20-4AB0-2236-2C51-9EBD0ADFC8B2}"/>
                </a:ext>
              </a:extLst>
            </p:cNvPr>
            <p:cNvSpPr/>
            <p:nvPr/>
          </p:nvSpPr>
          <p:spPr>
            <a:xfrm>
              <a:off x="8168407" y="1664552"/>
              <a:ext cx="41000" cy="38761"/>
            </a:xfrm>
            <a:custGeom>
              <a:avLst/>
              <a:gdLst/>
              <a:ahLst/>
              <a:cxnLst/>
              <a:rect l="l" t="t" r="r" b="b"/>
              <a:pathLst>
                <a:path w="1227" h="1160" extrusionOk="0">
                  <a:moveTo>
                    <a:pt x="710" y="1"/>
                  </a:moveTo>
                  <a:cubicBezTo>
                    <a:pt x="664" y="1"/>
                    <a:pt x="618" y="5"/>
                    <a:pt x="572" y="15"/>
                  </a:cubicBezTo>
                  <a:cubicBezTo>
                    <a:pt x="0" y="122"/>
                    <a:pt x="143" y="587"/>
                    <a:pt x="143" y="587"/>
                  </a:cubicBezTo>
                  <a:cubicBezTo>
                    <a:pt x="245" y="917"/>
                    <a:pt x="696" y="1160"/>
                    <a:pt x="860" y="1160"/>
                  </a:cubicBezTo>
                  <a:cubicBezTo>
                    <a:pt x="868" y="1160"/>
                    <a:pt x="875" y="1159"/>
                    <a:pt x="881" y="1158"/>
                  </a:cubicBezTo>
                  <a:cubicBezTo>
                    <a:pt x="941" y="1158"/>
                    <a:pt x="1143" y="1075"/>
                    <a:pt x="1203" y="694"/>
                  </a:cubicBezTo>
                  <a:cubicBezTo>
                    <a:pt x="1226" y="575"/>
                    <a:pt x="1226" y="444"/>
                    <a:pt x="1203" y="325"/>
                  </a:cubicBezTo>
                  <a:cubicBezTo>
                    <a:pt x="1163" y="125"/>
                    <a:pt x="947" y="1"/>
                    <a:pt x="710" y="1"/>
                  </a:cubicBezTo>
                  <a:close/>
                </a:path>
              </a:pathLst>
            </a:custGeom>
            <a:solidFill>
              <a:srgbClr val="E8BB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23">
              <a:extLst>
                <a:ext uri="{FF2B5EF4-FFF2-40B4-BE49-F238E27FC236}">
                  <a16:creationId xmlns:a16="http://schemas.microsoft.com/office/drawing/2014/main" id="{97E7E069-6277-AC22-BF29-DD0100D2AD88}"/>
                </a:ext>
              </a:extLst>
            </p:cNvPr>
            <p:cNvSpPr/>
            <p:nvPr/>
          </p:nvSpPr>
          <p:spPr>
            <a:xfrm>
              <a:off x="8171213" y="1681293"/>
              <a:ext cx="7151" cy="9256"/>
            </a:xfrm>
            <a:custGeom>
              <a:avLst/>
              <a:gdLst/>
              <a:ahLst/>
              <a:cxnLst/>
              <a:rect l="l" t="t" r="r" b="b"/>
              <a:pathLst>
                <a:path w="214" h="277" extrusionOk="0">
                  <a:moveTo>
                    <a:pt x="88" y="0"/>
                  </a:moveTo>
                  <a:cubicBezTo>
                    <a:pt x="38" y="0"/>
                    <a:pt x="1" y="44"/>
                    <a:pt x="11" y="97"/>
                  </a:cubicBezTo>
                  <a:cubicBezTo>
                    <a:pt x="23" y="145"/>
                    <a:pt x="47" y="205"/>
                    <a:pt x="95" y="240"/>
                  </a:cubicBezTo>
                  <a:cubicBezTo>
                    <a:pt x="130" y="264"/>
                    <a:pt x="166" y="276"/>
                    <a:pt x="214" y="276"/>
                  </a:cubicBezTo>
                  <a:lnTo>
                    <a:pt x="142" y="38"/>
                  </a:lnTo>
                  <a:cubicBezTo>
                    <a:pt x="130" y="14"/>
                    <a:pt x="118" y="2"/>
                    <a:pt x="107" y="2"/>
                  </a:cubicBezTo>
                  <a:cubicBezTo>
                    <a:pt x="100" y="1"/>
                    <a:pt x="94" y="0"/>
                    <a:pt x="88" y="0"/>
                  </a:cubicBezTo>
                  <a:close/>
                </a:path>
              </a:pathLst>
            </a:custGeom>
            <a:solidFill>
              <a:srgbClr val="E8BB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23">
              <a:extLst>
                <a:ext uri="{FF2B5EF4-FFF2-40B4-BE49-F238E27FC236}">
                  <a16:creationId xmlns:a16="http://schemas.microsoft.com/office/drawing/2014/main" id="{9455D615-6AC4-C7D1-A89B-54A418525CB4}"/>
                </a:ext>
              </a:extLst>
            </p:cNvPr>
            <p:cNvSpPr/>
            <p:nvPr/>
          </p:nvSpPr>
          <p:spPr>
            <a:xfrm>
              <a:off x="8155312" y="1711600"/>
              <a:ext cx="74299" cy="49270"/>
            </a:xfrm>
            <a:custGeom>
              <a:avLst/>
              <a:gdLst/>
              <a:ahLst/>
              <a:cxnLst/>
              <a:rect l="l" t="t" r="r" b="b"/>
              <a:pathLst>
                <a:path w="2692" h="1785" extrusionOk="0">
                  <a:moveTo>
                    <a:pt x="965" y="0"/>
                  </a:moveTo>
                  <a:cubicBezTo>
                    <a:pt x="786" y="36"/>
                    <a:pt x="322" y="95"/>
                    <a:pt x="132" y="429"/>
                  </a:cubicBezTo>
                  <a:cubicBezTo>
                    <a:pt x="48" y="560"/>
                    <a:pt x="1" y="1191"/>
                    <a:pt x="13" y="1524"/>
                  </a:cubicBezTo>
                  <a:cubicBezTo>
                    <a:pt x="142" y="1595"/>
                    <a:pt x="690" y="1785"/>
                    <a:pt x="1281" y="1785"/>
                  </a:cubicBezTo>
                  <a:cubicBezTo>
                    <a:pt x="1781" y="1785"/>
                    <a:pt x="2311" y="1649"/>
                    <a:pt x="2644" y="1191"/>
                  </a:cubicBezTo>
                  <a:cubicBezTo>
                    <a:pt x="2608" y="1048"/>
                    <a:pt x="2691" y="453"/>
                    <a:pt x="2358" y="191"/>
                  </a:cubicBezTo>
                  <a:cubicBezTo>
                    <a:pt x="2179" y="36"/>
                    <a:pt x="1918" y="24"/>
                    <a:pt x="1620" y="24"/>
                  </a:cubicBezTo>
                  <a:cubicBezTo>
                    <a:pt x="1630" y="150"/>
                    <a:pt x="1520" y="202"/>
                    <a:pt x="1386" y="202"/>
                  </a:cubicBezTo>
                  <a:cubicBezTo>
                    <a:pt x="1217" y="202"/>
                    <a:pt x="1012" y="120"/>
                    <a:pt x="96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23">
              <a:extLst>
                <a:ext uri="{FF2B5EF4-FFF2-40B4-BE49-F238E27FC236}">
                  <a16:creationId xmlns:a16="http://schemas.microsoft.com/office/drawing/2014/main" id="{FA92371F-2E90-C57B-736F-9B15DC69CBAB}"/>
                </a:ext>
              </a:extLst>
            </p:cNvPr>
            <p:cNvSpPr/>
            <p:nvPr/>
          </p:nvSpPr>
          <p:spPr>
            <a:xfrm>
              <a:off x="8165733" y="1651888"/>
              <a:ext cx="50590" cy="39430"/>
            </a:xfrm>
            <a:custGeom>
              <a:avLst/>
              <a:gdLst/>
              <a:ahLst/>
              <a:cxnLst/>
              <a:rect l="l" t="t" r="r" b="b"/>
              <a:pathLst>
                <a:path w="1514" h="1180" extrusionOk="0">
                  <a:moveTo>
                    <a:pt x="757" y="1"/>
                  </a:moveTo>
                  <a:cubicBezTo>
                    <a:pt x="340" y="1"/>
                    <a:pt x="1" y="287"/>
                    <a:pt x="199" y="894"/>
                  </a:cubicBezTo>
                  <a:cubicBezTo>
                    <a:pt x="309" y="1170"/>
                    <a:pt x="409" y="1180"/>
                    <a:pt x="424" y="1180"/>
                  </a:cubicBezTo>
                  <a:cubicBezTo>
                    <a:pt x="425" y="1180"/>
                    <a:pt x="425" y="1180"/>
                    <a:pt x="425" y="1180"/>
                  </a:cubicBezTo>
                  <a:lnTo>
                    <a:pt x="378" y="799"/>
                  </a:lnTo>
                  <a:lnTo>
                    <a:pt x="378" y="799"/>
                  </a:lnTo>
                  <a:cubicBezTo>
                    <a:pt x="378" y="799"/>
                    <a:pt x="504" y="874"/>
                    <a:pt x="643" y="874"/>
                  </a:cubicBezTo>
                  <a:cubicBezTo>
                    <a:pt x="745" y="874"/>
                    <a:pt x="855" y="833"/>
                    <a:pt x="925" y="692"/>
                  </a:cubicBezTo>
                  <a:cubicBezTo>
                    <a:pt x="985" y="787"/>
                    <a:pt x="1080" y="835"/>
                    <a:pt x="1187" y="835"/>
                  </a:cubicBezTo>
                  <a:cubicBezTo>
                    <a:pt x="1216" y="837"/>
                    <a:pt x="1242" y="839"/>
                    <a:pt x="1266" y="839"/>
                  </a:cubicBezTo>
                  <a:cubicBezTo>
                    <a:pt x="1446" y="839"/>
                    <a:pt x="1514" y="757"/>
                    <a:pt x="1461" y="537"/>
                  </a:cubicBezTo>
                  <a:cubicBezTo>
                    <a:pt x="1425" y="454"/>
                    <a:pt x="1378" y="370"/>
                    <a:pt x="1306" y="299"/>
                  </a:cubicBezTo>
                  <a:cubicBezTo>
                    <a:pt x="1247" y="204"/>
                    <a:pt x="1211" y="13"/>
                    <a:pt x="783" y="1"/>
                  </a:cubicBezTo>
                  <a:cubicBezTo>
                    <a:pt x="774" y="1"/>
                    <a:pt x="765" y="1"/>
                    <a:pt x="757" y="1"/>
                  </a:cubicBezTo>
                  <a:close/>
                </a:path>
              </a:pathLst>
            </a:custGeom>
            <a:solidFill>
              <a:srgbClr val="3C2B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23">
              <a:extLst>
                <a:ext uri="{FF2B5EF4-FFF2-40B4-BE49-F238E27FC236}">
                  <a16:creationId xmlns:a16="http://schemas.microsoft.com/office/drawing/2014/main" id="{24E002F2-6F0A-EED0-78DB-600EE1C626ED}"/>
                </a:ext>
              </a:extLst>
            </p:cNvPr>
            <p:cNvSpPr/>
            <p:nvPr/>
          </p:nvSpPr>
          <p:spPr>
            <a:xfrm>
              <a:off x="8127005" y="1774053"/>
              <a:ext cx="306783" cy="11562"/>
            </a:xfrm>
            <a:custGeom>
              <a:avLst/>
              <a:gdLst/>
              <a:ahLst/>
              <a:cxnLst/>
              <a:rect l="l" t="t" r="r" b="b"/>
              <a:pathLst>
                <a:path w="9181" h="346" extrusionOk="0">
                  <a:moveTo>
                    <a:pt x="167" y="0"/>
                  </a:moveTo>
                  <a:cubicBezTo>
                    <a:pt x="72" y="0"/>
                    <a:pt x="1" y="84"/>
                    <a:pt x="1" y="179"/>
                  </a:cubicBezTo>
                  <a:cubicBezTo>
                    <a:pt x="1" y="274"/>
                    <a:pt x="72" y="346"/>
                    <a:pt x="167" y="346"/>
                  </a:cubicBezTo>
                  <a:lnTo>
                    <a:pt x="9002" y="346"/>
                  </a:lnTo>
                  <a:cubicBezTo>
                    <a:pt x="9097" y="346"/>
                    <a:pt x="9181" y="274"/>
                    <a:pt x="9181" y="179"/>
                  </a:cubicBezTo>
                  <a:cubicBezTo>
                    <a:pt x="9181" y="84"/>
                    <a:pt x="9097" y="0"/>
                    <a:pt x="900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23">
              <a:extLst>
                <a:ext uri="{FF2B5EF4-FFF2-40B4-BE49-F238E27FC236}">
                  <a16:creationId xmlns:a16="http://schemas.microsoft.com/office/drawing/2014/main" id="{D55A45A4-BF5F-D411-72E0-109DBAAFB8BD}"/>
                </a:ext>
              </a:extLst>
            </p:cNvPr>
            <p:cNvSpPr/>
            <p:nvPr/>
          </p:nvSpPr>
          <p:spPr>
            <a:xfrm>
              <a:off x="8127005" y="1809473"/>
              <a:ext cx="306783" cy="11562"/>
            </a:xfrm>
            <a:custGeom>
              <a:avLst/>
              <a:gdLst/>
              <a:ahLst/>
              <a:cxnLst/>
              <a:rect l="l" t="t" r="r" b="b"/>
              <a:pathLst>
                <a:path w="9181" h="346" extrusionOk="0">
                  <a:moveTo>
                    <a:pt x="179" y="0"/>
                  </a:moveTo>
                  <a:cubicBezTo>
                    <a:pt x="72" y="0"/>
                    <a:pt x="1" y="71"/>
                    <a:pt x="1" y="179"/>
                  </a:cubicBezTo>
                  <a:cubicBezTo>
                    <a:pt x="1" y="274"/>
                    <a:pt x="72" y="345"/>
                    <a:pt x="179" y="345"/>
                  </a:cubicBezTo>
                  <a:lnTo>
                    <a:pt x="9002" y="345"/>
                  </a:lnTo>
                  <a:cubicBezTo>
                    <a:pt x="9097" y="345"/>
                    <a:pt x="9181" y="274"/>
                    <a:pt x="9181" y="179"/>
                  </a:cubicBezTo>
                  <a:cubicBezTo>
                    <a:pt x="9181" y="71"/>
                    <a:pt x="9097" y="0"/>
                    <a:pt x="900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23">
              <a:extLst>
                <a:ext uri="{FF2B5EF4-FFF2-40B4-BE49-F238E27FC236}">
                  <a16:creationId xmlns:a16="http://schemas.microsoft.com/office/drawing/2014/main" id="{43524889-53FB-0AD6-83D4-46B27D0BB9E8}"/>
                </a:ext>
              </a:extLst>
            </p:cNvPr>
            <p:cNvSpPr/>
            <p:nvPr/>
          </p:nvSpPr>
          <p:spPr>
            <a:xfrm>
              <a:off x="8278977" y="1703614"/>
              <a:ext cx="154812" cy="11595"/>
            </a:xfrm>
            <a:custGeom>
              <a:avLst/>
              <a:gdLst/>
              <a:ahLst/>
              <a:cxnLst/>
              <a:rect l="l" t="t" r="r" b="b"/>
              <a:pathLst>
                <a:path w="4633" h="347" extrusionOk="0">
                  <a:moveTo>
                    <a:pt x="168" y="1"/>
                  </a:moveTo>
                  <a:cubicBezTo>
                    <a:pt x="72" y="1"/>
                    <a:pt x="1" y="72"/>
                    <a:pt x="1" y="168"/>
                  </a:cubicBezTo>
                  <a:cubicBezTo>
                    <a:pt x="1" y="263"/>
                    <a:pt x="72" y="346"/>
                    <a:pt x="168" y="346"/>
                  </a:cubicBezTo>
                  <a:lnTo>
                    <a:pt x="4454" y="346"/>
                  </a:lnTo>
                  <a:cubicBezTo>
                    <a:pt x="4549" y="346"/>
                    <a:pt x="4633" y="263"/>
                    <a:pt x="4633" y="168"/>
                  </a:cubicBezTo>
                  <a:cubicBezTo>
                    <a:pt x="4633" y="72"/>
                    <a:pt x="4549" y="1"/>
                    <a:pt x="445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23">
              <a:extLst>
                <a:ext uri="{FF2B5EF4-FFF2-40B4-BE49-F238E27FC236}">
                  <a16:creationId xmlns:a16="http://schemas.microsoft.com/office/drawing/2014/main" id="{26209FFB-23F2-FAAA-32F3-28F2E7C1808A}"/>
                </a:ext>
              </a:extLst>
            </p:cNvPr>
            <p:cNvSpPr/>
            <p:nvPr/>
          </p:nvSpPr>
          <p:spPr>
            <a:xfrm>
              <a:off x="8278609" y="1668228"/>
              <a:ext cx="155179" cy="11562"/>
            </a:xfrm>
            <a:custGeom>
              <a:avLst/>
              <a:gdLst/>
              <a:ahLst/>
              <a:cxnLst/>
              <a:rect l="l" t="t" r="r" b="b"/>
              <a:pathLst>
                <a:path w="4644" h="346" extrusionOk="0">
                  <a:moveTo>
                    <a:pt x="179" y="0"/>
                  </a:moveTo>
                  <a:cubicBezTo>
                    <a:pt x="83" y="0"/>
                    <a:pt x="12" y="72"/>
                    <a:pt x="12" y="167"/>
                  </a:cubicBezTo>
                  <a:cubicBezTo>
                    <a:pt x="0" y="262"/>
                    <a:pt x="83" y="346"/>
                    <a:pt x="179" y="346"/>
                  </a:cubicBezTo>
                  <a:lnTo>
                    <a:pt x="4465" y="346"/>
                  </a:lnTo>
                  <a:cubicBezTo>
                    <a:pt x="4560" y="346"/>
                    <a:pt x="4644" y="262"/>
                    <a:pt x="4644" y="167"/>
                  </a:cubicBezTo>
                  <a:cubicBezTo>
                    <a:pt x="4644" y="72"/>
                    <a:pt x="4560" y="0"/>
                    <a:pt x="446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23">
              <a:extLst>
                <a:ext uri="{FF2B5EF4-FFF2-40B4-BE49-F238E27FC236}">
                  <a16:creationId xmlns:a16="http://schemas.microsoft.com/office/drawing/2014/main" id="{120027CC-1770-E937-9842-ED8CACD5580E}"/>
                </a:ext>
              </a:extLst>
            </p:cNvPr>
            <p:cNvSpPr/>
            <p:nvPr/>
          </p:nvSpPr>
          <p:spPr>
            <a:xfrm>
              <a:off x="8278977" y="1738633"/>
              <a:ext cx="154812" cy="11963"/>
            </a:xfrm>
            <a:custGeom>
              <a:avLst/>
              <a:gdLst/>
              <a:ahLst/>
              <a:cxnLst/>
              <a:rect l="l" t="t" r="r" b="b"/>
              <a:pathLst>
                <a:path w="4633" h="358" extrusionOk="0">
                  <a:moveTo>
                    <a:pt x="168" y="1"/>
                  </a:moveTo>
                  <a:cubicBezTo>
                    <a:pt x="72" y="1"/>
                    <a:pt x="1" y="84"/>
                    <a:pt x="1" y="179"/>
                  </a:cubicBezTo>
                  <a:cubicBezTo>
                    <a:pt x="1" y="275"/>
                    <a:pt x="72" y="358"/>
                    <a:pt x="168" y="358"/>
                  </a:cubicBezTo>
                  <a:lnTo>
                    <a:pt x="4454" y="358"/>
                  </a:lnTo>
                  <a:cubicBezTo>
                    <a:pt x="4549" y="358"/>
                    <a:pt x="4633" y="275"/>
                    <a:pt x="4633" y="179"/>
                  </a:cubicBezTo>
                  <a:cubicBezTo>
                    <a:pt x="4633" y="84"/>
                    <a:pt x="4549" y="1"/>
                    <a:pt x="445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23">
              <a:extLst>
                <a:ext uri="{FF2B5EF4-FFF2-40B4-BE49-F238E27FC236}">
                  <a16:creationId xmlns:a16="http://schemas.microsoft.com/office/drawing/2014/main" id="{B92B38A4-7B59-EF30-5D57-4BA002A438C6}"/>
                </a:ext>
              </a:extLst>
            </p:cNvPr>
            <p:cNvSpPr/>
            <p:nvPr/>
          </p:nvSpPr>
          <p:spPr>
            <a:xfrm>
              <a:off x="7393379" y="2011166"/>
              <a:ext cx="420962" cy="451971"/>
            </a:xfrm>
            <a:custGeom>
              <a:avLst/>
              <a:gdLst/>
              <a:ahLst/>
              <a:cxnLst/>
              <a:rect l="l" t="t" r="r" b="b"/>
              <a:pathLst>
                <a:path w="12598" h="13526" extrusionOk="0">
                  <a:moveTo>
                    <a:pt x="6299" y="1"/>
                  </a:moveTo>
                  <a:cubicBezTo>
                    <a:pt x="5751" y="655"/>
                    <a:pt x="5061" y="1405"/>
                    <a:pt x="3906" y="1894"/>
                  </a:cubicBezTo>
                  <a:cubicBezTo>
                    <a:pt x="2674" y="2407"/>
                    <a:pt x="1752" y="2442"/>
                    <a:pt x="949" y="2442"/>
                  </a:cubicBezTo>
                  <a:cubicBezTo>
                    <a:pt x="821" y="2442"/>
                    <a:pt x="695" y="2441"/>
                    <a:pt x="572" y="2441"/>
                  </a:cubicBezTo>
                  <a:cubicBezTo>
                    <a:pt x="1" y="8061"/>
                    <a:pt x="2477" y="13347"/>
                    <a:pt x="6299" y="13526"/>
                  </a:cubicBezTo>
                  <a:cubicBezTo>
                    <a:pt x="10121" y="13359"/>
                    <a:pt x="12597" y="8061"/>
                    <a:pt x="12026" y="2441"/>
                  </a:cubicBezTo>
                  <a:cubicBezTo>
                    <a:pt x="11903" y="2441"/>
                    <a:pt x="11777" y="2442"/>
                    <a:pt x="11649" y="2442"/>
                  </a:cubicBezTo>
                  <a:cubicBezTo>
                    <a:pt x="10846" y="2442"/>
                    <a:pt x="9924" y="2407"/>
                    <a:pt x="8692" y="1894"/>
                  </a:cubicBezTo>
                  <a:cubicBezTo>
                    <a:pt x="7537" y="1405"/>
                    <a:pt x="6847" y="655"/>
                    <a:pt x="629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23">
              <a:extLst>
                <a:ext uri="{FF2B5EF4-FFF2-40B4-BE49-F238E27FC236}">
                  <a16:creationId xmlns:a16="http://schemas.microsoft.com/office/drawing/2014/main" id="{DDA4D10F-EC02-A5FB-A710-651CDD53A308}"/>
                </a:ext>
              </a:extLst>
            </p:cNvPr>
            <p:cNvSpPr/>
            <p:nvPr/>
          </p:nvSpPr>
          <p:spPr>
            <a:xfrm>
              <a:off x="7523497" y="2219642"/>
              <a:ext cx="160760" cy="35052"/>
            </a:xfrm>
            <a:custGeom>
              <a:avLst/>
              <a:gdLst/>
              <a:ahLst/>
              <a:cxnLst/>
              <a:rect l="l" t="t" r="r" b="b"/>
              <a:pathLst>
                <a:path w="4811" h="1049" extrusionOk="0">
                  <a:moveTo>
                    <a:pt x="512" y="0"/>
                  </a:moveTo>
                  <a:cubicBezTo>
                    <a:pt x="226" y="0"/>
                    <a:pt x="0" y="238"/>
                    <a:pt x="0" y="524"/>
                  </a:cubicBezTo>
                  <a:cubicBezTo>
                    <a:pt x="0" y="810"/>
                    <a:pt x="226" y="1048"/>
                    <a:pt x="512" y="1048"/>
                  </a:cubicBezTo>
                  <a:lnTo>
                    <a:pt x="4298" y="1048"/>
                  </a:lnTo>
                  <a:cubicBezTo>
                    <a:pt x="4584" y="1048"/>
                    <a:pt x="4810" y="810"/>
                    <a:pt x="4810" y="524"/>
                  </a:cubicBezTo>
                  <a:cubicBezTo>
                    <a:pt x="4810" y="238"/>
                    <a:pt x="4584" y="0"/>
                    <a:pt x="429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23">
              <a:extLst>
                <a:ext uri="{FF2B5EF4-FFF2-40B4-BE49-F238E27FC236}">
                  <a16:creationId xmlns:a16="http://schemas.microsoft.com/office/drawing/2014/main" id="{D27E30BC-BB1A-D5FA-3427-7100F878FF80}"/>
                </a:ext>
              </a:extLst>
            </p:cNvPr>
            <p:cNvSpPr/>
            <p:nvPr/>
          </p:nvSpPr>
          <p:spPr>
            <a:xfrm>
              <a:off x="7586351" y="2156789"/>
              <a:ext cx="35019" cy="160760"/>
            </a:xfrm>
            <a:custGeom>
              <a:avLst/>
              <a:gdLst/>
              <a:ahLst/>
              <a:cxnLst/>
              <a:rect l="l" t="t" r="r" b="b"/>
              <a:pathLst>
                <a:path w="1048" h="4811" extrusionOk="0">
                  <a:moveTo>
                    <a:pt x="524" y="0"/>
                  </a:moveTo>
                  <a:cubicBezTo>
                    <a:pt x="238" y="0"/>
                    <a:pt x="0" y="226"/>
                    <a:pt x="0" y="512"/>
                  </a:cubicBezTo>
                  <a:lnTo>
                    <a:pt x="0" y="4286"/>
                  </a:lnTo>
                  <a:cubicBezTo>
                    <a:pt x="0" y="4584"/>
                    <a:pt x="238" y="4810"/>
                    <a:pt x="524" y="4810"/>
                  </a:cubicBezTo>
                  <a:cubicBezTo>
                    <a:pt x="810" y="4810"/>
                    <a:pt x="1048" y="4584"/>
                    <a:pt x="1048" y="4286"/>
                  </a:cubicBezTo>
                  <a:lnTo>
                    <a:pt x="1048" y="512"/>
                  </a:lnTo>
                  <a:cubicBezTo>
                    <a:pt x="1048" y="226"/>
                    <a:pt x="810" y="0"/>
                    <a:pt x="5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36" name="Google Shape;1036;p23">
              <a:extLst>
                <a:ext uri="{FF2B5EF4-FFF2-40B4-BE49-F238E27FC236}">
                  <a16:creationId xmlns:a16="http://schemas.microsoft.com/office/drawing/2014/main" id="{C0EB6F74-3CAE-1DE0-A580-0245307C4F67}"/>
                </a:ext>
              </a:extLst>
            </p:cNvPr>
            <p:cNvGrpSpPr/>
            <p:nvPr/>
          </p:nvGrpSpPr>
          <p:grpSpPr>
            <a:xfrm>
              <a:off x="7908410" y="1777853"/>
              <a:ext cx="102674" cy="128333"/>
              <a:chOff x="6633934" y="1531372"/>
              <a:chExt cx="163884" cy="204841"/>
            </a:xfrm>
          </p:grpSpPr>
          <p:sp>
            <p:nvSpPr>
              <p:cNvPr id="1037" name="Google Shape;1037;p23">
                <a:extLst>
                  <a:ext uri="{FF2B5EF4-FFF2-40B4-BE49-F238E27FC236}">
                    <a16:creationId xmlns:a16="http://schemas.microsoft.com/office/drawing/2014/main" id="{20A8CD4A-C49C-5D89-CC5A-50B8A682520D}"/>
                  </a:ext>
                </a:extLst>
              </p:cNvPr>
              <p:cNvSpPr/>
              <p:nvPr/>
            </p:nvSpPr>
            <p:spPr>
              <a:xfrm>
                <a:off x="6664666" y="1531372"/>
                <a:ext cx="102450" cy="102450"/>
              </a:xfrm>
              <a:custGeom>
                <a:avLst/>
                <a:gdLst/>
                <a:ahLst/>
                <a:cxnLst/>
                <a:rect l="l" t="t" r="r" b="b"/>
                <a:pathLst>
                  <a:path w="3467" h="3467" extrusionOk="0">
                    <a:moveTo>
                      <a:pt x="1733" y="1"/>
                    </a:moveTo>
                    <a:cubicBezTo>
                      <a:pt x="788" y="1"/>
                      <a:pt x="1" y="788"/>
                      <a:pt x="1" y="1733"/>
                    </a:cubicBezTo>
                    <a:cubicBezTo>
                      <a:pt x="1" y="2679"/>
                      <a:pt x="788" y="3466"/>
                      <a:pt x="1733" y="3466"/>
                    </a:cubicBezTo>
                    <a:cubicBezTo>
                      <a:pt x="2678" y="3466"/>
                      <a:pt x="3466" y="2679"/>
                      <a:pt x="3466" y="1733"/>
                    </a:cubicBezTo>
                    <a:cubicBezTo>
                      <a:pt x="3466" y="788"/>
                      <a:pt x="2678" y="1"/>
                      <a:pt x="17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Google Shape;1038;p23">
                <a:extLst>
                  <a:ext uri="{FF2B5EF4-FFF2-40B4-BE49-F238E27FC236}">
                    <a16:creationId xmlns:a16="http://schemas.microsoft.com/office/drawing/2014/main" id="{CC8A8AC4-B9A8-4847-E227-FEBF20ECBE1A}"/>
                  </a:ext>
                </a:extLst>
              </p:cNvPr>
              <p:cNvSpPr/>
              <p:nvPr/>
            </p:nvSpPr>
            <p:spPr>
              <a:xfrm>
                <a:off x="6633934" y="1631930"/>
                <a:ext cx="163884" cy="104282"/>
              </a:xfrm>
              <a:custGeom>
                <a:avLst/>
                <a:gdLst/>
                <a:ahLst/>
                <a:cxnLst/>
                <a:rect l="l" t="t" r="r" b="b"/>
                <a:pathLst>
                  <a:path w="5546" h="3529" extrusionOk="0">
                    <a:moveTo>
                      <a:pt x="1072" y="0"/>
                    </a:moveTo>
                    <a:cubicBezTo>
                      <a:pt x="442" y="536"/>
                      <a:pt x="32" y="1292"/>
                      <a:pt x="32" y="2143"/>
                    </a:cubicBezTo>
                    <a:lnTo>
                      <a:pt x="32" y="3182"/>
                    </a:lnTo>
                    <a:cubicBezTo>
                      <a:pt x="1" y="3371"/>
                      <a:pt x="158" y="3529"/>
                      <a:pt x="347" y="3529"/>
                    </a:cubicBezTo>
                    <a:lnTo>
                      <a:pt x="5199" y="3529"/>
                    </a:lnTo>
                    <a:cubicBezTo>
                      <a:pt x="5388" y="3529"/>
                      <a:pt x="5546" y="3371"/>
                      <a:pt x="5546" y="3182"/>
                    </a:cubicBezTo>
                    <a:lnTo>
                      <a:pt x="5546" y="2143"/>
                    </a:lnTo>
                    <a:cubicBezTo>
                      <a:pt x="5546" y="1292"/>
                      <a:pt x="5168" y="536"/>
                      <a:pt x="4538" y="0"/>
                    </a:cubicBezTo>
                    <a:cubicBezTo>
                      <a:pt x="4096" y="473"/>
                      <a:pt x="3466" y="756"/>
                      <a:pt x="2805" y="756"/>
                    </a:cubicBezTo>
                    <a:cubicBezTo>
                      <a:pt x="2143" y="756"/>
                      <a:pt x="1513" y="504"/>
                      <a:pt x="107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39" name="Google Shape;1039;p23">
            <a:extLst>
              <a:ext uri="{FF2B5EF4-FFF2-40B4-BE49-F238E27FC236}">
                <a16:creationId xmlns:a16="http://schemas.microsoft.com/office/drawing/2014/main" id="{7FEFFC10-E629-6F68-863C-2D9C1A7714C3}"/>
              </a:ext>
            </a:extLst>
          </p:cNvPr>
          <p:cNvGrpSpPr/>
          <p:nvPr/>
        </p:nvGrpSpPr>
        <p:grpSpPr>
          <a:xfrm>
            <a:off x="457191" y="1276337"/>
            <a:ext cx="1464112" cy="1464112"/>
            <a:chOff x="457191" y="1276337"/>
            <a:chExt cx="1464112" cy="1464112"/>
          </a:xfrm>
        </p:grpSpPr>
        <p:sp>
          <p:nvSpPr>
            <p:cNvPr id="1040" name="Google Shape;1040;p23">
              <a:extLst>
                <a:ext uri="{FF2B5EF4-FFF2-40B4-BE49-F238E27FC236}">
                  <a16:creationId xmlns:a16="http://schemas.microsoft.com/office/drawing/2014/main" id="{512AB054-48CB-E712-B830-845FFFCE89D9}"/>
                </a:ext>
              </a:extLst>
            </p:cNvPr>
            <p:cNvSpPr/>
            <p:nvPr/>
          </p:nvSpPr>
          <p:spPr>
            <a:xfrm>
              <a:off x="457191" y="1276337"/>
              <a:ext cx="1464112" cy="1464112"/>
            </a:xfrm>
            <a:custGeom>
              <a:avLst/>
              <a:gdLst/>
              <a:ahLst/>
              <a:cxnLst/>
              <a:rect l="l" t="t" r="r" b="b"/>
              <a:pathLst>
                <a:path w="43816" h="43816" extrusionOk="0">
                  <a:moveTo>
                    <a:pt x="21908" y="1"/>
                  </a:moveTo>
                  <a:cubicBezTo>
                    <a:pt x="9812" y="1"/>
                    <a:pt x="1" y="9800"/>
                    <a:pt x="1" y="21908"/>
                  </a:cubicBezTo>
                  <a:cubicBezTo>
                    <a:pt x="1" y="34005"/>
                    <a:pt x="9812" y="43816"/>
                    <a:pt x="21908" y="43816"/>
                  </a:cubicBezTo>
                  <a:cubicBezTo>
                    <a:pt x="34005" y="43816"/>
                    <a:pt x="43816" y="34005"/>
                    <a:pt x="43816" y="21908"/>
                  </a:cubicBezTo>
                  <a:cubicBezTo>
                    <a:pt x="43816" y="9800"/>
                    <a:pt x="34005" y="1"/>
                    <a:pt x="219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23">
              <a:extLst>
                <a:ext uri="{FF2B5EF4-FFF2-40B4-BE49-F238E27FC236}">
                  <a16:creationId xmlns:a16="http://schemas.microsoft.com/office/drawing/2014/main" id="{1C7BDCDE-56E3-2F75-24FA-D5D61E26D9E6}"/>
                </a:ext>
              </a:extLst>
            </p:cNvPr>
            <p:cNvSpPr/>
            <p:nvPr/>
          </p:nvSpPr>
          <p:spPr>
            <a:xfrm>
              <a:off x="495017" y="1364887"/>
              <a:ext cx="1337569" cy="1286845"/>
            </a:xfrm>
            <a:custGeom>
              <a:avLst/>
              <a:gdLst/>
              <a:ahLst/>
              <a:cxnLst/>
              <a:rect l="l" t="t" r="r" b="b"/>
              <a:pathLst>
                <a:path w="40029" h="38511" extrusionOk="0">
                  <a:moveTo>
                    <a:pt x="20781" y="0"/>
                  </a:moveTo>
                  <a:cubicBezTo>
                    <a:pt x="15770" y="0"/>
                    <a:pt x="10842" y="1959"/>
                    <a:pt x="7156" y="5637"/>
                  </a:cubicBezTo>
                  <a:cubicBezTo>
                    <a:pt x="1655" y="11150"/>
                    <a:pt x="0" y="19425"/>
                    <a:pt x="2988" y="26628"/>
                  </a:cubicBezTo>
                  <a:cubicBezTo>
                    <a:pt x="5965" y="33819"/>
                    <a:pt x="12990" y="38511"/>
                    <a:pt x="20776" y="38511"/>
                  </a:cubicBezTo>
                  <a:cubicBezTo>
                    <a:pt x="31409" y="38499"/>
                    <a:pt x="40017" y="29890"/>
                    <a:pt x="40029" y="19258"/>
                  </a:cubicBezTo>
                  <a:cubicBezTo>
                    <a:pt x="40029" y="11471"/>
                    <a:pt x="35338" y="4447"/>
                    <a:pt x="28146" y="1470"/>
                  </a:cubicBezTo>
                  <a:cubicBezTo>
                    <a:pt x="25764" y="480"/>
                    <a:pt x="23262" y="0"/>
                    <a:pt x="2078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23">
              <a:extLst>
                <a:ext uri="{FF2B5EF4-FFF2-40B4-BE49-F238E27FC236}">
                  <a16:creationId xmlns:a16="http://schemas.microsoft.com/office/drawing/2014/main" id="{213AEBF5-D981-5350-1865-27A9F0983629}"/>
                </a:ext>
              </a:extLst>
            </p:cNvPr>
            <p:cNvSpPr/>
            <p:nvPr/>
          </p:nvSpPr>
          <p:spPr>
            <a:xfrm>
              <a:off x="1117237" y="2056510"/>
              <a:ext cx="117788" cy="334618"/>
            </a:xfrm>
            <a:custGeom>
              <a:avLst/>
              <a:gdLst/>
              <a:ahLst/>
              <a:cxnLst/>
              <a:rect l="l" t="t" r="r" b="b"/>
              <a:pathLst>
                <a:path w="3525" h="10014" extrusionOk="0">
                  <a:moveTo>
                    <a:pt x="631" y="1"/>
                  </a:moveTo>
                  <a:lnTo>
                    <a:pt x="0" y="10014"/>
                  </a:lnTo>
                  <a:lnTo>
                    <a:pt x="3525" y="10014"/>
                  </a:lnTo>
                  <a:lnTo>
                    <a:pt x="289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23">
              <a:extLst>
                <a:ext uri="{FF2B5EF4-FFF2-40B4-BE49-F238E27FC236}">
                  <a16:creationId xmlns:a16="http://schemas.microsoft.com/office/drawing/2014/main" id="{D2904A2A-23AB-932F-20B2-F849C8FCBCBB}"/>
                </a:ext>
              </a:extLst>
            </p:cNvPr>
            <p:cNvSpPr/>
            <p:nvPr/>
          </p:nvSpPr>
          <p:spPr>
            <a:xfrm>
              <a:off x="709842" y="1647945"/>
              <a:ext cx="932980" cy="646112"/>
            </a:xfrm>
            <a:custGeom>
              <a:avLst/>
              <a:gdLst/>
              <a:ahLst/>
              <a:cxnLst/>
              <a:rect l="l" t="t" r="r" b="b"/>
              <a:pathLst>
                <a:path w="27921" h="19336" extrusionOk="0">
                  <a:moveTo>
                    <a:pt x="429" y="0"/>
                  </a:moveTo>
                  <a:cubicBezTo>
                    <a:pt x="191" y="0"/>
                    <a:pt x="0" y="191"/>
                    <a:pt x="0" y="429"/>
                  </a:cubicBezTo>
                  <a:lnTo>
                    <a:pt x="0" y="18895"/>
                  </a:lnTo>
                  <a:cubicBezTo>
                    <a:pt x="0" y="19133"/>
                    <a:pt x="191" y="19336"/>
                    <a:pt x="429" y="19336"/>
                  </a:cubicBezTo>
                  <a:lnTo>
                    <a:pt x="27480" y="19336"/>
                  </a:lnTo>
                  <a:cubicBezTo>
                    <a:pt x="27718" y="19336"/>
                    <a:pt x="27921" y="19133"/>
                    <a:pt x="27921" y="18895"/>
                  </a:cubicBezTo>
                  <a:lnTo>
                    <a:pt x="27921" y="429"/>
                  </a:lnTo>
                  <a:cubicBezTo>
                    <a:pt x="27921" y="191"/>
                    <a:pt x="27718" y="0"/>
                    <a:pt x="2748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23">
              <a:extLst>
                <a:ext uri="{FF2B5EF4-FFF2-40B4-BE49-F238E27FC236}">
                  <a16:creationId xmlns:a16="http://schemas.microsoft.com/office/drawing/2014/main" id="{CD01F3CC-1E9D-F63E-EE5F-0B55E7750210}"/>
                </a:ext>
              </a:extLst>
            </p:cNvPr>
            <p:cNvSpPr/>
            <p:nvPr/>
          </p:nvSpPr>
          <p:spPr>
            <a:xfrm>
              <a:off x="744059" y="1682931"/>
              <a:ext cx="864145" cy="518033"/>
            </a:xfrm>
            <a:custGeom>
              <a:avLst/>
              <a:gdLst/>
              <a:ahLst/>
              <a:cxnLst/>
              <a:rect l="l" t="t" r="r" b="b"/>
              <a:pathLst>
                <a:path w="25861" h="15503" extrusionOk="0">
                  <a:moveTo>
                    <a:pt x="191" y="1"/>
                  </a:moveTo>
                  <a:cubicBezTo>
                    <a:pt x="84" y="1"/>
                    <a:pt x="0" y="84"/>
                    <a:pt x="0" y="191"/>
                  </a:cubicBezTo>
                  <a:lnTo>
                    <a:pt x="0" y="15312"/>
                  </a:lnTo>
                  <a:cubicBezTo>
                    <a:pt x="0" y="15419"/>
                    <a:pt x="84" y="15503"/>
                    <a:pt x="191" y="15503"/>
                  </a:cubicBezTo>
                  <a:lnTo>
                    <a:pt x="25670" y="15503"/>
                  </a:lnTo>
                  <a:cubicBezTo>
                    <a:pt x="25777" y="15503"/>
                    <a:pt x="25861" y="15419"/>
                    <a:pt x="25861" y="15312"/>
                  </a:cubicBezTo>
                  <a:lnTo>
                    <a:pt x="25861" y="191"/>
                  </a:lnTo>
                  <a:cubicBezTo>
                    <a:pt x="25861" y="84"/>
                    <a:pt x="25777" y="1"/>
                    <a:pt x="256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23">
              <a:extLst>
                <a:ext uri="{FF2B5EF4-FFF2-40B4-BE49-F238E27FC236}">
                  <a16:creationId xmlns:a16="http://schemas.microsoft.com/office/drawing/2014/main" id="{2382CE93-64FE-0873-D270-0471933BB4D0}"/>
                </a:ext>
              </a:extLst>
            </p:cNvPr>
            <p:cNvSpPr/>
            <p:nvPr/>
          </p:nvSpPr>
          <p:spPr>
            <a:xfrm>
              <a:off x="866992" y="2367236"/>
              <a:ext cx="618278" cy="23892"/>
            </a:xfrm>
            <a:custGeom>
              <a:avLst/>
              <a:gdLst/>
              <a:ahLst/>
              <a:cxnLst/>
              <a:rect l="l" t="t" r="r" b="b"/>
              <a:pathLst>
                <a:path w="18503" h="715" extrusionOk="0">
                  <a:moveTo>
                    <a:pt x="274" y="1"/>
                  </a:moveTo>
                  <a:cubicBezTo>
                    <a:pt x="119" y="1"/>
                    <a:pt x="0" y="120"/>
                    <a:pt x="0" y="274"/>
                  </a:cubicBezTo>
                  <a:lnTo>
                    <a:pt x="0" y="441"/>
                  </a:lnTo>
                  <a:cubicBezTo>
                    <a:pt x="0" y="584"/>
                    <a:pt x="119" y="715"/>
                    <a:pt x="274" y="715"/>
                  </a:cubicBezTo>
                  <a:lnTo>
                    <a:pt x="18229" y="715"/>
                  </a:lnTo>
                  <a:cubicBezTo>
                    <a:pt x="18384" y="715"/>
                    <a:pt x="18503" y="596"/>
                    <a:pt x="18503" y="441"/>
                  </a:cubicBezTo>
                  <a:lnTo>
                    <a:pt x="18503" y="274"/>
                  </a:lnTo>
                  <a:cubicBezTo>
                    <a:pt x="18503" y="120"/>
                    <a:pt x="18384" y="1"/>
                    <a:pt x="1822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23">
              <a:extLst>
                <a:ext uri="{FF2B5EF4-FFF2-40B4-BE49-F238E27FC236}">
                  <a16:creationId xmlns:a16="http://schemas.microsoft.com/office/drawing/2014/main" id="{E6BEF801-6998-81B1-5058-EF996E0AF6D2}"/>
                </a:ext>
              </a:extLst>
            </p:cNvPr>
            <p:cNvSpPr/>
            <p:nvPr/>
          </p:nvSpPr>
          <p:spPr>
            <a:xfrm>
              <a:off x="1156233" y="2232774"/>
              <a:ext cx="35019" cy="29973"/>
            </a:xfrm>
            <a:custGeom>
              <a:avLst/>
              <a:gdLst/>
              <a:ahLst/>
              <a:cxnLst/>
              <a:rect l="l" t="t" r="r" b="b"/>
              <a:pathLst>
                <a:path w="1048" h="897" extrusionOk="0">
                  <a:moveTo>
                    <a:pt x="607" y="0"/>
                  </a:moveTo>
                  <a:cubicBezTo>
                    <a:pt x="203" y="0"/>
                    <a:pt x="0" y="488"/>
                    <a:pt x="286" y="762"/>
                  </a:cubicBezTo>
                  <a:cubicBezTo>
                    <a:pt x="379" y="855"/>
                    <a:pt x="492" y="896"/>
                    <a:pt x="602" y="896"/>
                  </a:cubicBezTo>
                  <a:cubicBezTo>
                    <a:pt x="831" y="896"/>
                    <a:pt x="1048" y="718"/>
                    <a:pt x="1048" y="453"/>
                  </a:cubicBezTo>
                  <a:cubicBezTo>
                    <a:pt x="1048" y="203"/>
                    <a:pt x="846" y="0"/>
                    <a:pt x="60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23">
              <a:extLst>
                <a:ext uri="{FF2B5EF4-FFF2-40B4-BE49-F238E27FC236}">
                  <a16:creationId xmlns:a16="http://schemas.microsoft.com/office/drawing/2014/main" id="{8B2AECA9-D7FC-A014-CD29-51192DDFB27D}"/>
                </a:ext>
              </a:extLst>
            </p:cNvPr>
            <p:cNvSpPr/>
            <p:nvPr/>
          </p:nvSpPr>
          <p:spPr>
            <a:xfrm>
              <a:off x="990327" y="1891808"/>
              <a:ext cx="371608" cy="33849"/>
            </a:xfrm>
            <a:custGeom>
              <a:avLst/>
              <a:gdLst/>
              <a:ahLst/>
              <a:cxnLst/>
              <a:rect l="l" t="t" r="r" b="b"/>
              <a:pathLst>
                <a:path w="11121" h="1013" extrusionOk="0">
                  <a:moveTo>
                    <a:pt x="512" y="1"/>
                  </a:moveTo>
                  <a:cubicBezTo>
                    <a:pt x="227" y="1"/>
                    <a:pt x="0" y="227"/>
                    <a:pt x="0" y="501"/>
                  </a:cubicBezTo>
                  <a:cubicBezTo>
                    <a:pt x="0" y="786"/>
                    <a:pt x="227" y="1013"/>
                    <a:pt x="512" y="1013"/>
                  </a:cubicBezTo>
                  <a:lnTo>
                    <a:pt x="10621" y="1013"/>
                  </a:lnTo>
                  <a:cubicBezTo>
                    <a:pt x="10895" y="1013"/>
                    <a:pt x="11121" y="786"/>
                    <a:pt x="11121" y="501"/>
                  </a:cubicBezTo>
                  <a:cubicBezTo>
                    <a:pt x="11121" y="227"/>
                    <a:pt x="10895" y="1"/>
                    <a:pt x="1060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23">
              <a:extLst>
                <a:ext uri="{FF2B5EF4-FFF2-40B4-BE49-F238E27FC236}">
                  <a16:creationId xmlns:a16="http://schemas.microsoft.com/office/drawing/2014/main" id="{70359410-CA01-2AF3-3F1B-577049128869}"/>
                </a:ext>
              </a:extLst>
            </p:cNvPr>
            <p:cNvSpPr/>
            <p:nvPr/>
          </p:nvSpPr>
          <p:spPr>
            <a:xfrm>
              <a:off x="990327" y="1947511"/>
              <a:ext cx="371608" cy="34250"/>
            </a:xfrm>
            <a:custGeom>
              <a:avLst/>
              <a:gdLst/>
              <a:ahLst/>
              <a:cxnLst/>
              <a:rect l="l" t="t" r="r" b="b"/>
              <a:pathLst>
                <a:path w="11121" h="1025" extrusionOk="0">
                  <a:moveTo>
                    <a:pt x="512" y="1"/>
                  </a:moveTo>
                  <a:cubicBezTo>
                    <a:pt x="227" y="1"/>
                    <a:pt x="0" y="227"/>
                    <a:pt x="0" y="512"/>
                  </a:cubicBezTo>
                  <a:cubicBezTo>
                    <a:pt x="0" y="786"/>
                    <a:pt x="227" y="1013"/>
                    <a:pt x="512" y="1024"/>
                  </a:cubicBezTo>
                  <a:lnTo>
                    <a:pt x="10621" y="1024"/>
                  </a:lnTo>
                  <a:cubicBezTo>
                    <a:pt x="10895" y="1013"/>
                    <a:pt x="11121" y="786"/>
                    <a:pt x="11121" y="512"/>
                  </a:cubicBezTo>
                  <a:cubicBezTo>
                    <a:pt x="11121" y="227"/>
                    <a:pt x="10895" y="1"/>
                    <a:pt x="1060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23">
              <a:extLst>
                <a:ext uri="{FF2B5EF4-FFF2-40B4-BE49-F238E27FC236}">
                  <a16:creationId xmlns:a16="http://schemas.microsoft.com/office/drawing/2014/main" id="{21E9747B-785A-47B3-8BF7-2045ECDE6C58}"/>
                </a:ext>
              </a:extLst>
            </p:cNvPr>
            <p:cNvSpPr/>
            <p:nvPr/>
          </p:nvSpPr>
          <p:spPr>
            <a:xfrm>
              <a:off x="1011813" y="1959440"/>
              <a:ext cx="9557" cy="9590"/>
            </a:xfrm>
            <a:custGeom>
              <a:avLst/>
              <a:gdLst/>
              <a:ahLst/>
              <a:cxnLst/>
              <a:rect l="l" t="t" r="r" b="b"/>
              <a:pathLst>
                <a:path w="286" h="287" extrusionOk="0">
                  <a:moveTo>
                    <a:pt x="143" y="1"/>
                  </a:moveTo>
                  <a:cubicBezTo>
                    <a:pt x="60" y="1"/>
                    <a:pt x="0" y="60"/>
                    <a:pt x="0" y="144"/>
                  </a:cubicBezTo>
                  <a:cubicBezTo>
                    <a:pt x="0" y="227"/>
                    <a:pt x="60" y="286"/>
                    <a:pt x="143" y="286"/>
                  </a:cubicBezTo>
                  <a:cubicBezTo>
                    <a:pt x="226" y="286"/>
                    <a:pt x="286" y="227"/>
                    <a:pt x="286" y="144"/>
                  </a:cubicBezTo>
                  <a:cubicBezTo>
                    <a:pt x="286" y="60"/>
                    <a:pt x="226" y="1"/>
                    <a:pt x="1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23">
              <a:extLst>
                <a:ext uri="{FF2B5EF4-FFF2-40B4-BE49-F238E27FC236}">
                  <a16:creationId xmlns:a16="http://schemas.microsoft.com/office/drawing/2014/main" id="{1E55F811-1558-7ABA-26FA-84143E62B438}"/>
                </a:ext>
              </a:extLst>
            </p:cNvPr>
            <p:cNvSpPr/>
            <p:nvPr/>
          </p:nvSpPr>
          <p:spPr>
            <a:xfrm>
              <a:off x="1032898" y="1959841"/>
              <a:ext cx="9958" cy="9991"/>
            </a:xfrm>
            <a:custGeom>
              <a:avLst/>
              <a:gdLst/>
              <a:ahLst/>
              <a:cxnLst/>
              <a:rect l="l" t="t" r="r" b="b"/>
              <a:pathLst>
                <a:path w="298" h="299" extrusionOk="0">
                  <a:moveTo>
                    <a:pt x="155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27"/>
                    <a:pt x="72" y="298"/>
                    <a:pt x="155" y="298"/>
                  </a:cubicBezTo>
                  <a:cubicBezTo>
                    <a:pt x="226" y="298"/>
                    <a:pt x="298" y="227"/>
                    <a:pt x="298" y="143"/>
                  </a:cubicBezTo>
                  <a:cubicBezTo>
                    <a:pt x="298" y="72"/>
                    <a:pt x="226" y="1"/>
                    <a:pt x="1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23">
              <a:extLst>
                <a:ext uri="{FF2B5EF4-FFF2-40B4-BE49-F238E27FC236}">
                  <a16:creationId xmlns:a16="http://schemas.microsoft.com/office/drawing/2014/main" id="{790A256A-825D-29A6-BCA0-D086B7C947A8}"/>
                </a:ext>
              </a:extLst>
            </p:cNvPr>
            <p:cNvSpPr/>
            <p:nvPr/>
          </p:nvSpPr>
          <p:spPr>
            <a:xfrm>
              <a:off x="1054384" y="1959841"/>
              <a:ext cx="9557" cy="9991"/>
            </a:xfrm>
            <a:custGeom>
              <a:avLst/>
              <a:gdLst/>
              <a:ahLst/>
              <a:cxnLst/>
              <a:rect l="l" t="t" r="r" b="b"/>
              <a:pathLst>
                <a:path w="286" h="299" extrusionOk="0">
                  <a:moveTo>
                    <a:pt x="143" y="1"/>
                  </a:moveTo>
                  <a:cubicBezTo>
                    <a:pt x="60" y="1"/>
                    <a:pt x="0" y="72"/>
                    <a:pt x="0" y="143"/>
                  </a:cubicBezTo>
                  <a:cubicBezTo>
                    <a:pt x="0" y="227"/>
                    <a:pt x="60" y="298"/>
                    <a:pt x="143" y="298"/>
                  </a:cubicBezTo>
                  <a:cubicBezTo>
                    <a:pt x="226" y="298"/>
                    <a:pt x="286" y="227"/>
                    <a:pt x="286" y="143"/>
                  </a:cubicBezTo>
                  <a:cubicBezTo>
                    <a:pt x="286" y="72"/>
                    <a:pt x="226" y="1"/>
                    <a:pt x="1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23">
              <a:extLst>
                <a:ext uri="{FF2B5EF4-FFF2-40B4-BE49-F238E27FC236}">
                  <a16:creationId xmlns:a16="http://schemas.microsoft.com/office/drawing/2014/main" id="{CD9CA691-618C-CB6D-71D4-DCBC703961D2}"/>
                </a:ext>
              </a:extLst>
            </p:cNvPr>
            <p:cNvSpPr/>
            <p:nvPr/>
          </p:nvSpPr>
          <p:spPr>
            <a:xfrm>
              <a:off x="1075469" y="1959841"/>
              <a:ext cx="9958" cy="9991"/>
            </a:xfrm>
            <a:custGeom>
              <a:avLst/>
              <a:gdLst/>
              <a:ahLst/>
              <a:cxnLst/>
              <a:rect l="l" t="t" r="r" b="b"/>
              <a:pathLst>
                <a:path w="298" h="299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27"/>
                    <a:pt x="72" y="298"/>
                    <a:pt x="143" y="298"/>
                  </a:cubicBezTo>
                  <a:cubicBezTo>
                    <a:pt x="226" y="298"/>
                    <a:pt x="298" y="227"/>
                    <a:pt x="298" y="143"/>
                  </a:cubicBezTo>
                  <a:cubicBezTo>
                    <a:pt x="298" y="72"/>
                    <a:pt x="226" y="1"/>
                    <a:pt x="1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23">
              <a:extLst>
                <a:ext uri="{FF2B5EF4-FFF2-40B4-BE49-F238E27FC236}">
                  <a16:creationId xmlns:a16="http://schemas.microsoft.com/office/drawing/2014/main" id="{DAE8DD6E-CDA0-4D33-EAAC-B77419AB0291}"/>
                </a:ext>
              </a:extLst>
            </p:cNvPr>
            <p:cNvSpPr/>
            <p:nvPr/>
          </p:nvSpPr>
          <p:spPr>
            <a:xfrm>
              <a:off x="1096954" y="1959841"/>
              <a:ext cx="9557" cy="9991"/>
            </a:xfrm>
            <a:custGeom>
              <a:avLst/>
              <a:gdLst/>
              <a:ahLst/>
              <a:cxnLst/>
              <a:rect l="l" t="t" r="r" b="b"/>
              <a:pathLst>
                <a:path w="286" h="299" extrusionOk="0">
                  <a:moveTo>
                    <a:pt x="143" y="1"/>
                  </a:moveTo>
                  <a:cubicBezTo>
                    <a:pt x="60" y="1"/>
                    <a:pt x="0" y="72"/>
                    <a:pt x="0" y="143"/>
                  </a:cubicBezTo>
                  <a:cubicBezTo>
                    <a:pt x="0" y="227"/>
                    <a:pt x="60" y="298"/>
                    <a:pt x="143" y="298"/>
                  </a:cubicBezTo>
                  <a:cubicBezTo>
                    <a:pt x="226" y="298"/>
                    <a:pt x="286" y="227"/>
                    <a:pt x="286" y="143"/>
                  </a:cubicBezTo>
                  <a:cubicBezTo>
                    <a:pt x="286" y="72"/>
                    <a:pt x="226" y="1"/>
                    <a:pt x="1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23">
              <a:extLst>
                <a:ext uri="{FF2B5EF4-FFF2-40B4-BE49-F238E27FC236}">
                  <a16:creationId xmlns:a16="http://schemas.microsoft.com/office/drawing/2014/main" id="{BA728A1A-A1AB-3BCC-2201-3B5915EFBC60}"/>
                </a:ext>
              </a:extLst>
            </p:cNvPr>
            <p:cNvSpPr/>
            <p:nvPr/>
          </p:nvSpPr>
          <p:spPr>
            <a:xfrm>
              <a:off x="1132742" y="2000407"/>
              <a:ext cx="86779" cy="59345"/>
            </a:xfrm>
            <a:custGeom>
              <a:avLst/>
              <a:gdLst/>
              <a:ahLst/>
              <a:cxnLst/>
              <a:rect l="l" t="t" r="r" b="b"/>
              <a:pathLst>
                <a:path w="2597" h="1776" extrusionOk="0">
                  <a:moveTo>
                    <a:pt x="1277" y="1"/>
                  </a:moveTo>
                  <a:cubicBezTo>
                    <a:pt x="572" y="1"/>
                    <a:pt x="1" y="580"/>
                    <a:pt x="1" y="1287"/>
                  </a:cubicBezTo>
                  <a:lnTo>
                    <a:pt x="1" y="1775"/>
                  </a:lnTo>
                  <a:lnTo>
                    <a:pt x="441" y="1775"/>
                  </a:lnTo>
                  <a:lnTo>
                    <a:pt x="441" y="1287"/>
                  </a:lnTo>
                  <a:cubicBezTo>
                    <a:pt x="441" y="811"/>
                    <a:pt x="822" y="430"/>
                    <a:pt x="1299" y="430"/>
                  </a:cubicBezTo>
                  <a:cubicBezTo>
                    <a:pt x="1775" y="430"/>
                    <a:pt x="2156" y="811"/>
                    <a:pt x="2156" y="1287"/>
                  </a:cubicBezTo>
                  <a:lnTo>
                    <a:pt x="2156" y="1775"/>
                  </a:lnTo>
                  <a:lnTo>
                    <a:pt x="2596" y="1775"/>
                  </a:lnTo>
                  <a:lnTo>
                    <a:pt x="2596" y="1287"/>
                  </a:lnTo>
                  <a:cubicBezTo>
                    <a:pt x="2596" y="573"/>
                    <a:pt x="2013" y="1"/>
                    <a:pt x="1299" y="1"/>
                  </a:cubicBezTo>
                  <a:cubicBezTo>
                    <a:pt x="1291" y="1"/>
                    <a:pt x="1284" y="1"/>
                    <a:pt x="127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23">
              <a:extLst>
                <a:ext uri="{FF2B5EF4-FFF2-40B4-BE49-F238E27FC236}">
                  <a16:creationId xmlns:a16="http://schemas.microsoft.com/office/drawing/2014/main" id="{BA5F23DD-58B2-CFB3-0391-77BFA1D10F2B}"/>
                </a:ext>
              </a:extLst>
            </p:cNvPr>
            <p:cNvSpPr/>
            <p:nvPr/>
          </p:nvSpPr>
          <p:spPr>
            <a:xfrm>
              <a:off x="1117237" y="2059718"/>
              <a:ext cx="117788" cy="86344"/>
            </a:xfrm>
            <a:custGeom>
              <a:avLst/>
              <a:gdLst/>
              <a:ahLst/>
              <a:cxnLst/>
              <a:rect l="l" t="t" r="r" b="b"/>
              <a:pathLst>
                <a:path w="3525" h="2584" extrusionOk="0">
                  <a:moveTo>
                    <a:pt x="393" y="0"/>
                  </a:moveTo>
                  <a:cubicBezTo>
                    <a:pt x="179" y="0"/>
                    <a:pt x="0" y="179"/>
                    <a:pt x="0" y="393"/>
                  </a:cubicBezTo>
                  <a:lnTo>
                    <a:pt x="0" y="2191"/>
                  </a:lnTo>
                  <a:cubicBezTo>
                    <a:pt x="0" y="2405"/>
                    <a:pt x="179" y="2584"/>
                    <a:pt x="393" y="2584"/>
                  </a:cubicBezTo>
                  <a:lnTo>
                    <a:pt x="3132" y="2584"/>
                  </a:lnTo>
                  <a:cubicBezTo>
                    <a:pt x="3346" y="2584"/>
                    <a:pt x="3525" y="2405"/>
                    <a:pt x="3525" y="2191"/>
                  </a:cubicBezTo>
                  <a:lnTo>
                    <a:pt x="3525" y="393"/>
                  </a:lnTo>
                  <a:cubicBezTo>
                    <a:pt x="3525" y="179"/>
                    <a:pt x="3346" y="0"/>
                    <a:pt x="313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23">
              <a:extLst>
                <a:ext uri="{FF2B5EF4-FFF2-40B4-BE49-F238E27FC236}">
                  <a16:creationId xmlns:a16="http://schemas.microsoft.com/office/drawing/2014/main" id="{ACA972D8-50AD-F297-BB9F-7DCA306C5618}"/>
                </a:ext>
              </a:extLst>
            </p:cNvPr>
            <p:cNvSpPr/>
            <p:nvPr/>
          </p:nvSpPr>
          <p:spPr>
            <a:xfrm>
              <a:off x="1165756" y="2084779"/>
              <a:ext cx="20751" cy="20717"/>
            </a:xfrm>
            <a:custGeom>
              <a:avLst/>
              <a:gdLst/>
              <a:ahLst/>
              <a:cxnLst/>
              <a:rect l="l" t="t" r="r" b="b"/>
              <a:pathLst>
                <a:path w="621" h="620" extrusionOk="0">
                  <a:moveTo>
                    <a:pt x="311" y="0"/>
                  </a:moveTo>
                  <a:cubicBezTo>
                    <a:pt x="144" y="0"/>
                    <a:pt x="1" y="131"/>
                    <a:pt x="1" y="310"/>
                  </a:cubicBezTo>
                  <a:cubicBezTo>
                    <a:pt x="1" y="476"/>
                    <a:pt x="144" y="619"/>
                    <a:pt x="311" y="619"/>
                  </a:cubicBezTo>
                  <a:cubicBezTo>
                    <a:pt x="477" y="619"/>
                    <a:pt x="620" y="476"/>
                    <a:pt x="620" y="310"/>
                  </a:cubicBezTo>
                  <a:cubicBezTo>
                    <a:pt x="620" y="131"/>
                    <a:pt x="477" y="0"/>
                    <a:pt x="311" y="0"/>
                  </a:cubicBezTo>
                  <a:close/>
                </a:path>
              </a:pathLst>
            </a:custGeom>
            <a:solidFill>
              <a:srgbClr val="D9E9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23">
              <a:extLst>
                <a:ext uri="{FF2B5EF4-FFF2-40B4-BE49-F238E27FC236}">
                  <a16:creationId xmlns:a16="http://schemas.microsoft.com/office/drawing/2014/main" id="{6C7FF2B4-9B07-D17F-30C7-966B0D3F116C}"/>
                </a:ext>
              </a:extLst>
            </p:cNvPr>
            <p:cNvSpPr/>
            <p:nvPr/>
          </p:nvSpPr>
          <p:spPr>
            <a:xfrm>
              <a:off x="1165388" y="2098680"/>
              <a:ext cx="21887" cy="25095"/>
            </a:xfrm>
            <a:custGeom>
              <a:avLst/>
              <a:gdLst/>
              <a:ahLst/>
              <a:cxnLst/>
              <a:rect l="l" t="t" r="r" b="b"/>
              <a:pathLst>
                <a:path w="655" h="751" extrusionOk="0">
                  <a:moveTo>
                    <a:pt x="274" y="1"/>
                  </a:moveTo>
                  <a:lnTo>
                    <a:pt x="0" y="751"/>
                  </a:lnTo>
                  <a:lnTo>
                    <a:pt x="655" y="751"/>
                  </a:lnTo>
                  <a:lnTo>
                    <a:pt x="357" y="1"/>
                  </a:lnTo>
                  <a:close/>
                </a:path>
              </a:pathLst>
            </a:custGeom>
            <a:solidFill>
              <a:srgbClr val="D9E9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23">
              <a:extLst>
                <a:ext uri="{FF2B5EF4-FFF2-40B4-BE49-F238E27FC236}">
                  <a16:creationId xmlns:a16="http://schemas.microsoft.com/office/drawing/2014/main" id="{E5AE68C8-6107-C0C2-4F57-BD30CDD7428B}"/>
                </a:ext>
              </a:extLst>
            </p:cNvPr>
            <p:cNvSpPr/>
            <p:nvPr/>
          </p:nvSpPr>
          <p:spPr>
            <a:xfrm>
              <a:off x="1095350" y="1711200"/>
              <a:ext cx="161161" cy="161161"/>
            </a:xfrm>
            <a:custGeom>
              <a:avLst/>
              <a:gdLst/>
              <a:ahLst/>
              <a:cxnLst/>
              <a:rect l="l" t="t" r="r" b="b"/>
              <a:pathLst>
                <a:path w="4823" h="4823" extrusionOk="0">
                  <a:moveTo>
                    <a:pt x="2418" y="0"/>
                  </a:moveTo>
                  <a:cubicBezTo>
                    <a:pt x="1084" y="0"/>
                    <a:pt x="1" y="1084"/>
                    <a:pt x="1" y="2405"/>
                  </a:cubicBezTo>
                  <a:cubicBezTo>
                    <a:pt x="1" y="3739"/>
                    <a:pt x="1084" y="4822"/>
                    <a:pt x="2418" y="4822"/>
                  </a:cubicBezTo>
                  <a:cubicBezTo>
                    <a:pt x="3751" y="4822"/>
                    <a:pt x="4823" y="3739"/>
                    <a:pt x="4823" y="2405"/>
                  </a:cubicBezTo>
                  <a:cubicBezTo>
                    <a:pt x="4823" y="1084"/>
                    <a:pt x="3751" y="0"/>
                    <a:pt x="241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23">
              <a:extLst>
                <a:ext uri="{FF2B5EF4-FFF2-40B4-BE49-F238E27FC236}">
                  <a16:creationId xmlns:a16="http://schemas.microsoft.com/office/drawing/2014/main" id="{DE24A323-25A6-2813-660C-D779CE0A4B56}"/>
                </a:ext>
              </a:extLst>
            </p:cNvPr>
            <p:cNvSpPr/>
            <p:nvPr/>
          </p:nvSpPr>
          <p:spPr>
            <a:xfrm>
              <a:off x="1371860" y="1842487"/>
              <a:ext cx="292047" cy="122165"/>
            </a:xfrm>
            <a:custGeom>
              <a:avLst/>
              <a:gdLst/>
              <a:ahLst/>
              <a:cxnLst/>
              <a:rect l="l" t="t" r="r" b="b"/>
              <a:pathLst>
                <a:path w="8740" h="3656" fill="none" extrusionOk="0">
                  <a:moveTo>
                    <a:pt x="0" y="3655"/>
                  </a:moveTo>
                  <a:lnTo>
                    <a:pt x="8740" y="3620"/>
                  </a:lnTo>
                  <a:lnTo>
                    <a:pt x="8740" y="0"/>
                  </a:lnTo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23">
              <a:extLst>
                <a:ext uri="{FF2B5EF4-FFF2-40B4-BE49-F238E27FC236}">
                  <a16:creationId xmlns:a16="http://schemas.microsoft.com/office/drawing/2014/main" id="{297D3428-310A-26B0-9424-67A583696CFA}"/>
                </a:ext>
              </a:extLst>
            </p:cNvPr>
            <p:cNvSpPr/>
            <p:nvPr/>
          </p:nvSpPr>
          <p:spPr>
            <a:xfrm>
              <a:off x="1533388" y="1778431"/>
              <a:ext cx="106527" cy="91022"/>
            </a:xfrm>
            <a:custGeom>
              <a:avLst/>
              <a:gdLst/>
              <a:ahLst/>
              <a:cxnLst/>
              <a:rect l="l" t="t" r="r" b="b"/>
              <a:pathLst>
                <a:path w="3188" h="2724" extrusionOk="0">
                  <a:moveTo>
                    <a:pt x="1155" y="1020"/>
                  </a:moveTo>
                  <a:cubicBezTo>
                    <a:pt x="1331" y="1020"/>
                    <a:pt x="1501" y="1156"/>
                    <a:pt x="1501" y="1358"/>
                  </a:cubicBezTo>
                  <a:cubicBezTo>
                    <a:pt x="1501" y="1548"/>
                    <a:pt x="1346" y="1691"/>
                    <a:pt x="1155" y="1691"/>
                  </a:cubicBezTo>
                  <a:lnTo>
                    <a:pt x="1155" y="1703"/>
                  </a:lnTo>
                  <a:cubicBezTo>
                    <a:pt x="858" y="1703"/>
                    <a:pt x="703" y="1334"/>
                    <a:pt x="917" y="1120"/>
                  </a:cubicBezTo>
                  <a:cubicBezTo>
                    <a:pt x="986" y="1051"/>
                    <a:pt x="1071" y="1020"/>
                    <a:pt x="1155" y="1020"/>
                  </a:cubicBezTo>
                  <a:close/>
                  <a:moveTo>
                    <a:pt x="1822" y="0"/>
                  </a:moveTo>
                  <a:cubicBezTo>
                    <a:pt x="608" y="0"/>
                    <a:pt x="0" y="1477"/>
                    <a:pt x="858" y="2322"/>
                  </a:cubicBezTo>
                  <a:cubicBezTo>
                    <a:pt x="1135" y="2599"/>
                    <a:pt x="1477" y="2723"/>
                    <a:pt x="1812" y="2723"/>
                  </a:cubicBezTo>
                  <a:cubicBezTo>
                    <a:pt x="2514" y="2723"/>
                    <a:pt x="3187" y="2180"/>
                    <a:pt x="3179" y="1358"/>
                  </a:cubicBezTo>
                  <a:cubicBezTo>
                    <a:pt x="3179" y="608"/>
                    <a:pt x="2572" y="0"/>
                    <a:pt x="18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23">
              <a:extLst>
                <a:ext uri="{FF2B5EF4-FFF2-40B4-BE49-F238E27FC236}">
                  <a16:creationId xmlns:a16="http://schemas.microsoft.com/office/drawing/2014/main" id="{8E872101-3A38-89BD-6C2E-06C9AB655629}"/>
                </a:ext>
              </a:extLst>
            </p:cNvPr>
            <p:cNvSpPr/>
            <p:nvPr/>
          </p:nvSpPr>
          <p:spPr>
            <a:xfrm>
              <a:off x="1622907" y="1810643"/>
              <a:ext cx="142448" cy="26298"/>
            </a:xfrm>
            <a:custGeom>
              <a:avLst/>
              <a:gdLst/>
              <a:ahLst/>
              <a:cxnLst/>
              <a:rect l="l" t="t" r="r" b="b"/>
              <a:pathLst>
                <a:path w="4263" h="787" extrusionOk="0">
                  <a:moveTo>
                    <a:pt x="0" y="1"/>
                  </a:moveTo>
                  <a:lnTo>
                    <a:pt x="0" y="787"/>
                  </a:lnTo>
                  <a:lnTo>
                    <a:pt x="4263" y="787"/>
                  </a:lnTo>
                  <a:lnTo>
                    <a:pt x="3870" y="144"/>
                  </a:lnTo>
                  <a:lnTo>
                    <a:pt x="3453" y="48"/>
                  </a:lnTo>
                  <a:lnTo>
                    <a:pt x="3453" y="310"/>
                  </a:lnTo>
                  <a:lnTo>
                    <a:pt x="3239" y="60"/>
                  </a:lnTo>
                  <a:lnTo>
                    <a:pt x="2989" y="48"/>
                  </a:lnTo>
                  <a:lnTo>
                    <a:pt x="2989" y="310"/>
                  </a:lnTo>
                  <a:lnTo>
                    <a:pt x="2655" y="48"/>
                  </a:lnTo>
                  <a:lnTo>
                    <a:pt x="2501" y="48"/>
                  </a:lnTo>
                  <a:lnTo>
                    <a:pt x="2524" y="310"/>
                  </a:lnTo>
                  <a:lnTo>
                    <a:pt x="2227" y="310"/>
                  </a:lnTo>
                  <a:lnTo>
                    <a:pt x="2227" y="1"/>
                  </a:lnTo>
                  <a:lnTo>
                    <a:pt x="1989" y="1"/>
                  </a:lnTo>
                  <a:lnTo>
                    <a:pt x="1929" y="310"/>
                  </a:lnTo>
                  <a:lnTo>
                    <a:pt x="153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62" name="Google Shape;1062;p23">
              <a:extLst>
                <a:ext uri="{FF2B5EF4-FFF2-40B4-BE49-F238E27FC236}">
                  <a16:creationId xmlns:a16="http://schemas.microsoft.com/office/drawing/2014/main" id="{F7EE8C72-AC33-870E-5F0C-C3F249190E27}"/>
                </a:ext>
              </a:extLst>
            </p:cNvPr>
            <p:cNvGrpSpPr/>
            <p:nvPr/>
          </p:nvGrpSpPr>
          <p:grpSpPr>
            <a:xfrm>
              <a:off x="1126435" y="1744416"/>
              <a:ext cx="102674" cy="128333"/>
              <a:chOff x="6633934" y="1531372"/>
              <a:chExt cx="163884" cy="204841"/>
            </a:xfrm>
          </p:grpSpPr>
          <p:sp>
            <p:nvSpPr>
              <p:cNvPr id="1063" name="Google Shape;1063;p23">
                <a:extLst>
                  <a:ext uri="{FF2B5EF4-FFF2-40B4-BE49-F238E27FC236}">
                    <a16:creationId xmlns:a16="http://schemas.microsoft.com/office/drawing/2014/main" id="{96587390-82CA-4492-4320-88B17756331D}"/>
                  </a:ext>
                </a:extLst>
              </p:cNvPr>
              <p:cNvSpPr/>
              <p:nvPr/>
            </p:nvSpPr>
            <p:spPr>
              <a:xfrm>
                <a:off x="6664666" y="1531372"/>
                <a:ext cx="102450" cy="102450"/>
              </a:xfrm>
              <a:custGeom>
                <a:avLst/>
                <a:gdLst/>
                <a:ahLst/>
                <a:cxnLst/>
                <a:rect l="l" t="t" r="r" b="b"/>
                <a:pathLst>
                  <a:path w="3467" h="3467" extrusionOk="0">
                    <a:moveTo>
                      <a:pt x="1733" y="1"/>
                    </a:moveTo>
                    <a:cubicBezTo>
                      <a:pt x="788" y="1"/>
                      <a:pt x="1" y="788"/>
                      <a:pt x="1" y="1733"/>
                    </a:cubicBezTo>
                    <a:cubicBezTo>
                      <a:pt x="1" y="2679"/>
                      <a:pt x="788" y="3466"/>
                      <a:pt x="1733" y="3466"/>
                    </a:cubicBezTo>
                    <a:cubicBezTo>
                      <a:pt x="2678" y="3466"/>
                      <a:pt x="3466" y="2679"/>
                      <a:pt x="3466" y="1733"/>
                    </a:cubicBezTo>
                    <a:cubicBezTo>
                      <a:pt x="3466" y="788"/>
                      <a:pt x="2678" y="1"/>
                      <a:pt x="17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Google Shape;1064;p23">
                <a:extLst>
                  <a:ext uri="{FF2B5EF4-FFF2-40B4-BE49-F238E27FC236}">
                    <a16:creationId xmlns:a16="http://schemas.microsoft.com/office/drawing/2014/main" id="{BEA68560-239E-D443-6C3B-4E4B0036001A}"/>
                  </a:ext>
                </a:extLst>
              </p:cNvPr>
              <p:cNvSpPr/>
              <p:nvPr/>
            </p:nvSpPr>
            <p:spPr>
              <a:xfrm>
                <a:off x="6633934" y="1631930"/>
                <a:ext cx="163884" cy="104282"/>
              </a:xfrm>
              <a:custGeom>
                <a:avLst/>
                <a:gdLst/>
                <a:ahLst/>
                <a:cxnLst/>
                <a:rect l="l" t="t" r="r" b="b"/>
                <a:pathLst>
                  <a:path w="5546" h="3529" extrusionOk="0">
                    <a:moveTo>
                      <a:pt x="1072" y="0"/>
                    </a:moveTo>
                    <a:cubicBezTo>
                      <a:pt x="442" y="536"/>
                      <a:pt x="32" y="1292"/>
                      <a:pt x="32" y="2143"/>
                    </a:cubicBezTo>
                    <a:lnTo>
                      <a:pt x="32" y="3182"/>
                    </a:lnTo>
                    <a:cubicBezTo>
                      <a:pt x="1" y="3371"/>
                      <a:pt x="158" y="3529"/>
                      <a:pt x="347" y="3529"/>
                    </a:cubicBezTo>
                    <a:lnTo>
                      <a:pt x="5199" y="3529"/>
                    </a:lnTo>
                    <a:cubicBezTo>
                      <a:pt x="5388" y="3529"/>
                      <a:pt x="5546" y="3371"/>
                      <a:pt x="5546" y="3182"/>
                    </a:cubicBezTo>
                    <a:lnTo>
                      <a:pt x="5546" y="2143"/>
                    </a:lnTo>
                    <a:cubicBezTo>
                      <a:pt x="5546" y="1292"/>
                      <a:pt x="5168" y="536"/>
                      <a:pt x="4538" y="0"/>
                    </a:cubicBezTo>
                    <a:cubicBezTo>
                      <a:pt x="4096" y="473"/>
                      <a:pt x="3466" y="756"/>
                      <a:pt x="2805" y="756"/>
                    </a:cubicBezTo>
                    <a:cubicBezTo>
                      <a:pt x="2143" y="756"/>
                      <a:pt x="1513" y="504"/>
                      <a:pt x="107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" name="Ellipse 1">
            <a:extLst>
              <a:ext uri="{FF2B5EF4-FFF2-40B4-BE49-F238E27FC236}">
                <a16:creationId xmlns:a16="http://schemas.microsoft.com/office/drawing/2014/main" id="{D6F43D69-6D06-08C4-979A-25CC0CD7EABA}"/>
              </a:ext>
            </a:extLst>
          </p:cNvPr>
          <p:cNvSpPr/>
          <p:nvPr/>
        </p:nvSpPr>
        <p:spPr>
          <a:xfrm>
            <a:off x="7572138" y="-1390603"/>
            <a:ext cx="1638868" cy="1657173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0FB6F5B4-5244-84A4-8D27-8CBDB48DE44C}"/>
              </a:ext>
            </a:extLst>
          </p:cNvPr>
          <p:cNvSpPr/>
          <p:nvPr/>
        </p:nvSpPr>
        <p:spPr>
          <a:xfrm>
            <a:off x="8339400" y="-403016"/>
            <a:ext cx="2233114" cy="2309076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Google Shape;3368;p37">
            <a:extLst>
              <a:ext uri="{FF2B5EF4-FFF2-40B4-BE49-F238E27FC236}">
                <a16:creationId xmlns:a16="http://schemas.microsoft.com/office/drawing/2014/main" id="{CDDBC8F4-1529-931F-45E5-76CB4524345C}"/>
              </a:ext>
            </a:extLst>
          </p:cNvPr>
          <p:cNvSpPr/>
          <p:nvPr/>
        </p:nvSpPr>
        <p:spPr>
          <a:xfrm>
            <a:off x="879666" y="-156893"/>
            <a:ext cx="486039" cy="429385"/>
          </a:xfrm>
          <a:custGeom>
            <a:avLst/>
            <a:gdLst/>
            <a:ahLst/>
            <a:cxnLst/>
            <a:rect l="l" t="t" r="r" b="b"/>
            <a:pathLst>
              <a:path w="11942" h="10550" extrusionOk="0">
                <a:moveTo>
                  <a:pt x="7370" y="0"/>
                </a:moveTo>
                <a:lnTo>
                  <a:pt x="0" y="10549"/>
                </a:lnTo>
                <a:lnTo>
                  <a:pt x="4572" y="10549"/>
                </a:lnTo>
                <a:lnTo>
                  <a:pt x="1194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3369;p37">
            <a:extLst>
              <a:ext uri="{FF2B5EF4-FFF2-40B4-BE49-F238E27FC236}">
                <a16:creationId xmlns:a16="http://schemas.microsoft.com/office/drawing/2014/main" id="{8416C08D-DB12-2FE7-8744-3D765A3073E5}"/>
              </a:ext>
            </a:extLst>
          </p:cNvPr>
          <p:cNvSpPr/>
          <p:nvPr/>
        </p:nvSpPr>
        <p:spPr>
          <a:xfrm>
            <a:off x="1180072" y="-156893"/>
            <a:ext cx="485592" cy="429385"/>
          </a:xfrm>
          <a:custGeom>
            <a:avLst/>
            <a:gdLst/>
            <a:ahLst/>
            <a:cxnLst/>
            <a:rect l="l" t="t" r="r" b="b"/>
            <a:pathLst>
              <a:path w="11931" h="10550" extrusionOk="0">
                <a:moveTo>
                  <a:pt x="7359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3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3370;p37">
            <a:extLst>
              <a:ext uri="{FF2B5EF4-FFF2-40B4-BE49-F238E27FC236}">
                <a16:creationId xmlns:a16="http://schemas.microsoft.com/office/drawing/2014/main" id="{CB80BDF9-866F-09F9-7E51-39603824BC3E}"/>
              </a:ext>
            </a:extLst>
          </p:cNvPr>
          <p:cNvSpPr/>
          <p:nvPr/>
        </p:nvSpPr>
        <p:spPr>
          <a:xfrm>
            <a:off x="1480519" y="-156893"/>
            <a:ext cx="485592" cy="429385"/>
          </a:xfrm>
          <a:custGeom>
            <a:avLst/>
            <a:gdLst/>
            <a:ahLst/>
            <a:cxnLst/>
            <a:rect l="l" t="t" r="r" b="b"/>
            <a:pathLst>
              <a:path w="11931" h="10550" extrusionOk="0">
                <a:moveTo>
                  <a:pt x="7359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3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3371;p37">
            <a:extLst>
              <a:ext uri="{FF2B5EF4-FFF2-40B4-BE49-F238E27FC236}">
                <a16:creationId xmlns:a16="http://schemas.microsoft.com/office/drawing/2014/main" id="{566FF53B-CC3A-F50F-295A-DB7B0FC7CA47}"/>
              </a:ext>
            </a:extLst>
          </p:cNvPr>
          <p:cNvSpPr/>
          <p:nvPr/>
        </p:nvSpPr>
        <p:spPr>
          <a:xfrm>
            <a:off x="1780477" y="-156893"/>
            <a:ext cx="486080" cy="429385"/>
          </a:xfrm>
          <a:custGeom>
            <a:avLst/>
            <a:gdLst/>
            <a:ahLst/>
            <a:cxnLst/>
            <a:rect l="l" t="t" r="r" b="b"/>
            <a:pathLst>
              <a:path w="11943" h="10550" extrusionOk="0">
                <a:moveTo>
                  <a:pt x="7371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4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3372;p37">
            <a:extLst>
              <a:ext uri="{FF2B5EF4-FFF2-40B4-BE49-F238E27FC236}">
                <a16:creationId xmlns:a16="http://schemas.microsoft.com/office/drawing/2014/main" id="{DC717F7F-F8C5-8232-EBEA-5E15164DAA7B}"/>
              </a:ext>
            </a:extLst>
          </p:cNvPr>
          <p:cNvSpPr/>
          <p:nvPr/>
        </p:nvSpPr>
        <p:spPr>
          <a:xfrm>
            <a:off x="2080924" y="-156893"/>
            <a:ext cx="485103" cy="429385"/>
          </a:xfrm>
          <a:custGeom>
            <a:avLst/>
            <a:gdLst/>
            <a:ahLst/>
            <a:cxnLst/>
            <a:rect l="l" t="t" r="r" b="b"/>
            <a:pathLst>
              <a:path w="11919" h="10550" extrusionOk="0">
                <a:moveTo>
                  <a:pt x="7359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19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3373;p37">
            <a:extLst>
              <a:ext uri="{FF2B5EF4-FFF2-40B4-BE49-F238E27FC236}">
                <a16:creationId xmlns:a16="http://schemas.microsoft.com/office/drawing/2014/main" id="{5B1F2430-207D-6505-28AF-ADEFE3552686}"/>
              </a:ext>
            </a:extLst>
          </p:cNvPr>
          <p:cNvSpPr/>
          <p:nvPr/>
        </p:nvSpPr>
        <p:spPr>
          <a:xfrm>
            <a:off x="2381371" y="-156893"/>
            <a:ext cx="485103" cy="429385"/>
          </a:xfrm>
          <a:custGeom>
            <a:avLst/>
            <a:gdLst/>
            <a:ahLst/>
            <a:cxnLst/>
            <a:rect l="l" t="t" r="r" b="b"/>
            <a:pathLst>
              <a:path w="11919" h="10550" extrusionOk="0">
                <a:moveTo>
                  <a:pt x="7359" y="0"/>
                </a:moveTo>
                <a:lnTo>
                  <a:pt x="1" y="10549"/>
                </a:lnTo>
                <a:lnTo>
                  <a:pt x="4561" y="10549"/>
                </a:lnTo>
                <a:lnTo>
                  <a:pt x="11919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3374;p37">
            <a:extLst>
              <a:ext uri="{FF2B5EF4-FFF2-40B4-BE49-F238E27FC236}">
                <a16:creationId xmlns:a16="http://schemas.microsoft.com/office/drawing/2014/main" id="{DFD7B777-55EA-0E5F-A575-9BD67A064125}"/>
              </a:ext>
            </a:extLst>
          </p:cNvPr>
          <p:cNvSpPr/>
          <p:nvPr/>
        </p:nvSpPr>
        <p:spPr>
          <a:xfrm>
            <a:off x="2678440" y="-156893"/>
            <a:ext cx="485103" cy="429385"/>
          </a:xfrm>
          <a:custGeom>
            <a:avLst/>
            <a:gdLst/>
            <a:ahLst/>
            <a:cxnLst/>
            <a:rect l="l" t="t" r="r" b="b"/>
            <a:pathLst>
              <a:path w="11919" h="10550" extrusionOk="0">
                <a:moveTo>
                  <a:pt x="7346" y="0"/>
                </a:moveTo>
                <a:lnTo>
                  <a:pt x="0" y="10549"/>
                </a:lnTo>
                <a:lnTo>
                  <a:pt x="4560" y="10549"/>
                </a:lnTo>
                <a:lnTo>
                  <a:pt x="11918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3438;p37">
            <a:extLst>
              <a:ext uri="{FF2B5EF4-FFF2-40B4-BE49-F238E27FC236}">
                <a16:creationId xmlns:a16="http://schemas.microsoft.com/office/drawing/2014/main" id="{27B2965A-A697-2371-08B0-D2EF647C2FF4}"/>
              </a:ext>
            </a:extLst>
          </p:cNvPr>
          <p:cNvSpPr/>
          <p:nvPr/>
        </p:nvSpPr>
        <p:spPr>
          <a:xfrm>
            <a:off x="-1194409" y="-156893"/>
            <a:ext cx="486039" cy="429385"/>
          </a:xfrm>
          <a:custGeom>
            <a:avLst/>
            <a:gdLst/>
            <a:ahLst/>
            <a:cxnLst/>
            <a:rect l="l" t="t" r="r" b="b"/>
            <a:pathLst>
              <a:path w="11942" h="10550" extrusionOk="0">
                <a:moveTo>
                  <a:pt x="7370" y="0"/>
                </a:moveTo>
                <a:lnTo>
                  <a:pt x="0" y="10549"/>
                </a:lnTo>
                <a:lnTo>
                  <a:pt x="4572" y="10549"/>
                </a:lnTo>
                <a:lnTo>
                  <a:pt x="1194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3439;p37">
            <a:extLst>
              <a:ext uri="{FF2B5EF4-FFF2-40B4-BE49-F238E27FC236}">
                <a16:creationId xmlns:a16="http://schemas.microsoft.com/office/drawing/2014/main" id="{5F9F9580-37D7-BD0E-4335-455FDC285127}"/>
              </a:ext>
            </a:extLst>
          </p:cNvPr>
          <p:cNvSpPr/>
          <p:nvPr/>
        </p:nvSpPr>
        <p:spPr>
          <a:xfrm>
            <a:off x="-894003" y="-156893"/>
            <a:ext cx="485592" cy="429385"/>
          </a:xfrm>
          <a:custGeom>
            <a:avLst/>
            <a:gdLst/>
            <a:ahLst/>
            <a:cxnLst/>
            <a:rect l="l" t="t" r="r" b="b"/>
            <a:pathLst>
              <a:path w="11931" h="10550" extrusionOk="0">
                <a:moveTo>
                  <a:pt x="7359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3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3440;p37">
            <a:extLst>
              <a:ext uri="{FF2B5EF4-FFF2-40B4-BE49-F238E27FC236}">
                <a16:creationId xmlns:a16="http://schemas.microsoft.com/office/drawing/2014/main" id="{F404F9BE-4140-83F4-F2A4-EEF6A2731FE6}"/>
              </a:ext>
            </a:extLst>
          </p:cNvPr>
          <p:cNvSpPr/>
          <p:nvPr/>
        </p:nvSpPr>
        <p:spPr>
          <a:xfrm>
            <a:off x="-593556" y="-156893"/>
            <a:ext cx="485592" cy="429385"/>
          </a:xfrm>
          <a:custGeom>
            <a:avLst/>
            <a:gdLst/>
            <a:ahLst/>
            <a:cxnLst/>
            <a:rect l="l" t="t" r="r" b="b"/>
            <a:pathLst>
              <a:path w="11931" h="10550" extrusionOk="0">
                <a:moveTo>
                  <a:pt x="7359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3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3441;p37">
            <a:extLst>
              <a:ext uri="{FF2B5EF4-FFF2-40B4-BE49-F238E27FC236}">
                <a16:creationId xmlns:a16="http://schemas.microsoft.com/office/drawing/2014/main" id="{965FD2FA-6A2B-3EC9-28C3-4D78B20EEE6E}"/>
              </a:ext>
            </a:extLst>
          </p:cNvPr>
          <p:cNvSpPr/>
          <p:nvPr/>
        </p:nvSpPr>
        <p:spPr>
          <a:xfrm>
            <a:off x="-293598" y="-156893"/>
            <a:ext cx="486080" cy="429385"/>
          </a:xfrm>
          <a:custGeom>
            <a:avLst/>
            <a:gdLst/>
            <a:ahLst/>
            <a:cxnLst/>
            <a:rect l="l" t="t" r="r" b="b"/>
            <a:pathLst>
              <a:path w="11943" h="10550" extrusionOk="0">
                <a:moveTo>
                  <a:pt x="7371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4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3442;p37">
            <a:extLst>
              <a:ext uri="{FF2B5EF4-FFF2-40B4-BE49-F238E27FC236}">
                <a16:creationId xmlns:a16="http://schemas.microsoft.com/office/drawing/2014/main" id="{E6ADE8F3-B125-85F8-8723-21B0EAD4A611}"/>
              </a:ext>
            </a:extLst>
          </p:cNvPr>
          <p:cNvSpPr/>
          <p:nvPr/>
        </p:nvSpPr>
        <p:spPr>
          <a:xfrm>
            <a:off x="6849" y="-156893"/>
            <a:ext cx="485103" cy="429385"/>
          </a:xfrm>
          <a:custGeom>
            <a:avLst/>
            <a:gdLst/>
            <a:ahLst/>
            <a:cxnLst/>
            <a:rect l="l" t="t" r="r" b="b"/>
            <a:pathLst>
              <a:path w="11919" h="10550" extrusionOk="0">
                <a:moveTo>
                  <a:pt x="7359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19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3443;p37">
            <a:extLst>
              <a:ext uri="{FF2B5EF4-FFF2-40B4-BE49-F238E27FC236}">
                <a16:creationId xmlns:a16="http://schemas.microsoft.com/office/drawing/2014/main" id="{27D87BAC-5CB3-5E2E-0C42-EB52B365DE99}"/>
              </a:ext>
            </a:extLst>
          </p:cNvPr>
          <p:cNvSpPr/>
          <p:nvPr/>
        </p:nvSpPr>
        <p:spPr>
          <a:xfrm>
            <a:off x="307296" y="-156893"/>
            <a:ext cx="485103" cy="429385"/>
          </a:xfrm>
          <a:custGeom>
            <a:avLst/>
            <a:gdLst/>
            <a:ahLst/>
            <a:cxnLst/>
            <a:rect l="l" t="t" r="r" b="b"/>
            <a:pathLst>
              <a:path w="11919" h="10550" extrusionOk="0">
                <a:moveTo>
                  <a:pt x="7359" y="0"/>
                </a:moveTo>
                <a:lnTo>
                  <a:pt x="1" y="10549"/>
                </a:lnTo>
                <a:lnTo>
                  <a:pt x="4561" y="10549"/>
                </a:lnTo>
                <a:lnTo>
                  <a:pt x="11919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3444;p37">
            <a:extLst>
              <a:ext uri="{FF2B5EF4-FFF2-40B4-BE49-F238E27FC236}">
                <a16:creationId xmlns:a16="http://schemas.microsoft.com/office/drawing/2014/main" id="{0DE2D124-9798-030D-9781-2CE5945763FE}"/>
              </a:ext>
            </a:extLst>
          </p:cNvPr>
          <p:cNvSpPr/>
          <p:nvPr/>
        </p:nvSpPr>
        <p:spPr>
          <a:xfrm>
            <a:off x="604365" y="-156893"/>
            <a:ext cx="485103" cy="429385"/>
          </a:xfrm>
          <a:custGeom>
            <a:avLst/>
            <a:gdLst/>
            <a:ahLst/>
            <a:cxnLst/>
            <a:rect l="l" t="t" r="r" b="b"/>
            <a:pathLst>
              <a:path w="11919" h="10550" extrusionOk="0">
                <a:moveTo>
                  <a:pt x="7346" y="0"/>
                </a:moveTo>
                <a:lnTo>
                  <a:pt x="0" y="10549"/>
                </a:lnTo>
                <a:lnTo>
                  <a:pt x="4560" y="10549"/>
                </a:lnTo>
                <a:lnTo>
                  <a:pt x="11918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3368;p37">
            <a:extLst>
              <a:ext uri="{FF2B5EF4-FFF2-40B4-BE49-F238E27FC236}">
                <a16:creationId xmlns:a16="http://schemas.microsoft.com/office/drawing/2014/main" id="{9CFB60D8-9391-863E-2869-C0691E1666F5}"/>
              </a:ext>
            </a:extLst>
          </p:cNvPr>
          <p:cNvSpPr/>
          <p:nvPr/>
        </p:nvSpPr>
        <p:spPr>
          <a:xfrm>
            <a:off x="7078647" y="4928807"/>
            <a:ext cx="486039" cy="429385"/>
          </a:xfrm>
          <a:custGeom>
            <a:avLst/>
            <a:gdLst/>
            <a:ahLst/>
            <a:cxnLst/>
            <a:rect l="l" t="t" r="r" b="b"/>
            <a:pathLst>
              <a:path w="11942" h="10550" extrusionOk="0">
                <a:moveTo>
                  <a:pt x="7370" y="0"/>
                </a:moveTo>
                <a:lnTo>
                  <a:pt x="0" y="10549"/>
                </a:lnTo>
                <a:lnTo>
                  <a:pt x="4572" y="10549"/>
                </a:lnTo>
                <a:lnTo>
                  <a:pt x="1194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3369;p37">
            <a:extLst>
              <a:ext uri="{FF2B5EF4-FFF2-40B4-BE49-F238E27FC236}">
                <a16:creationId xmlns:a16="http://schemas.microsoft.com/office/drawing/2014/main" id="{11D09659-16E6-D8C0-1A03-21DCC32CEB4D}"/>
              </a:ext>
            </a:extLst>
          </p:cNvPr>
          <p:cNvSpPr/>
          <p:nvPr/>
        </p:nvSpPr>
        <p:spPr>
          <a:xfrm>
            <a:off x="7379053" y="4928807"/>
            <a:ext cx="485592" cy="429385"/>
          </a:xfrm>
          <a:custGeom>
            <a:avLst/>
            <a:gdLst/>
            <a:ahLst/>
            <a:cxnLst/>
            <a:rect l="l" t="t" r="r" b="b"/>
            <a:pathLst>
              <a:path w="11931" h="10550" extrusionOk="0">
                <a:moveTo>
                  <a:pt x="7359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3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3370;p37">
            <a:extLst>
              <a:ext uri="{FF2B5EF4-FFF2-40B4-BE49-F238E27FC236}">
                <a16:creationId xmlns:a16="http://schemas.microsoft.com/office/drawing/2014/main" id="{93CED1FB-90A8-9CB4-21D3-E79558FA1351}"/>
              </a:ext>
            </a:extLst>
          </p:cNvPr>
          <p:cNvSpPr/>
          <p:nvPr/>
        </p:nvSpPr>
        <p:spPr>
          <a:xfrm>
            <a:off x="7679500" y="4928807"/>
            <a:ext cx="485592" cy="429385"/>
          </a:xfrm>
          <a:custGeom>
            <a:avLst/>
            <a:gdLst/>
            <a:ahLst/>
            <a:cxnLst/>
            <a:rect l="l" t="t" r="r" b="b"/>
            <a:pathLst>
              <a:path w="11931" h="10550" extrusionOk="0">
                <a:moveTo>
                  <a:pt x="7359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3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3371;p37">
            <a:extLst>
              <a:ext uri="{FF2B5EF4-FFF2-40B4-BE49-F238E27FC236}">
                <a16:creationId xmlns:a16="http://schemas.microsoft.com/office/drawing/2014/main" id="{260A4557-3CD6-C81E-408C-4DF0F26BCFC9}"/>
              </a:ext>
            </a:extLst>
          </p:cNvPr>
          <p:cNvSpPr/>
          <p:nvPr/>
        </p:nvSpPr>
        <p:spPr>
          <a:xfrm>
            <a:off x="7979458" y="4928807"/>
            <a:ext cx="486080" cy="429385"/>
          </a:xfrm>
          <a:custGeom>
            <a:avLst/>
            <a:gdLst/>
            <a:ahLst/>
            <a:cxnLst/>
            <a:rect l="l" t="t" r="r" b="b"/>
            <a:pathLst>
              <a:path w="11943" h="10550" extrusionOk="0">
                <a:moveTo>
                  <a:pt x="7371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4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3372;p37">
            <a:extLst>
              <a:ext uri="{FF2B5EF4-FFF2-40B4-BE49-F238E27FC236}">
                <a16:creationId xmlns:a16="http://schemas.microsoft.com/office/drawing/2014/main" id="{111E1E5D-3D56-46B0-74EE-D34B875F744D}"/>
              </a:ext>
            </a:extLst>
          </p:cNvPr>
          <p:cNvSpPr/>
          <p:nvPr/>
        </p:nvSpPr>
        <p:spPr>
          <a:xfrm>
            <a:off x="8279905" y="4928807"/>
            <a:ext cx="485103" cy="429385"/>
          </a:xfrm>
          <a:custGeom>
            <a:avLst/>
            <a:gdLst/>
            <a:ahLst/>
            <a:cxnLst/>
            <a:rect l="l" t="t" r="r" b="b"/>
            <a:pathLst>
              <a:path w="11919" h="10550" extrusionOk="0">
                <a:moveTo>
                  <a:pt x="7359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19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3373;p37">
            <a:extLst>
              <a:ext uri="{FF2B5EF4-FFF2-40B4-BE49-F238E27FC236}">
                <a16:creationId xmlns:a16="http://schemas.microsoft.com/office/drawing/2014/main" id="{2399A70B-B4D6-F099-8279-19B6D272E4FC}"/>
              </a:ext>
            </a:extLst>
          </p:cNvPr>
          <p:cNvSpPr/>
          <p:nvPr/>
        </p:nvSpPr>
        <p:spPr>
          <a:xfrm>
            <a:off x="8580352" y="4928807"/>
            <a:ext cx="485103" cy="429385"/>
          </a:xfrm>
          <a:custGeom>
            <a:avLst/>
            <a:gdLst/>
            <a:ahLst/>
            <a:cxnLst/>
            <a:rect l="l" t="t" r="r" b="b"/>
            <a:pathLst>
              <a:path w="11919" h="10550" extrusionOk="0">
                <a:moveTo>
                  <a:pt x="7359" y="0"/>
                </a:moveTo>
                <a:lnTo>
                  <a:pt x="1" y="10549"/>
                </a:lnTo>
                <a:lnTo>
                  <a:pt x="4561" y="10549"/>
                </a:lnTo>
                <a:lnTo>
                  <a:pt x="11919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3374;p37">
            <a:extLst>
              <a:ext uri="{FF2B5EF4-FFF2-40B4-BE49-F238E27FC236}">
                <a16:creationId xmlns:a16="http://schemas.microsoft.com/office/drawing/2014/main" id="{3BEF49D5-5A6B-D68D-C7E1-CB4B9FE50162}"/>
              </a:ext>
            </a:extLst>
          </p:cNvPr>
          <p:cNvSpPr/>
          <p:nvPr/>
        </p:nvSpPr>
        <p:spPr>
          <a:xfrm>
            <a:off x="8877421" y="4928807"/>
            <a:ext cx="485103" cy="429385"/>
          </a:xfrm>
          <a:custGeom>
            <a:avLst/>
            <a:gdLst/>
            <a:ahLst/>
            <a:cxnLst/>
            <a:rect l="l" t="t" r="r" b="b"/>
            <a:pathLst>
              <a:path w="11919" h="10550" extrusionOk="0">
                <a:moveTo>
                  <a:pt x="7346" y="0"/>
                </a:moveTo>
                <a:lnTo>
                  <a:pt x="0" y="10549"/>
                </a:lnTo>
                <a:lnTo>
                  <a:pt x="4560" y="10549"/>
                </a:lnTo>
                <a:lnTo>
                  <a:pt x="11918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3438;p37">
            <a:extLst>
              <a:ext uri="{FF2B5EF4-FFF2-40B4-BE49-F238E27FC236}">
                <a16:creationId xmlns:a16="http://schemas.microsoft.com/office/drawing/2014/main" id="{B493080A-45D8-60FC-8CB7-810788E5C646}"/>
              </a:ext>
            </a:extLst>
          </p:cNvPr>
          <p:cNvSpPr/>
          <p:nvPr/>
        </p:nvSpPr>
        <p:spPr>
          <a:xfrm>
            <a:off x="5004572" y="4928807"/>
            <a:ext cx="486039" cy="429385"/>
          </a:xfrm>
          <a:custGeom>
            <a:avLst/>
            <a:gdLst/>
            <a:ahLst/>
            <a:cxnLst/>
            <a:rect l="l" t="t" r="r" b="b"/>
            <a:pathLst>
              <a:path w="11942" h="10550" extrusionOk="0">
                <a:moveTo>
                  <a:pt x="7370" y="0"/>
                </a:moveTo>
                <a:lnTo>
                  <a:pt x="0" y="10549"/>
                </a:lnTo>
                <a:lnTo>
                  <a:pt x="4572" y="10549"/>
                </a:lnTo>
                <a:lnTo>
                  <a:pt x="1194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3439;p37">
            <a:extLst>
              <a:ext uri="{FF2B5EF4-FFF2-40B4-BE49-F238E27FC236}">
                <a16:creationId xmlns:a16="http://schemas.microsoft.com/office/drawing/2014/main" id="{1E633F39-E60F-751A-AFD8-C50BC708D150}"/>
              </a:ext>
            </a:extLst>
          </p:cNvPr>
          <p:cNvSpPr/>
          <p:nvPr/>
        </p:nvSpPr>
        <p:spPr>
          <a:xfrm>
            <a:off x="5304978" y="4928807"/>
            <a:ext cx="485592" cy="429385"/>
          </a:xfrm>
          <a:custGeom>
            <a:avLst/>
            <a:gdLst/>
            <a:ahLst/>
            <a:cxnLst/>
            <a:rect l="l" t="t" r="r" b="b"/>
            <a:pathLst>
              <a:path w="11931" h="10550" extrusionOk="0">
                <a:moveTo>
                  <a:pt x="7359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3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3440;p37">
            <a:extLst>
              <a:ext uri="{FF2B5EF4-FFF2-40B4-BE49-F238E27FC236}">
                <a16:creationId xmlns:a16="http://schemas.microsoft.com/office/drawing/2014/main" id="{D53F14B6-F234-2DE8-66F5-CAC270F3CD9B}"/>
              </a:ext>
            </a:extLst>
          </p:cNvPr>
          <p:cNvSpPr/>
          <p:nvPr/>
        </p:nvSpPr>
        <p:spPr>
          <a:xfrm>
            <a:off x="5605425" y="4928807"/>
            <a:ext cx="485592" cy="429385"/>
          </a:xfrm>
          <a:custGeom>
            <a:avLst/>
            <a:gdLst/>
            <a:ahLst/>
            <a:cxnLst/>
            <a:rect l="l" t="t" r="r" b="b"/>
            <a:pathLst>
              <a:path w="11931" h="10550" extrusionOk="0">
                <a:moveTo>
                  <a:pt x="7359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3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3441;p37">
            <a:extLst>
              <a:ext uri="{FF2B5EF4-FFF2-40B4-BE49-F238E27FC236}">
                <a16:creationId xmlns:a16="http://schemas.microsoft.com/office/drawing/2014/main" id="{853EC99D-D756-176C-53C6-CF288879D39A}"/>
              </a:ext>
            </a:extLst>
          </p:cNvPr>
          <p:cNvSpPr/>
          <p:nvPr/>
        </p:nvSpPr>
        <p:spPr>
          <a:xfrm>
            <a:off x="5905383" y="4928807"/>
            <a:ext cx="486080" cy="429385"/>
          </a:xfrm>
          <a:custGeom>
            <a:avLst/>
            <a:gdLst/>
            <a:ahLst/>
            <a:cxnLst/>
            <a:rect l="l" t="t" r="r" b="b"/>
            <a:pathLst>
              <a:path w="11943" h="10550" extrusionOk="0">
                <a:moveTo>
                  <a:pt x="7371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4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3442;p37">
            <a:extLst>
              <a:ext uri="{FF2B5EF4-FFF2-40B4-BE49-F238E27FC236}">
                <a16:creationId xmlns:a16="http://schemas.microsoft.com/office/drawing/2014/main" id="{31AE4261-B19C-1A52-CAA7-880F6FEB0DD6}"/>
              </a:ext>
            </a:extLst>
          </p:cNvPr>
          <p:cNvSpPr/>
          <p:nvPr/>
        </p:nvSpPr>
        <p:spPr>
          <a:xfrm>
            <a:off x="6205830" y="4928807"/>
            <a:ext cx="485103" cy="429385"/>
          </a:xfrm>
          <a:custGeom>
            <a:avLst/>
            <a:gdLst/>
            <a:ahLst/>
            <a:cxnLst/>
            <a:rect l="l" t="t" r="r" b="b"/>
            <a:pathLst>
              <a:path w="11919" h="10550" extrusionOk="0">
                <a:moveTo>
                  <a:pt x="7359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19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443;p37">
            <a:extLst>
              <a:ext uri="{FF2B5EF4-FFF2-40B4-BE49-F238E27FC236}">
                <a16:creationId xmlns:a16="http://schemas.microsoft.com/office/drawing/2014/main" id="{383FCD6B-6356-94EA-761D-4CB51CF67766}"/>
              </a:ext>
            </a:extLst>
          </p:cNvPr>
          <p:cNvSpPr/>
          <p:nvPr/>
        </p:nvSpPr>
        <p:spPr>
          <a:xfrm>
            <a:off x="6506277" y="4928807"/>
            <a:ext cx="485103" cy="429385"/>
          </a:xfrm>
          <a:custGeom>
            <a:avLst/>
            <a:gdLst/>
            <a:ahLst/>
            <a:cxnLst/>
            <a:rect l="l" t="t" r="r" b="b"/>
            <a:pathLst>
              <a:path w="11919" h="10550" extrusionOk="0">
                <a:moveTo>
                  <a:pt x="7359" y="0"/>
                </a:moveTo>
                <a:lnTo>
                  <a:pt x="1" y="10549"/>
                </a:lnTo>
                <a:lnTo>
                  <a:pt x="4561" y="10549"/>
                </a:lnTo>
                <a:lnTo>
                  <a:pt x="11919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444;p37">
            <a:extLst>
              <a:ext uri="{FF2B5EF4-FFF2-40B4-BE49-F238E27FC236}">
                <a16:creationId xmlns:a16="http://schemas.microsoft.com/office/drawing/2014/main" id="{BA5CBB4A-4E56-BA23-64EF-AB960A4EA764}"/>
              </a:ext>
            </a:extLst>
          </p:cNvPr>
          <p:cNvSpPr/>
          <p:nvPr/>
        </p:nvSpPr>
        <p:spPr>
          <a:xfrm>
            <a:off x="6803346" y="4928807"/>
            <a:ext cx="485103" cy="429385"/>
          </a:xfrm>
          <a:custGeom>
            <a:avLst/>
            <a:gdLst/>
            <a:ahLst/>
            <a:cxnLst/>
            <a:rect l="l" t="t" r="r" b="b"/>
            <a:pathLst>
              <a:path w="11919" h="10550" extrusionOk="0">
                <a:moveTo>
                  <a:pt x="7346" y="0"/>
                </a:moveTo>
                <a:lnTo>
                  <a:pt x="0" y="10549"/>
                </a:lnTo>
                <a:lnTo>
                  <a:pt x="4560" y="10549"/>
                </a:lnTo>
                <a:lnTo>
                  <a:pt x="11918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89A4DC2D-A764-3796-B497-ADCF77C1B05C}"/>
              </a:ext>
            </a:extLst>
          </p:cNvPr>
          <p:cNvSpPr/>
          <p:nvPr/>
        </p:nvSpPr>
        <p:spPr>
          <a:xfrm>
            <a:off x="-1301251" y="4465308"/>
            <a:ext cx="2149917" cy="2264132"/>
          </a:xfrm>
          <a:prstGeom prst="ellipse">
            <a:avLst/>
          </a:prstGeom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922443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6" name="Google Shape;3356;p37"/>
          <p:cNvSpPr txBox="1">
            <a:spLocks noGrp="1"/>
          </p:cNvSpPr>
          <p:nvPr>
            <p:ph type="title"/>
          </p:nvPr>
        </p:nvSpPr>
        <p:spPr>
          <a:xfrm>
            <a:off x="457200" y="2926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6"/>
                </a:solidFill>
              </a:rPr>
              <a:t>Täter &amp; Entdeckung</a:t>
            </a:r>
            <a:endParaRPr dirty="0">
              <a:solidFill>
                <a:schemeClr val="accent6"/>
              </a:solidFill>
            </a:endParaRPr>
          </a:p>
        </p:txBody>
      </p:sp>
      <p:sp>
        <p:nvSpPr>
          <p:cNvPr id="3366" name="Google Shape;3366;p37"/>
          <p:cNvSpPr/>
          <p:nvPr/>
        </p:nvSpPr>
        <p:spPr>
          <a:xfrm>
            <a:off x="3992880" y="1148715"/>
            <a:ext cx="3991500" cy="284607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182875" tIns="91425" rIns="137150" bIns="91425" anchor="ctr" anchorCtr="0">
            <a:noAutofit/>
          </a:bodyPr>
          <a:lstStyle/>
          <a:p>
            <a:pPr marL="285750" indent="-285750">
              <a:buSzPct val="110000"/>
              <a:buFont typeface="Wingdings" panose="05000000000000000000" pitchFamily="2" charset="2"/>
              <a:buChar char="§"/>
            </a:pPr>
            <a:r>
              <a:rPr lang="de-DE" sz="1800" dirty="0">
                <a:latin typeface="Fira Sans" panose="020B0503050000020004" pitchFamily="34" charset="0"/>
              </a:rPr>
              <a:t>Tätergruppe bisher </a:t>
            </a:r>
            <a:r>
              <a:rPr lang="de-DE" sz="1800" b="1" dirty="0">
                <a:latin typeface="Fira Sans" panose="020B0503050000020004" pitchFamily="34" charset="0"/>
              </a:rPr>
              <a:t>unbekannt</a:t>
            </a:r>
          </a:p>
          <a:p>
            <a:pPr>
              <a:buSzPct val="110000"/>
            </a:pPr>
            <a:endParaRPr lang="de-DE" sz="1800" dirty="0">
              <a:latin typeface="Fira Sans" panose="020B0503050000020004" pitchFamily="34" charset="0"/>
            </a:endParaRPr>
          </a:p>
          <a:p>
            <a:pPr marL="285750" indent="-285750">
              <a:buSzPct val="110000"/>
              <a:buFont typeface="Wingdings" panose="05000000000000000000" pitchFamily="2" charset="2"/>
              <a:buChar char="§"/>
            </a:pPr>
            <a:r>
              <a:rPr lang="de-DE" sz="1800" dirty="0">
                <a:latin typeface="Fira Sans" panose="020B0503050000020004" pitchFamily="34" charset="0"/>
              </a:rPr>
              <a:t>Vorgehen sehr professionell (ähnlich staatlichen Akteuren)</a:t>
            </a:r>
          </a:p>
          <a:p>
            <a:pPr>
              <a:buSzPct val="110000"/>
            </a:pPr>
            <a:endParaRPr lang="de-DE" sz="1800" dirty="0">
              <a:latin typeface="Fira Sans" panose="020B0503050000020004" pitchFamily="34" charset="0"/>
            </a:endParaRPr>
          </a:p>
          <a:p>
            <a:pPr marL="285750" indent="-285750">
              <a:buSzPct val="110000"/>
              <a:buFont typeface="Wingdings" panose="05000000000000000000" pitchFamily="2" charset="2"/>
              <a:buChar char="§"/>
            </a:pPr>
            <a:r>
              <a:rPr lang="de-DE" sz="1800" dirty="0">
                <a:latin typeface="Fira Sans" panose="020B0503050000020004" pitchFamily="34" charset="0"/>
              </a:rPr>
              <a:t>Entdeckung durch interne IT-Abteilung des BMI</a:t>
            </a:r>
          </a:p>
          <a:p>
            <a:pPr>
              <a:buSzPct val="110000"/>
            </a:pPr>
            <a:endParaRPr lang="de-DE" sz="1800" dirty="0">
              <a:latin typeface="Fira Sans" panose="020B0503050000020004" pitchFamily="34" charset="0"/>
            </a:endParaRPr>
          </a:p>
          <a:p>
            <a:pPr marL="285750" indent="-285750">
              <a:buSzPct val="110000"/>
              <a:buFont typeface="Wingdings" panose="05000000000000000000" pitchFamily="2" charset="2"/>
              <a:buChar char="§"/>
            </a:pPr>
            <a:r>
              <a:rPr lang="de-DE" sz="1800" dirty="0">
                <a:latin typeface="Fira Sans" panose="020B0503050000020004" pitchFamily="34" charset="0"/>
              </a:rPr>
              <a:t>Verdächtige Zugriffe auf Mailserver erkannt</a:t>
            </a:r>
          </a:p>
        </p:txBody>
      </p:sp>
      <p:grpSp>
        <p:nvGrpSpPr>
          <p:cNvPr id="3367" name="Google Shape;3367;p37"/>
          <p:cNvGrpSpPr/>
          <p:nvPr/>
        </p:nvGrpSpPr>
        <p:grpSpPr>
          <a:xfrm>
            <a:off x="-1006072" y="1271750"/>
            <a:ext cx="4357952" cy="5991287"/>
            <a:chOff x="-1006072" y="1271750"/>
            <a:chExt cx="4357952" cy="5991287"/>
          </a:xfrm>
        </p:grpSpPr>
        <p:sp>
          <p:nvSpPr>
            <p:cNvPr id="3368" name="Google Shape;3368;p37"/>
            <p:cNvSpPr/>
            <p:nvPr/>
          </p:nvSpPr>
          <p:spPr>
            <a:xfrm>
              <a:off x="1068003" y="1271750"/>
              <a:ext cx="486039" cy="429385"/>
            </a:xfrm>
            <a:custGeom>
              <a:avLst/>
              <a:gdLst/>
              <a:ahLst/>
              <a:cxnLst/>
              <a:rect l="l" t="t" r="r" b="b"/>
              <a:pathLst>
                <a:path w="11942" h="10550" extrusionOk="0">
                  <a:moveTo>
                    <a:pt x="7370" y="0"/>
                  </a:moveTo>
                  <a:lnTo>
                    <a:pt x="0" y="10549"/>
                  </a:lnTo>
                  <a:lnTo>
                    <a:pt x="4572" y="10549"/>
                  </a:lnTo>
                  <a:lnTo>
                    <a:pt x="119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9" name="Google Shape;3369;p37"/>
            <p:cNvSpPr/>
            <p:nvPr/>
          </p:nvSpPr>
          <p:spPr>
            <a:xfrm>
              <a:off x="1368409" y="1271750"/>
              <a:ext cx="485592" cy="42938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0" name="Google Shape;3370;p37"/>
            <p:cNvSpPr/>
            <p:nvPr/>
          </p:nvSpPr>
          <p:spPr>
            <a:xfrm>
              <a:off x="1668856" y="1271750"/>
              <a:ext cx="485592" cy="42938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1" name="Google Shape;3371;p37"/>
            <p:cNvSpPr/>
            <p:nvPr/>
          </p:nvSpPr>
          <p:spPr>
            <a:xfrm>
              <a:off x="1968814" y="1271750"/>
              <a:ext cx="486080" cy="429385"/>
            </a:xfrm>
            <a:custGeom>
              <a:avLst/>
              <a:gdLst/>
              <a:ahLst/>
              <a:cxnLst/>
              <a:rect l="l" t="t" r="r" b="b"/>
              <a:pathLst>
                <a:path w="11943" h="10550" extrusionOk="0">
                  <a:moveTo>
                    <a:pt x="7371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2" name="Google Shape;3372;p37"/>
            <p:cNvSpPr/>
            <p:nvPr/>
          </p:nvSpPr>
          <p:spPr>
            <a:xfrm>
              <a:off x="2269261" y="1271750"/>
              <a:ext cx="485103" cy="42938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3" name="Google Shape;3373;p37"/>
            <p:cNvSpPr/>
            <p:nvPr/>
          </p:nvSpPr>
          <p:spPr>
            <a:xfrm>
              <a:off x="2569708" y="1271750"/>
              <a:ext cx="485103" cy="42938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61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4" name="Google Shape;3374;p37"/>
            <p:cNvSpPr/>
            <p:nvPr/>
          </p:nvSpPr>
          <p:spPr>
            <a:xfrm>
              <a:off x="2866777" y="1271750"/>
              <a:ext cx="485103" cy="42938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46" y="0"/>
                  </a:moveTo>
                  <a:lnTo>
                    <a:pt x="0" y="10549"/>
                  </a:lnTo>
                  <a:lnTo>
                    <a:pt x="4560" y="10549"/>
                  </a:lnTo>
                  <a:lnTo>
                    <a:pt x="119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5" name="Google Shape;3375;p37"/>
            <p:cNvSpPr/>
            <p:nvPr/>
          </p:nvSpPr>
          <p:spPr>
            <a:xfrm>
              <a:off x="1055875" y="4208223"/>
              <a:ext cx="502564" cy="182865"/>
            </a:xfrm>
            <a:custGeom>
              <a:avLst/>
              <a:gdLst/>
              <a:ahLst/>
              <a:cxnLst/>
              <a:rect l="l" t="t" r="r" b="b"/>
              <a:pathLst>
                <a:path w="12348" h="4493" extrusionOk="0">
                  <a:moveTo>
                    <a:pt x="9838" y="0"/>
                  </a:moveTo>
                  <a:cubicBezTo>
                    <a:pt x="9200" y="0"/>
                    <a:pt x="8568" y="272"/>
                    <a:pt x="8132" y="800"/>
                  </a:cubicBezTo>
                  <a:cubicBezTo>
                    <a:pt x="7799" y="1192"/>
                    <a:pt x="7620" y="1669"/>
                    <a:pt x="7608" y="2145"/>
                  </a:cubicBezTo>
                  <a:lnTo>
                    <a:pt x="2941" y="2181"/>
                  </a:lnTo>
                  <a:cubicBezTo>
                    <a:pt x="2906" y="1847"/>
                    <a:pt x="2739" y="1514"/>
                    <a:pt x="2465" y="1264"/>
                  </a:cubicBezTo>
                  <a:cubicBezTo>
                    <a:pt x="2206" y="1047"/>
                    <a:pt x="1887" y="940"/>
                    <a:pt x="1570" y="940"/>
                  </a:cubicBezTo>
                  <a:cubicBezTo>
                    <a:pt x="1173" y="940"/>
                    <a:pt x="778" y="1107"/>
                    <a:pt x="500" y="1431"/>
                  </a:cubicBezTo>
                  <a:cubicBezTo>
                    <a:pt x="0" y="2002"/>
                    <a:pt x="84" y="2883"/>
                    <a:pt x="655" y="3395"/>
                  </a:cubicBezTo>
                  <a:cubicBezTo>
                    <a:pt x="915" y="3612"/>
                    <a:pt x="1233" y="3719"/>
                    <a:pt x="1550" y="3719"/>
                  </a:cubicBezTo>
                  <a:cubicBezTo>
                    <a:pt x="1947" y="3719"/>
                    <a:pt x="2342" y="3552"/>
                    <a:pt x="2620" y="3228"/>
                  </a:cubicBezTo>
                  <a:cubicBezTo>
                    <a:pt x="2822" y="3002"/>
                    <a:pt x="2917" y="2728"/>
                    <a:pt x="2953" y="2443"/>
                  </a:cubicBezTo>
                  <a:lnTo>
                    <a:pt x="7620" y="2395"/>
                  </a:lnTo>
                  <a:cubicBezTo>
                    <a:pt x="7668" y="2978"/>
                    <a:pt x="7918" y="3562"/>
                    <a:pt x="8418" y="3955"/>
                  </a:cubicBezTo>
                  <a:cubicBezTo>
                    <a:pt x="8832" y="4316"/>
                    <a:pt x="9346" y="4492"/>
                    <a:pt x="9859" y="4492"/>
                  </a:cubicBezTo>
                  <a:cubicBezTo>
                    <a:pt x="10496" y="4492"/>
                    <a:pt x="11131" y="4220"/>
                    <a:pt x="11573" y="3693"/>
                  </a:cubicBezTo>
                  <a:cubicBezTo>
                    <a:pt x="12347" y="2752"/>
                    <a:pt x="12228" y="1335"/>
                    <a:pt x="11288" y="538"/>
                  </a:cubicBezTo>
                  <a:cubicBezTo>
                    <a:pt x="10868" y="176"/>
                    <a:pt x="10351" y="0"/>
                    <a:pt x="9838" y="0"/>
                  </a:cubicBez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6" name="Google Shape;3376;p37"/>
            <p:cNvSpPr/>
            <p:nvPr/>
          </p:nvSpPr>
          <p:spPr>
            <a:xfrm>
              <a:off x="1063608" y="2410971"/>
              <a:ext cx="94546" cy="94546"/>
            </a:xfrm>
            <a:custGeom>
              <a:avLst/>
              <a:gdLst/>
              <a:ahLst/>
              <a:cxnLst/>
              <a:rect l="l" t="t" r="r" b="b"/>
              <a:pathLst>
                <a:path w="2323" h="2323" extrusionOk="0">
                  <a:moveTo>
                    <a:pt x="1168" y="1"/>
                  </a:moveTo>
                  <a:cubicBezTo>
                    <a:pt x="525" y="1"/>
                    <a:pt x="1" y="525"/>
                    <a:pt x="1" y="1167"/>
                  </a:cubicBezTo>
                  <a:cubicBezTo>
                    <a:pt x="1" y="1799"/>
                    <a:pt x="525" y="2322"/>
                    <a:pt x="1168" y="2322"/>
                  </a:cubicBezTo>
                  <a:cubicBezTo>
                    <a:pt x="1811" y="2322"/>
                    <a:pt x="2323" y="1799"/>
                    <a:pt x="2323" y="1167"/>
                  </a:cubicBezTo>
                  <a:cubicBezTo>
                    <a:pt x="2323" y="525"/>
                    <a:pt x="1811" y="1"/>
                    <a:pt x="116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7" name="Google Shape;3377;p37"/>
            <p:cNvSpPr/>
            <p:nvPr/>
          </p:nvSpPr>
          <p:spPr>
            <a:xfrm>
              <a:off x="1063608" y="2277721"/>
              <a:ext cx="94546" cy="94546"/>
            </a:xfrm>
            <a:custGeom>
              <a:avLst/>
              <a:gdLst/>
              <a:ahLst/>
              <a:cxnLst/>
              <a:rect l="l" t="t" r="r" b="b"/>
              <a:pathLst>
                <a:path w="2323" h="2323" extrusionOk="0">
                  <a:moveTo>
                    <a:pt x="1168" y="0"/>
                  </a:moveTo>
                  <a:cubicBezTo>
                    <a:pt x="525" y="0"/>
                    <a:pt x="1" y="524"/>
                    <a:pt x="1" y="1167"/>
                  </a:cubicBezTo>
                  <a:cubicBezTo>
                    <a:pt x="1" y="1798"/>
                    <a:pt x="525" y="2322"/>
                    <a:pt x="1168" y="2322"/>
                  </a:cubicBezTo>
                  <a:cubicBezTo>
                    <a:pt x="1811" y="2322"/>
                    <a:pt x="2323" y="1798"/>
                    <a:pt x="2323" y="1167"/>
                  </a:cubicBezTo>
                  <a:cubicBezTo>
                    <a:pt x="2323" y="524"/>
                    <a:pt x="1811" y="0"/>
                    <a:pt x="116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8" name="Google Shape;3378;p37"/>
            <p:cNvSpPr/>
            <p:nvPr/>
          </p:nvSpPr>
          <p:spPr>
            <a:xfrm>
              <a:off x="1069916" y="1822700"/>
              <a:ext cx="914936" cy="110053"/>
            </a:xfrm>
            <a:custGeom>
              <a:avLst/>
              <a:gdLst/>
              <a:ahLst/>
              <a:cxnLst/>
              <a:rect l="l" t="t" r="r" b="b"/>
              <a:pathLst>
                <a:path w="22480" h="2704" extrusionOk="0">
                  <a:moveTo>
                    <a:pt x="1" y="1"/>
                  </a:moveTo>
                  <a:lnTo>
                    <a:pt x="1" y="2703"/>
                  </a:lnTo>
                  <a:lnTo>
                    <a:pt x="22480" y="2703"/>
                  </a:lnTo>
                  <a:lnTo>
                    <a:pt x="2248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9" name="Google Shape;3379;p37"/>
            <p:cNvSpPr/>
            <p:nvPr/>
          </p:nvSpPr>
          <p:spPr>
            <a:xfrm>
              <a:off x="1069916" y="1981143"/>
              <a:ext cx="745828" cy="54335"/>
            </a:xfrm>
            <a:custGeom>
              <a:avLst/>
              <a:gdLst/>
              <a:ahLst/>
              <a:cxnLst/>
              <a:rect l="l" t="t" r="r" b="b"/>
              <a:pathLst>
                <a:path w="18325" h="1335" extrusionOk="0">
                  <a:moveTo>
                    <a:pt x="1" y="1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0" name="Google Shape;3380;p37"/>
            <p:cNvSpPr/>
            <p:nvPr/>
          </p:nvSpPr>
          <p:spPr>
            <a:xfrm>
              <a:off x="1069916" y="2069828"/>
              <a:ext cx="745828" cy="54823"/>
            </a:xfrm>
            <a:custGeom>
              <a:avLst/>
              <a:gdLst/>
              <a:ahLst/>
              <a:cxnLst/>
              <a:rect l="l" t="t" r="r" b="b"/>
              <a:pathLst>
                <a:path w="18325" h="1347" extrusionOk="0">
                  <a:moveTo>
                    <a:pt x="1" y="1"/>
                  </a:moveTo>
                  <a:lnTo>
                    <a:pt x="1" y="1346"/>
                  </a:lnTo>
                  <a:lnTo>
                    <a:pt x="18324" y="1346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1" name="Google Shape;3381;p37"/>
            <p:cNvSpPr/>
            <p:nvPr/>
          </p:nvSpPr>
          <p:spPr>
            <a:xfrm>
              <a:off x="1069916" y="2158512"/>
              <a:ext cx="489947" cy="54335"/>
            </a:xfrm>
            <a:custGeom>
              <a:avLst/>
              <a:gdLst/>
              <a:ahLst/>
              <a:cxnLst/>
              <a:rect l="l" t="t" r="r" b="b"/>
              <a:pathLst>
                <a:path w="12038" h="1335" extrusionOk="0">
                  <a:moveTo>
                    <a:pt x="1" y="1"/>
                  </a:moveTo>
                  <a:lnTo>
                    <a:pt x="1" y="1334"/>
                  </a:lnTo>
                  <a:lnTo>
                    <a:pt x="12038" y="1334"/>
                  </a:lnTo>
                  <a:lnTo>
                    <a:pt x="120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2" name="Google Shape;3382;p37"/>
            <p:cNvSpPr/>
            <p:nvPr/>
          </p:nvSpPr>
          <p:spPr>
            <a:xfrm>
              <a:off x="1130966" y="5001539"/>
              <a:ext cx="220065" cy="194831"/>
            </a:xfrm>
            <a:custGeom>
              <a:avLst/>
              <a:gdLst/>
              <a:ahLst/>
              <a:cxnLst/>
              <a:rect l="l" t="t" r="r" b="b"/>
              <a:pathLst>
                <a:path w="5407" h="4787" extrusionOk="0">
                  <a:moveTo>
                    <a:pt x="3335" y="0"/>
                  </a:moveTo>
                  <a:lnTo>
                    <a:pt x="1" y="4787"/>
                  </a:lnTo>
                  <a:lnTo>
                    <a:pt x="2073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3" name="Google Shape;3383;p37"/>
            <p:cNvSpPr/>
            <p:nvPr/>
          </p:nvSpPr>
          <p:spPr>
            <a:xfrm>
              <a:off x="1267636" y="5001539"/>
              <a:ext cx="219536" cy="194831"/>
            </a:xfrm>
            <a:custGeom>
              <a:avLst/>
              <a:gdLst/>
              <a:ahLst/>
              <a:cxnLst/>
              <a:rect l="l" t="t" r="r" b="b"/>
              <a:pathLst>
                <a:path w="5394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60" y="4787"/>
                  </a:lnTo>
                  <a:lnTo>
                    <a:pt x="5394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4" name="Google Shape;3384;p37"/>
            <p:cNvSpPr/>
            <p:nvPr/>
          </p:nvSpPr>
          <p:spPr>
            <a:xfrm>
              <a:off x="1403330" y="5001539"/>
              <a:ext cx="220513" cy="194831"/>
            </a:xfrm>
            <a:custGeom>
              <a:avLst/>
              <a:gdLst/>
              <a:ahLst/>
              <a:cxnLst/>
              <a:rect l="l" t="t" r="r" b="b"/>
              <a:pathLst>
                <a:path w="5418" h="4787" extrusionOk="0">
                  <a:moveTo>
                    <a:pt x="3346" y="0"/>
                  </a:moveTo>
                  <a:lnTo>
                    <a:pt x="0" y="4787"/>
                  </a:lnTo>
                  <a:lnTo>
                    <a:pt x="2084" y="4787"/>
                  </a:lnTo>
                  <a:lnTo>
                    <a:pt x="5418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5" name="Google Shape;3385;p37"/>
            <p:cNvSpPr/>
            <p:nvPr/>
          </p:nvSpPr>
          <p:spPr>
            <a:xfrm>
              <a:off x="1539471" y="5001539"/>
              <a:ext cx="220065" cy="194831"/>
            </a:xfrm>
            <a:custGeom>
              <a:avLst/>
              <a:gdLst/>
              <a:ahLst/>
              <a:cxnLst/>
              <a:rect l="l" t="t" r="r" b="b"/>
              <a:pathLst>
                <a:path w="5407" h="4787" extrusionOk="0">
                  <a:moveTo>
                    <a:pt x="3335" y="0"/>
                  </a:moveTo>
                  <a:lnTo>
                    <a:pt x="1" y="4787"/>
                  </a:lnTo>
                  <a:lnTo>
                    <a:pt x="2073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6" name="Google Shape;3386;p37"/>
            <p:cNvSpPr/>
            <p:nvPr/>
          </p:nvSpPr>
          <p:spPr>
            <a:xfrm>
              <a:off x="1675653" y="5001539"/>
              <a:ext cx="220024" cy="194831"/>
            </a:xfrm>
            <a:custGeom>
              <a:avLst/>
              <a:gdLst/>
              <a:ahLst/>
              <a:cxnLst/>
              <a:rect l="l" t="t" r="r" b="b"/>
              <a:pathLst>
                <a:path w="5406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72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7" name="Google Shape;3387;p37"/>
            <p:cNvSpPr/>
            <p:nvPr/>
          </p:nvSpPr>
          <p:spPr>
            <a:xfrm>
              <a:off x="1811835" y="5001539"/>
              <a:ext cx="220024" cy="194831"/>
            </a:xfrm>
            <a:custGeom>
              <a:avLst/>
              <a:gdLst/>
              <a:ahLst/>
              <a:cxnLst/>
              <a:rect l="l" t="t" r="r" b="b"/>
              <a:pathLst>
                <a:path w="5406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72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8" name="Google Shape;3388;p37"/>
            <p:cNvSpPr/>
            <p:nvPr/>
          </p:nvSpPr>
          <p:spPr>
            <a:xfrm>
              <a:off x="1598120" y="4774272"/>
              <a:ext cx="1247862" cy="2488764"/>
            </a:xfrm>
            <a:custGeom>
              <a:avLst/>
              <a:gdLst/>
              <a:ahLst/>
              <a:cxnLst/>
              <a:rect l="l" t="t" r="r" b="b"/>
              <a:pathLst>
                <a:path w="30660" h="61149" extrusionOk="0">
                  <a:moveTo>
                    <a:pt x="727" y="0"/>
                  </a:moveTo>
                  <a:cubicBezTo>
                    <a:pt x="0" y="11014"/>
                    <a:pt x="3072" y="44744"/>
                    <a:pt x="4144" y="56293"/>
                  </a:cubicBezTo>
                  <a:cubicBezTo>
                    <a:pt x="4168" y="56603"/>
                    <a:pt x="4453" y="56960"/>
                    <a:pt x="4477" y="57245"/>
                  </a:cubicBezTo>
                  <a:cubicBezTo>
                    <a:pt x="4644" y="59019"/>
                    <a:pt x="4751" y="60091"/>
                    <a:pt x="4751" y="60258"/>
                  </a:cubicBezTo>
                  <a:cubicBezTo>
                    <a:pt x="4779" y="60847"/>
                    <a:pt x="6567" y="61148"/>
                    <a:pt x="8454" y="61148"/>
                  </a:cubicBezTo>
                  <a:cubicBezTo>
                    <a:pt x="10570" y="61148"/>
                    <a:pt x="12810" y="60770"/>
                    <a:pt x="12835" y="59996"/>
                  </a:cubicBezTo>
                  <a:lnTo>
                    <a:pt x="12871" y="57055"/>
                  </a:lnTo>
                  <a:lnTo>
                    <a:pt x="13276" y="56186"/>
                  </a:lnTo>
                  <a:lnTo>
                    <a:pt x="15633" y="14514"/>
                  </a:lnTo>
                  <a:cubicBezTo>
                    <a:pt x="15615" y="14003"/>
                    <a:pt x="15763" y="13674"/>
                    <a:pt x="15908" y="13674"/>
                  </a:cubicBezTo>
                  <a:cubicBezTo>
                    <a:pt x="16040" y="13674"/>
                    <a:pt x="16169" y="13945"/>
                    <a:pt x="16169" y="14597"/>
                  </a:cubicBezTo>
                  <a:cubicBezTo>
                    <a:pt x="16122" y="24872"/>
                    <a:pt x="18622" y="46697"/>
                    <a:pt x="19003" y="55733"/>
                  </a:cubicBezTo>
                  <a:cubicBezTo>
                    <a:pt x="19027" y="55948"/>
                    <a:pt x="19348" y="56162"/>
                    <a:pt x="19348" y="56364"/>
                  </a:cubicBezTo>
                  <a:cubicBezTo>
                    <a:pt x="19455" y="58567"/>
                    <a:pt x="19527" y="59936"/>
                    <a:pt x="19539" y="60079"/>
                  </a:cubicBezTo>
                  <a:cubicBezTo>
                    <a:pt x="19635" y="60525"/>
                    <a:pt x="21296" y="60734"/>
                    <a:pt x="23092" y="60734"/>
                  </a:cubicBezTo>
                  <a:cubicBezTo>
                    <a:pt x="25274" y="60734"/>
                    <a:pt x="27656" y="60426"/>
                    <a:pt x="27683" y="59865"/>
                  </a:cubicBezTo>
                  <a:cubicBezTo>
                    <a:pt x="27683" y="59734"/>
                    <a:pt x="27790" y="58424"/>
                    <a:pt x="27921" y="56257"/>
                  </a:cubicBezTo>
                  <a:cubicBezTo>
                    <a:pt x="27933" y="56007"/>
                    <a:pt x="28171" y="55733"/>
                    <a:pt x="28194" y="55448"/>
                  </a:cubicBezTo>
                  <a:cubicBezTo>
                    <a:pt x="28921" y="44041"/>
                    <a:pt x="30659" y="13573"/>
                    <a:pt x="29385" y="48"/>
                  </a:cubicBezTo>
                  <a:cubicBezTo>
                    <a:pt x="29385" y="48"/>
                    <a:pt x="15360" y="0"/>
                    <a:pt x="72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9" name="Google Shape;3389;p37"/>
            <p:cNvSpPr/>
            <p:nvPr/>
          </p:nvSpPr>
          <p:spPr>
            <a:xfrm>
              <a:off x="1615091" y="4944844"/>
              <a:ext cx="1192103" cy="155596"/>
            </a:xfrm>
            <a:custGeom>
              <a:avLst/>
              <a:gdLst/>
              <a:ahLst/>
              <a:cxnLst/>
              <a:rect l="l" t="t" r="r" b="b"/>
              <a:pathLst>
                <a:path w="29290" h="3823" extrusionOk="0">
                  <a:moveTo>
                    <a:pt x="16252" y="0"/>
                  </a:moveTo>
                  <a:lnTo>
                    <a:pt x="0" y="1310"/>
                  </a:lnTo>
                  <a:cubicBezTo>
                    <a:pt x="0" y="1310"/>
                    <a:pt x="5668" y="3822"/>
                    <a:pt x="15443" y="3822"/>
                  </a:cubicBezTo>
                  <a:cubicBezTo>
                    <a:pt x="25230" y="3822"/>
                    <a:pt x="29290" y="1310"/>
                    <a:pt x="29290" y="1310"/>
                  </a:cubicBezTo>
                  <a:lnTo>
                    <a:pt x="162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0" name="Google Shape;3390;p37"/>
            <p:cNvSpPr/>
            <p:nvPr/>
          </p:nvSpPr>
          <p:spPr>
            <a:xfrm>
              <a:off x="1944598" y="1693805"/>
              <a:ext cx="632885" cy="1078224"/>
            </a:xfrm>
            <a:custGeom>
              <a:avLst/>
              <a:gdLst/>
              <a:ahLst/>
              <a:cxnLst/>
              <a:rect l="l" t="t" r="r" b="b"/>
              <a:pathLst>
                <a:path w="15550" h="26492" extrusionOk="0">
                  <a:moveTo>
                    <a:pt x="7870" y="0"/>
                  </a:moveTo>
                  <a:cubicBezTo>
                    <a:pt x="7870" y="0"/>
                    <a:pt x="131" y="3787"/>
                    <a:pt x="131" y="7335"/>
                  </a:cubicBezTo>
                  <a:cubicBezTo>
                    <a:pt x="131" y="10907"/>
                    <a:pt x="0" y="21860"/>
                    <a:pt x="1977" y="26492"/>
                  </a:cubicBezTo>
                  <a:lnTo>
                    <a:pt x="13657" y="26492"/>
                  </a:lnTo>
                  <a:cubicBezTo>
                    <a:pt x="15348" y="23587"/>
                    <a:pt x="15550" y="10918"/>
                    <a:pt x="15550" y="7370"/>
                  </a:cubicBezTo>
                  <a:cubicBezTo>
                    <a:pt x="15550" y="3822"/>
                    <a:pt x="7870" y="0"/>
                    <a:pt x="7870" y="0"/>
                  </a:cubicBezTo>
                  <a:close/>
                </a:path>
              </a:pathLst>
            </a:custGeom>
            <a:solidFill>
              <a:srgbClr val="0317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1" name="Google Shape;3391;p37"/>
            <p:cNvSpPr/>
            <p:nvPr/>
          </p:nvSpPr>
          <p:spPr>
            <a:xfrm>
              <a:off x="2657416" y="3209578"/>
              <a:ext cx="399348" cy="940170"/>
            </a:xfrm>
            <a:custGeom>
              <a:avLst/>
              <a:gdLst/>
              <a:ahLst/>
              <a:cxnLst/>
              <a:rect l="l" t="t" r="r" b="b"/>
              <a:pathLst>
                <a:path w="9812" h="23100" extrusionOk="0">
                  <a:moveTo>
                    <a:pt x="7287" y="0"/>
                  </a:moveTo>
                  <a:lnTo>
                    <a:pt x="310" y="5215"/>
                  </a:lnTo>
                  <a:lnTo>
                    <a:pt x="4287" y="15097"/>
                  </a:lnTo>
                  <a:lnTo>
                    <a:pt x="1" y="20014"/>
                  </a:lnTo>
                  <a:cubicBezTo>
                    <a:pt x="1" y="20014"/>
                    <a:pt x="897" y="23099"/>
                    <a:pt x="1032" y="23099"/>
                  </a:cubicBezTo>
                  <a:cubicBezTo>
                    <a:pt x="1034" y="23099"/>
                    <a:pt x="1035" y="23099"/>
                    <a:pt x="1036" y="23098"/>
                  </a:cubicBezTo>
                  <a:cubicBezTo>
                    <a:pt x="1155" y="23039"/>
                    <a:pt x="8978" y="18074"/>
                    <a:pt x="9395" y="16038"/>
                  </a:cubicBezTo>
                  <a:cubicBezTo>
                    <a:pt x="9811" y="14002"/>
                    <a:pt x="7287" y="0"/>
                    <a:pt x="7287" y="0"/>
                  </a:cubicBezTo>
                  <a:close/>
                </a:path>
              </a:pathLst>
            </a:custGeom>
            <a:solidFill>
              <a:srgbClr val="0E26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2" name="Google Shape;3392;p37"/>
            <p:cNvSpPr/>
            <p:nvPr/>
          </p:nvSpPr>
          <p:spPr>
            <a:xfrm>
              <a:off x="1425104" y="3226997"/>
              <a:ext cx="400814" cy="942124"/>
            </a:xfrm>
            <a:custGeom>
              <a:avLst/>
              <a:gdLst/>
              <a:ahLst/>
              <a:cxnLst/>
              <a:rect l="l" t="t" r="r" b="b"/>
              <a:pathLst>
                <a:path w="9848" h="23148" extrusionOk="0">
                  <a:moveTo>
                    <a:pt x="2835" y="1"/>
                  </a:moveTo>
                  <a:cubicBezTo>
                    <a:pt x="2835" y="1"/>
                    <a:pt x="1" y="13538"/>
                    <a:pt x="418" y="15562"/>
                  </a:cubicBezTo>
                  <a:cubicBezTo>
                    <a:pt x="834" y="17610"/>
                    <a:pt x="8704" y="23087"/>
                    <a:pt x="8823" y="23146"/>
                  </a:cubicBezTo>
                  <a:cubicBezTo>
                    <a:pt x="8825" y="23147"/>
                    <a:pt x="8826" y="23148"/>
                    <a:pt x="8828" y="23148"/>
                  </a:cubicBezTo>
                  <a:cubicBezTo>
                    <a:pt x="8963" y="23148"/>
                    <a:pt x="9847" y="20063"/>
                    <a:pt x="9847" y="20063"/>
                  </a:cubicBezTo>
                  <a:lnTo>
                    <a:pt x="5561" y="15145"/>
                  </a:lnTo>
                  <a:lnTo>
                    <a:pt x="9538" y="5263"/>
                  </a:lnTo>
                  <a:lnTo>
                    <a:pt x="2835" y="1"/>
                  </a:lnTo>
                  <a:close/>
                </a:path>
              </a:pathLst>
            </a:custGeom>
            <a:solidFill>
              <a:srgbClr val="0E26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3" name="Google Shape;3393;p37"/>
            <p:cNvSpPr/>
            <p:nvPr/>
          </p:nvSpPr>
          <p:spPr>
            <a:xfrm>
              <a:off x="1367473" y="2660053"/>
              <a:ext cx="1682009" cy="2371589"/>
            </a:xfrm>
            <a:custGeom>
              <a:avLst/>
              <a:gdLst/>
              <a:ahLst/>
              <a:cxnLst/>
              <a:rect l="l" t="t" r="r" b="b"/>
              <a:pathLst>
                <a:path w="41327" h="58270" extrusionOk="0">
                  <a:moveTo>
                    <a:pt x="17026" y="0"/>
                  </a:moveTo>
                  <a:cubicBezTo>
                    <a:pt x="17026" y="0"/>
                    <a:pt x="9489" y="2917"/>
                    <a:pt x="6930" y="4656"/>
                  </a:cubicBezTo>
                  <a:cubicBezTo>
                    <a:pt x="3524" y="6966"/>
                    <a:pt x="107" y="15717"/>
                    <a:pt x="0" y="18515"/>
                  </a:cubicBezTo>
                  <a:cubicBezTo>
                    <a:pt x="0" y="18515"/>
                    <a:pt x="4929" y="19693"/>
                    <a:pt x="9156" y="20836"/>
                  </a:cubicBezTo>
                  <a:cubicBezTo>
                    <a:pt x="9275" y="22872"/>
                    <a:pt x="9192" y="25194"/>
                    <a:pt x="8799" y="27873"/>
                  </a:cubicBezTo>
                  <a:cubicBezTo>
                    <a:pt x="8585" y="29230"/>
                    <a:pt x="6179" y="44482"/>
                    <a:pt x="5298" y="52090"/>
                  </a:cubicBezTo>
                  <a:cubicBezTo>
                    <a:pt x="5239" y="52566"/>
                    <a:pt x="6358" y="53614"/>
                    <a:pt x="6299" y="54067"/>
                  </a:cubicBezTo>
                  <a:cubicBezTo>
                    <a:pt x="6120" y="55543"/>
                    <a:pt x="5906" y="57150"/>
                    <a:pt x="6096" y="57436"/>
                  </a:cubicBezTo>
                  <a:cubicBezTo>
                    <a:pt x="6346" y="57817"/>
                    <a:pt x="13299" y="58270"/>
                    <a:pt x="21443" y="58270"/>
                  </a:cubicBezTo>
                  <a:cubicBezTo>
                    <a:pt x="28730" y="58270"/>
                    <a:pt x="35147" y="57615"/>
                    <a:pt x="35421" y="57353"/>
                  </a:cubicBezTo>
                  <a:cubicBezTo>
                    <a:pt x="35671" y="57162"/>
                    <a:pt x="35445" y="56210"/>
                    <a:pt x="35338" y="54531"/>
                  </a:cubicBezTo>
                  <a:cubicBezTo>
                    <a:pt x="35326" y="54186"/>
                    <a:pt x="36445" y="53305"/>
                    <a:pt x="36409" y="52924"/>
                  </a:cubicBezTo>
                  <a:cubicBezTo>
                    <a:pt x="36017" y="46613"/>
                    <a:pt x="33873" y="32183"/>
                    <a:pt x="33814" y="31326"/>
                  </a:cubicBezTo>
                  <a:cubicBezTo>
                    <a:pt x="33552" y="27218"/>
                    <a:pt x="33683" y="23813"/>
                    <a:pt x="33992" y="20967"/>
                  </a:cubicBezTo>
                  <a:cubicBezTo>
                    <a:pt x="38576" y="20265"/>
                    <a:pt x="41327" y="15955"/>
                    <a:pt x="41327" y="15955"/>
                  </a:cubicBezTo>
                  <a:cubicBezTo>
                    <a:pt x="41208" y="12633"/>
                    <a:pt x="39803" y="7489"/>
                    <a:pt x="37005" y="5715"/>
                  </a:cubicBezTo>
                  <a:cubicBezTo>
                    <a:pt x="35135" y="4037"/>
                    <a:pt x="28349" y="1263"/>
                    <a:pt x="26480" y="715"/>
                  </a:cubicBezTo>
                  <a:cubicBezTo>
                    <a:pt x="25721" y="492"/>
                    <a:pt x="25006" y="422"/>
                    <a:pt x="24298" y="422"/>
                  </a:cubicBezTo>
                  <a:cubicBezTo>
                    <a:pt x="23141" y="422"/>
                    <a:pt x="22001" y="607"/>
                    <a:pt x="20706" y="607"/>
                  </a:cubicBezTo>
                  <a:cubicBezTo>
                    <a:pt x="19621" y="607"/>
                    <a:pt x="18427" y="477"/>
                    <a:pt x="1702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4" name="Google Shape;3394;p37"/>
            <p:cNvSpPr/>
            <p:nvPr/>
          </p:nvSpPr>
          <p:spPr>
            <a:xfrm>
              <a:off x="2053022" y="2400797"/>
              <a:ext cx="384615" cy="318925"/>
            </a:xfrm>
            <a:custGeom>
              <a:avLst/>
              <a:gdLst/>
              <a:ahLst/>
              <a:cxnLst/>
              <a:rect l="l" t="t" r="r" b="b"/>
              <a:pathLst>
                <a:path w="9450" h="7836" extrusionOk="0">
                  <a:moveTo>
                    <a:pt x="587" y="1"/>
                  </a:moveTo>
                  <a:lnTo>
                    <a:pt x="587" y="1"/>
                  </a:lnTo>
                  <a:cubicBezTo>
                    <a:pt x="599" y="1477"/>
                    <a:pt x="492" y="4513"/>
                    <a:pt x="182" y="6370"/>
                  </a:cubicBezTo>
                  <a:cubicBezTo>
                    <a:pt x="0" y="7389"/>
                    <a:pt x="2797" y="7835"/>
                    <a:pt x="5353" y="7835"/>
                  </a:cubicBezTo>
                  <a:cubicBezTo>
                    <a:pt x="7485" y="7835"/>
                    <a:pt x="9449" y="7525"/>
                    <a:pt x="9374" y="6978"/>
                  </a:cubicBezTo>
                  <a:cubicBezTo>
                    <a:pt x="9255" y="6644"/>
                    <a:pt x="8909" y="2549"/>
                    <a:pt x="9016" y="382"/>
                  </a:cubicBezTo>
                  <a:lnTo>
                    <a:pt x="58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5" name="Google Shape;3395;p37"/>
            <p:cNvSpPr/>
            <p:nvPr/>
          </p:nvSpPr>
          <p:spPr>
            <a:xfrm>
              <a:off x="2076873" y="2363963"/>
              <a:ext cx="343142" cy="217135"/>
            </a:xfrm>
            <a:custGeom>
              <a:avLst/>
              <a:gdLst/>
              <a:ahLst/>
              <a:cxnLst/>
              <a:rect l="l" t="t" r="r" b="b"/>
              <a:pathLst>
                <a:path w="8431" h="5335" extrusionOk="0">
                  <a:moveTo>
                    <a:pt x="8430" y="1"/>
                  </a:moveTo>
                  <a:lnTo>
                    <a:pt x="1" y="906"/>
                  </a:lnTo>
                  <a:cubicBezTo>
                    <a:pt x="1" y="906"/>
                    <a:pt x="72" y="1441"/>
                    <a:pt x="13" y="2382"/>
                  </a:cubicBezTo>
                  <a:cubicBezTo>
                    <a:pt x="13" y="2382"/>
                    <a:pt x="2525" y="5335"/>
                    <a:pt x="4311" y="5335"/>
                  </a:cubicBezTo>
                  <a:cubicBezTo>
                    <a:pt x="6097" y="5335"/>
                    <a:pt x="8395" y="2596"/>
                    <a:pt x="8395" y="2596"/>
                  </a:cubicBezTo>
                  <a:cubicBezTo>
                    <a:pt x="8395" y="2596"/>
                    <a:pt x="8347" y="775"/>
                    <a:pt x="8430" y="1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6" name="Google Shape;3396;p37"/>
            <p:cNvSpPr/>
            <p:nvPr/>
          </p:nvSpPr>
          <p:spPr>
            <a:xfrm>
              <a:off x="2493640" y="1956032"/>
              <a:ext cx="179528" cy="223443"/>
            </a:xfrm>
            <a:custGeom>
              <a:avLst/>
              <a:gdLst/>
              <a:ahLst/>
              <a:cxnLst/>
              <a:rect l="l" t="t" r="r" b="b"/>
              <a:pathLst>
                <a:path w="4411" h="5490" extrusionOk="0">
                  <a:moveTo>
                    <a:pt x="2769" y="0"/>
                  </a:moveTo>
                  <a:cubicBezTo>
                    <a:pt x="2657" y="0"/>
                    <a:pt x="2540" y="11"/>
                    <a:pt x="2417" y="34"/>
                  </a:cubicBezTo>
                  <a:cubicBezTo>
                    <a:pt x="1215" y="273"/>
                    <a:pt x="405" y="1035"/>
                    <a:pt x="203" y="2559"/>
                  </a:cubicBezTo>
                  <a:cubicBezTo>
                    <a:pt x="0" y="4094"/>
                    <a:pt x="762" y="4904"/>
                    <a:pt x="1691" y="5380"/>
                  </a:cubicBezTo>
                  <a:cubicBezTo>
                    <a:pt x="1833" y="5455"/>
                    <a:pt x="1976" y="5489"/>
                    <a:pt x="2117" y="5489"/>
                  </a:cubicBezTo>
                  <a:cubicBezTo>
                    <a:pt x="3105" y="5489"/>
                    <a:pt x="4040" y="3818"/>
                    <a:pt x="4227" y="2475"/>
                  </a:cubicBezTo>
                  <a:cubicBezTo>
                    <a:pt x="4411" y="1081"/>
                    <a:pt x="3868" y="0"/>
                    <a:pt x="2769" y="0"/>
                  </a:cubicBezTo>
                  <a:close/>
                </a:path>
              </a:pathLst>
            </a:custGeom>
            <a:solidFill>
              <a:srgbClr val="ED90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7" name="Google Shape;3397;p37"/>
            <p:cNvSpPr/>
            <p:nvPr/>
          </p:nvSpPr>
          <p:spPr>
            <a:xfrm>
              <a:off x="2572150" y="1956113"/>
              <a:ext cx="78999" cy="49817"/>
            </a:xfrm>
            <a:custGeom>
              <a:avLst/>
              <a:gdLst/>
              <a:ahLst/>
              <a:cxnLst/>
              <a:rect l="l" t="t" r="r" b="b"/>
              <a:pathLst>
                <a:path w="1941" h="1224" extrusionOk="0">
                  <a:moveTo>
                    <a:pt x="820" y="0"/>
                  </a:moveTo>
                  <a:cubicBezTo>
                    <a:pt x="433" y="0"/>
                    <a:pt x="155" y="140"/>
                    <a:pt x="155" y="140"/>
                  </a:cubicBezTo>
                  <a:lnTo>
                    <a:pt x="0" y="1223"/>
                  </a:lnTo>
                  <a:cubicBezTo>
                    <a:pt x="222" y="536"/>
                    <a:pt x="784" y="318"/>
                    <a:pt x="1254" y="318"/>
                  </a:cubicBezTo>
                  <a:cubicBezTo>
                    <a:pt x="1565" y="318"/>
                    <a:pt x="1836" y="414"/>
                    <a:pt x="1941" y="533"/>
                  </a:cubicBezTo>
                  <a:cubicBezTo>
                    <a:pt x="1941" y="533"/>
                    <a:pt x="1715" y="116"/>
                    <a:pt x="1072" y="21"/>
                  </a:cubicBezTo>
                  <a:cubicBezTo>
                    <a:pt x="984" y="6"/>
                    <a:pt x="900" y="0"/>
                    <a:pt x="820" y="0"/>
                  </a:cubicBezTo>
                  <a:close/>
                </a:path>
              </a:pathLst>
            </a:custGeom>
            <a:solidFill>
              <a:srgbClr val="FFAF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8" name="Google Shape;3398;p37"/>
            <p:cNvSpPr/>
            <p:nvPr/>
          </p:nvSpPr>
          <p:spPr>
            <a:xfrm>
              <a:off x="1852779" y="1956520"/>
              <a:ext cx="179080" cy="223443"/>
            </a:xfrm>
            <a:custGeom>
              <a:avLst/>
              <a:gdLst/>
              <a:ahLst/>
              <a:cxnLst/>
              <a:rect l="l" t="t" r="r" b="b"/>
              <a:pathLst>
                <a:path w="4400" h="5490" extrusionOk="0">
                  <a:moveTo>
                    <a:pt x="1625" y="0"/>
                  </a:moveTo>
                  <a:cubicBezTo>
                    <a:pt x="544" y="0"/>
                    <a:pt x="1" y="1081"/>
                    <a:pt x="185" y="2475"/>
                  </a:cubicBezTo>
                  <a:cubicBezTo>
                    <a:pt x="372" y="3818"/>
                    <a:pt x="1306" y="5489"/>
                    <a:pt x="2294" y="5489"/>
                  </a:cubicBezTo>
                  <a:cubicBezTo>
                    <a:pt x="2436" y="5489"/>
                    <a:pt x="2579" y="5455"/>
                    <a:pt x="2721" y="5380"/>
                  </a:cubicBezTo>
                  <a:cubicBezTo>
                    <a:pt x="3638" y="4904"/>
                    <a:pt x="4400" y="4094"/>
                    <a:pt x="4209" y="2570"/>
                  </a:cubicBezTo>
                  <a:cubicBezTo>
                    <a:pt x="3995" y="1034"/>
                    <a:pt x="3197" y="284"/>
                    <a:pt x="1971" y="34"/>
                  </a:cubicBezTo>
                  <a:cubicBezTo>
                    <a:pt x="1850" y="11"/>
                    <a:pt x="1735" y="0"/>
                    <a:pt x="1625" y="0"/>
                  </a:cubicBezTo>
                  <a:close/>
                </a:path>
              </a:pathLst>
            </a:custGeom>
            <a:solidFill>
              <a:srgbClr val="ED90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9" name="Google Shape;3399;p37"/>
            <p:cNvSpPr/>
            <p:nvPr/>
          </p:nvSpPr>
          <p:spPr>
            <a:xfrm>
              <a:off x="1874798" y="1956764"/>
              <a:ext cx="79039" cy="49613"/>
            </a:xfrm>
            <a:custGeom>
              <a:avLst/>
              <a:gdLst/>
              <a:ahLst/>
              <a:cxnLst/>
              <a:rect l="l" t="t" r="r" b="b"/>
              <a:pathLst>
                <a:path w="1942" h="1219" extrusionOk="0">
                  <a:moveTo>
                    <a:pt x="1099" y="0"/>
                  </a:moveTo>
                  <a:cubicBezTo>
                    <a:pt x="1026" y="0"/>
                    <a:pt x="949" y="5"/>
                    <a:pt x="870" y="16"/>
                  </a:cubicBezTo>
                  <a:cubicBezTo>
                    <a:pt x="227" y="124"/>
                    <a:pt x="1" y="540"/>
                    <a:pt x="1" y="540"/>
                  </a:cubicBezTo>
                  <a:cubicBezTo>
                    <a:pt x="107" y="420"/>
                    <a:pt x="383" y="321"/>
                    <a:pt x="699" y="321"/>
                  </a:cubicBezTo>
                  <a:cubicBezTo>
                    <a:pt x="1167" y="321"/>
                    <a:pt x="1722" y="537"/>
                    <a:pt x="1942" y="1219"/>
                  </a:cubicBezTo>
                  <a:lnTo>
                    <a:pt x="1787" y="136"/>
                  </a:lnTo>
                  <a:cubicBezTo>
                    <a:pt x="1787" y="136"/>
                    <a:pt x="1491" y="0"/>
                    <a:pt x="1099" y="0"/>
                  </a:cubicBezTo>
                  <a:close/>
                </a:path>
              </a:pathLst>
            </a:custGeom>
            <a:solidFill>
              <a:srgbClr val="FFAF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0" name="Google Shape;3400;p37"/>
            <p:cNvSpPr/>
            <p:nvPr/>
          </p:nvSpPr>
          <p:spPr>
            <a:xfrm>
              <a:off x="1948953" y="1581881"/>
              <a:ext cx="628530" cy="659544"/>
            </a:xfrm>
            <a:custGeom>
              <a:avLst/>
              <a:gdLst/>
              <a:ahLst/>
              <a:cxnLst/>
              <a:rect l="l" t="t" r="r" b="b"/>
              <a:pathLst>
                <a:path w="15443" h="16205" extrusionOk="0">
                  <a:moveTo>
                    <a:pt x="7728" y="0"/>
                  </a:moveTo>
                  <a:cubicBezTo>
                    <a:pt x="3453" y="0"/>
                    <a:pt x="1" y="2750"/>
                    <a:pt x="1" y="8477"/>
                  </a:cubicBezTo>
                  <a:cubicBezTo>
                    <a:pt x="1" y="12752"/>
                    <a:pt x="3453" y="16204"/>
                    <a:pt x="7728" y="16204"/>
                  </a:cubicBezTo>
                  <a:cubicBezTo>
                    <a:pt x="11990" y="16204"/>
                    <a:pt x="15443" y="12752"/>
                    <a:pt x="15443" y="8477"/>
                  </a:cubicBezTo>
                  <a:cubicBezTo>
                    <a:pt x="15443" y="2870"/>
                    <a:pt x="11978" y="0"/>
                    <a:pt x="7728" y="0"/>
                  </a:cubicBezTo>
                  <a:close/>
                </a:path>
              </a:pathLst>
            </a:custGeom>
            <a:solidFill>
              <a:srgbClr val="FFAF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1" name="Google Shape;3401;p37"/>
            <p:cNvSpPr/>
            <p:nvPr/>
          </p:nvSpPr>
          <p:spPr>
            <a:xfrm>
              <a:off x="1947976" y="1926891"/>
              <a:ext cx="629507" cy="577777"/>
            </a:xfrm>
            <a:custGeom>
              <a:avLst/>
              <a:gdLst/>
              <a:ahLst/>
              <a:cxnLst/>
              <a:rect l="l" t="t" r="r" b="b"/>
              <a:pathLst>
                <a:path w="15467" h="14196" extrusionOk="0">
                  <a:moveTo>
                    <a:pt x="15467" y="0"/>
                  </a:moveTo>
                  <a:lnTo>
                    <a:pt x="1" y="24"/>
                  </a:lnTo>
                  <a:cubicBezTo>
                    <a:pt x="1" y="4156"/>
                    <a:pt x="1" y="7608"/>
                    <a:pt x="1584" y="9859"/>
                  </a:cubicBezTo>
                  <a:cubicBezTo>
                    <a:pt x="2489" y="11156"/>
                    <a:pt x="4775" y="13419"/>
                    <a:pt x="6537" y="14038"/>
                  </a:cubicBezTo>
                  <a:cubicBezTo>
                    <a:pt x="6813" y="14132"/>
                    <a:pt x="7390" y="14196"/>
                    <a:pt x="7901" y="14196"/>
                  </a:cubicBezTo>
                  <a:cubicBezTo>
                    <a:pt x="8228" y="14196"/>
                    <a:pt x="8528" y="14170"/>
                    <a:pt x="8704" y="14109"/>
                  </a:cubicBezTo>
                  <a:cubicBezTo>
                    <a:pt x="10490" y="13514"/>
                    <a:pt x="12943" y="11192"/>
                    <a:pt x="13895" y="9847"/>
                  </a:cubicBezTo>
                  <a:cubicBezTo>
                    <a:pt x="15467" y="7597"/>
                    <a:pt x="15467" y="4144"/>
                    <a:pt x="154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2" name="Google Shape;3402;p37"/>
            <p:cNvSpPr/>
            <p:nvPr/>
          </p:nvSpPr>
          <p:spPr>
            <a:xfrm>
              <a:off x="2346794" y="2016511"/>
              <a:ext cx="137647" cy="28287"/>
            </a:xfrm>
            <a:custGeom>
              <a:avLst/>
              <a:gdLst/>
              <a:ahLst/>
              <a:cxnLst/>
              <a:rect l="l" t="t" r="r" b="b"/>
              <a:pathLst>
                <a:path w="3382" h="695" extrusionOk="0">
                  <a:moveTo>
                    <a:pt x="2477" y="1"/>
                  </a:moveTo>
                  <a:cubicBezTo>
                    <a:pt x="2191" y="25"/>
                    <a:pt x="1918" y="37"/>
                    <a:pt x="1656" y="84"/>
                  </a:cubicBezTo>
                  <a:cubicBezTo>
                    <a:pt x="1382" y="120"/>
                    <a:pt x="1120" y="168"/>
                    <a:pt x="846" y="239"/>
                  </a:cubicBezTo>
                  <a:cubicBezTo>
                    <a:pt x="584" y="322"/>
                    <a:pt x="334" y="406"/>
                    <a:pt x="72" y="513"/>
                  </a:cubicBezTo>
                  <a:cubicBezTo>
                    <a:pt x="36" y="537"/>
                    <a:pt x="1" y="584"/>
                    <a:pt x="36" y="620"/>
                  </a:cubicBezTo>
                  <a:cubicBezTo>
                    <a:pt x="46" y="670"/>
                    <a:pt x="89" y="695"/>
                    <a:pt x="138" y="695"/>
                  </a:cubicBezTo>
                  <a:cubicBezTo>
                    <a:pt x="147" y="695"/>
                    <a:pt x="157" y="694"/>
                    <a:pt x="167" y="692"/>
                  </a:cubicBezTo>
                  <a:cubicBezTo>
                    <a:pt x="405" y="620"/>
                    <a:pt x="667" y="549"/>
                    <a:pt x="929" y="501"/>
                  </a:cubicBezTo>
                  <a:cubicBezTo>
                    <a:pt x="1179" y="453"/>
                    <a:pt x="1441" y="394"/>
                    <a:pt x="1703" y="358"/>
                  </a:cubicBezTo>
                  <a:cubicBezTo>
                    <a:pt x="1965" y="334"/>
                    <a:pt x="2215" y="299"/>
                    <a:pt x="2489" y="287"/>
                  </a:cubicBezTo>
                  <a:cubicBezTo>
                    <a:pt x="2751" y="263"/>
                    <a:pt x="3013" y="263"/>
                    <a:pt x="3275" y="263"/>
                  </a:cubicBezTo>
                  <a:cubicBezTo>
                    <a:pt x="3334" y="263"/>
                    <a:pt x="3382" y="215"/>
                    <a:pt x="3382" y="168"/>
                  </a:cubicBezTo>
                  <a:cubicBezTo>
                    <a:pt x="3382" y="108"/>
                    <a:pt x="3346" y="61"/>
                    <a:pt x="3287" y="49"/>
                  </a:cubicBezTo>
                  <a:cubicBezTo>
                    <a:pt x="3025" y="25"/>
                    <a:pt x="2739" y="1"/>
                    <a:pt x="24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3" name="Google Shape;3403;p37"/>
            <p:cNvSpPr/>
            <p:nvPr/>
          </p:nvSpPr>
          <p:spPr>
            <a:xfrm>
              <a:off x="2023596" y="2020541"/>
              <a:ext cx="137159" cy="19780"/>
            </a:xfrm>
            <a:custGeom>
              <a:avLst/>
              <a:gdLst/>
              <a:ahLst/>
              <a:cxnLst/>
              <a:rect l="l" t="t" r="r" b="b"/>
              <a:pathLst>
                <a:path w="3370" h="486" extrusionOk="0">
                  <a:moveTo>
                    <a:pt x="1280" y="0"/>
                  </a:moveTo>
                  <a:cubicBezTo>
                    <a:pt x="1143" y="0"/>
                    <a:pt x="1006" y="3"/>
                    <a:pt x="869" y="9"/>
                  </a:cubicBezTo>
                  <a:cubicBezTo>
                    <a:pt x="607" y="21"/>
                    <a:pt x="334" y="69"/>
                    <a:pt x="72" y="128"/>
                  </a:cubicBezTo>
                  <a:cubicBezTo>
                    <a:pt x="24" y="128"/>
                    <a:pt x="0" y="188"/>
                    <a:pt x="0" y="235"/>
                  </a:cubicBezTo>
                  <a:cubicBezTo>
                    <a:pt x="0" y="283"/>
                    <a:pt x="36" y="319"/>
                    <a:pt x="95" y="319"/>
                  </a:cubicBezTo>
                  <a:cubicBezTo>
                    <a:pt x="369" y="307"/>
                    <a:pt x="619" y="283"/>
                    <a:pt x="893" y="283"/>
                  </a:cubicBezTo>
                  <a:cubicBezTo>
                    <a:pt x="1155" y="283"/>
                    <a:pt x="1405" y="283"/>
                    <a:pt x="1679" y="295"/>
                  </a:cubicBezTo>
                  <a:cubicBezTo>
                    <a:pt x="1941" y="307"/>
                    <a:pt x="2203" y="343"/>
                    <a:pt x="2465" y="366"/>
                  </a:cubicBezTo>
                  <a:cubicBezTo>
                    <a:pt x="2715" y="402"/>
                    <a:pt x="2989" y="438"/>
                    <a:pt x="3239" y="485"/>
                  </a:cubicBezTo>
                  <a:cubicBezTo>
                    <a:pt x="3298" y="485"/>
                    <a:pt x="3358" y="462"/>
                    <a:pt x="3346" y="426"/>
                  </a:cubicBezTo>
                  <a:cubicBezTo>
                    <a:pt x="3370" y="366"/>
                    <a:pt x="3346" y="307"/>
                    <a:pt x="3286" y="295"/>
                  </a:cubicBezTo>
                  <a:cubicBezTo>
                    <a:pt x="3024" y="200"/>
                    <a:pt x="2762" y="140"/>
                    <a:pt x="2489" y="104"/>
                  </a:cubicBezTo>
                  <a:cubicBezTo>
                    <a:pt x="2227" y="57"/>
                    <a:pt x="1965" y="21"/>
                    <a:pt x="1691" y="9"/>
                  </a:cubicBezTo>
                  <a:cubicBezTo>
                    <a:pt x="1554" y="3"/>
                    <a:pt x="1417" y="0"/>
                    <a:pt x="12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4" name="Google Shape;3404;p37"/>
            <p:cNvSpPr/>
            <p:nvPr/>
          </p:nvSpPr>
          <p:spPr>
            <a:xfrm>
              <a:off x="2191728" y="2273977"/>
              <a:ext cx="142979" cy="31909"/>
            </a:xfrm>
            <a:custGeom>
              <a:avLst/>
              <a:gdLst/>
              <a:ahLst/>
              <a:cxnLst/>
              <a:rect l="l" t="t" r="r" b="b"/>
              <a:pathLst>
                <a:path w="3513" h="784" extrusionOk="0">
                  <a:moveTo>
                    <a:pt x="1818" y="0"/>
                  </a:moveTo>
                  <a:cubicBezTo>
                    <a:pt x="1245" y="0"/>
                    <a:pt x="655" y="66"/>
                    <a:pt x="405" y="188"/>
                  </a:cubicBezTo>
                  <a:cubicBezTo>
                    <a:pt x="1" y="402"/>
                    <a:pt x="1298" y="783"/>
                    <a:pt x="1739" y="783"/>
                  </a:cubicBezTo>
                  <a:cubicBezTo>
                    <a:pt x="2203" y="783"/>
                    <a:pt x="3513" y="438"/>
                    <a:pt x="3096" y="188"/>
                  </a:cubicBezTo>
                  <a:cubicBezTo>
                    <a:pt x="2893" y="60"/>
                    <a:pt x="2363" y="0"/>
                    <a:pt x="1818" y="0"/>
                  </a:cubicBezTo>
                  <a:close/>
                </a:path>
              </a:pathLst>
            </a:custGeom>
            <a:solidFill>
              <a:srgbClr val="ED90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5" name="Google Shape;3405;p37"/>
            <p:cNvSpPr/>
            <p:nvPr/>
          </p:nvSpPr>
          <p:spPr>
            <a:xfrm>
              <a:off x="2206258" y="2424565"/>
              <a:ext cx="115385" cy="10216"/>
            </a:xfrm>
            <a:custGeom>
              <a:avLst/>
              <a:gdLst/>
              <a:ahLst/>
              <a:cxnLst/>
              <a:rect l="l" t="t" r="r" b="b"/>
              <a:pathLst>
                <a:path w="2835" h="251" extrusionOk="0">
                  <a:moveTo>
                    <a:pt x="1382" y="0"/>
                  </a:moveTo>
                  <a:cubicBezTo>
                    <a:pt x="1013" y="0"/>
                    <a:pt x="1" y="131"/>
                    <a:pt x="346" y="238"/>
                  </a:cubicBezTo>
                  <a:cubicBezTo>
                    <a:pt x="346" y="238"/>
                    <a:pt x="906" y="155"/>
                    <a:pt x="1370" y="155"/>
                  </a:cubicBezTo>
                  <a:cubicBezTo>
                    <a:pt x="1834" y="155"/>
                    <a:pt x="2501" y="250"/>
                    <a:pt x="2501" y="250"/>
                  </a:cubicBezTo>
                  <a:cubicBezTo>
                    <a:pt x="2835" y="155"/>
                    <a:pt x="1775" y="12"/>
                    <a:pt x="1382" y="0"/>
                  </a:cubicBezTo>
                  <a:close/>
                </a:path>
              </a:pathLst>
            </a:custGeom>
            <a:solidFill>
              <a:srgbClr val="ED90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6" name="Google Shape;3406;p37"/>
            <p:cNvSpPr/>
            <p:nvPr/>
          </p:nvSpPr>
          <p:spPr>
            <a:xfrm>
              <a:off x="2151028" y="2349067"/>
              <a:ext cx="225844" cy="30077"/>
            </a:xfrm>
            <a:custGeom>
              <a:avLst/>
              <a:gdLst/>
              <a:ahLst/>
              <a:cxnLst/>
              <a:rect l="l" t="t" r="r" b="b"/>
              <a:pathLst>
                <a:path w="5549" h="739" extrusionOk="0">
                  <a:moveTo>
                    <a:pt x="2311" y="1"/>
                  </a:moveTo>
                  <a:cubicBezTo>
                    <a:pt x="1737" y="1"/>
                    <a:pt x="1046" y="324"/>
                    <a:pt x="490" y="324"/>
                  </a:cubicBezTo>
                  <a:cubicBezTo>
                    <a:pt x="310" y="324"/>
                    <a:pt x="144" y="290"/>
                    <a:pt x="1" y="200"/>
                  </a:cubicBezTo>
                  <a:lnTo>
                    <a:pt x="1" y="200"/>
                  </a:lnTo>
                  <a:cubicBezTo>
                    <a:pt x="282" y="526"/>
                    <a:pt x="1696" y="739"/>
                    <a:pt x="3033" y="739"/>
                  </a:cubicBezTo>
                  <a:cubicBezTo>
                    <a:pt x="4187" y="739"/>
                    <a:pt x="5284" y="581"/>
                    <a:pt x="5549" y="200"/>
                  </a:cubicBezTo>
                  <a:lnTo>
                    <a:pt x="5549" y="200"/>
                  </a:lnTo>
                  <a:cubicBezTo>
                    <a:pt x="5406" y="290"/>
                    <a:pt x="5240" y="324"/>
                    <a:pt x="5061" y="324"/>
                  </a:cubicBezTo>
                  <a:cubicBezTo>
                    <a:pt x="4507" y="324"/>
                    <a:pt x="3822" y="1"/>
                    <a:pt x="3249" y="1"/>
                  </a:cubicBezTo>
                  <a:cubicBezTo>
                    <a:pt x="3097" y="1"/>
                    <a:pt x="2954" y="23"/>
                    <a:pt x="2822" y="81"/>
                  </a:cubicBezTo>
                  <a:lnTo>
                    <a:pt x="2739" y="81"/>
                  </a:lnTo>
                  <a:cubicBezTo>
                    <a:pt x="2608" y="23"/>
                    <a:pt x="2463" y="1"/>
                    <a:pt x="2311" y="1"/>
                  </a:cubicBezTo>
                  <a:close/>
                </a:path>
              </a:pathLst>
            </a:custGeom>
            <a:solidFill>
              <a:srgbClr val="ED90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7" name="Google Shape;3407;p37"/>
            <p:cNvSpPr/>
            <p:nvPr/>
          </p:nvSpPr>
          <p:spPr>
            <a:xfrm>
              <a:off x="2164093" y="2364940"/>
              <a:ext cx="202116" cy="38258"/>
            </a:xfrm>
            <a:custGeom>
              <a:avLst/>
              <a:gdLst/>
              <a:ahLst/>
              <a:cxnLst/>
              <a:rect l="l" t="t" r="r" b="b"/>
              <a:pathLst>
                <a:path w="4966" h="940" extrusionOk="0">
                  <a:moveTo>
                    <a:pt x="1" y="1"/>
                  </a:moveTo>
                  <a:cubicBezTo>
                    <a:pt x="332" y="259"/>
                    <a:pt x="1409" y="931"/>
                    <a:pt x="2147" y="931"/>
                  </a:cubicBezTo>
                  <a:cubicBezTo>
                    <a:pt x="2258" y="931"/>
                    <a:pt x="2362" y="916"/>
                    <a:pt x="2454" y="882"/>
                  </a:cubicBezTo>
                  <a:cubicBezTo>
                    <a:pt x="2584" y="922"/>
                    <a:pt x="2712" y="939"/>
                    <a:pt x="2838" y="939"/>
                  </a:cubicBezTo>
                  <a:cubicBezTo>
                    <a:pt x="3651" y="939"/>
                    <a:pt x="4389" y="211"/>
                    <a:pt x="4966" y="36"/>
                  </a:cubicBezTo>
                  <a:lnTo>
                    <a:pt x="4966" y="36"/>
                  </a:lnTo>
                  <a:lnTo>
                    <a:pt x="2454" y="29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D90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8" name="Google Shape;3408;p37"/>
            <p:cNvSpPr/>
            <p:nvPr/>
          </p:nvSpPr>
          <p:spPr>
            <a:xfrm>
              <a:off x="2202880" y="2371737"/>
              <a:ext cx="114408" cy="12658"/>
            </a:xfrm>
            <a:custGeom>
              <a:avLst/>
              <a:gdLst/>
              <a:ahLst/>
              <a:cxnLst/>
              <a:rect l="l" t="t" r="r" b="b"/>
              <a:pathLst>
                <a:path w="2811" h="311" extrusionOk="0">
                  <a:moveTo>
                    <a:pt x="2810" y="0"/>
                  </a:moveTo>
                  <a:lnTo>
                    <a:pt x="2810" y="0"/>
                  </a:lnTo>
                  <a:cubicBezTo>
                    <a:pt x="2632" y="84"/>
                    <a:pt x="2370" y="131"/>
                    <a:pt x="2096" y="167"/>
                  </a:cubicBezTo>
                  <a:cubicBezTo>
                    <a:pt x="1917" y="179"/>
                    <a:pt x="1715" y="262"/>
                    <a:pt x="1524" y="262"/>
                  </a:cubicBezTo>
                  <a:cubicBezTo>
                    <a:pt x="1322" y="262"/>
                    <a:pt x="1096" y="167"/>
                    <a:pt x="893" y="143"/>
                  </a:cubicBezTo>
                  <a:cubicBezTo>
                    <a:pt x="560" y="119"/>
                    <a:pt x="251" y="72"/>
                    <a:pt x="0" y="12"/>
                  </a:cubicBezTo>
                  <a:lnTo>
                    <a:pt x="0" y="12"/>
                  </a:lnTo>
                  <a:cubicBezTo>
                    <a:pt x="1" y="12"/>
                    <a:pt x="746" y="310"/>
                    <a:pt x="1482" y="310"/>
                  </a:cubicBezTo>
                  <a:cubicBezTo>
                    <a:pt x="1496" y="310"/>
                    <a:pt x="1510" y="310"/>
                    <a:pt x="1524" y="310"/>
                  </a:cubicBezTo>
                  <a:cubicBezTo>
                    <a:pt x="2274" y="310"/>
                    <a:pt x="2810" y="0"/>
                    <a:pt x="2810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9" name="Google Shape;3409;p37"/>
            <p:cNvSpPr/>
            <p:nvPr/>
          </p:nvSpPr>
          <p:spPr>
            <a:xfrm>
              <a:off x="2625914" y="3196473"/>
              <a:ext cx="88238" cy="491900"/>
            </a:xfrm>
            <a:custGeom>
              <a:avLst/>
              <a:gdLst/>
              <a:ahLst/>
              <a:cxnLst/>
              <a:rect l="l" t="t" r="r" b="b"/>
              <a:pathLst>
                <a:path w="2168" h="12086" extrusionOk="0">
                  <a:moveTo>
                    <a:pt x="1" y="1"/>
                  </a:moveTo>
                  <a:lnTo>
                    <a:pt x="453" y="7013"/>
                  </a:lnTo>
                  <a:lnTo>
                    <a:pt x="1072" y="7299"/>
                  </a:lnTo>
                  <a:lnTo>
                    <a:pt x="1370" y="12085"/>
                  </a:lnTo>
                  <a:lnTo>
                    <a:pt x="1644" y="6406"/>
                  </a:lnTo>
                  <a:lnTo>
                    <a:pt x="2168" y="6299"/>
                  </a:lnTo>
                  <a:lnTo>
                    <a:pt x="2168" y="6299"/>
                  </a:lnTo>
                  <a:lnTo>
                    <a:pt x="1191" y="647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0" name="Google Shape;3410;p37"/>
            <p:cNvSpPr/>
            <p:nvPr/>
          </p:nvSpPr>
          <p:spPr>
            <a:xfrm>
              <a:off x="1769181" y="3196473"/>
              <a:ext cx="114408" cy="573300"/>
            </a:xfrm>
            <a:custGeom>
              <a:avLst/>
              <a:gdLst/>
              <a:ahLst/>
              <a:cxnLst/>
              <a:rect l="l" t="t" r="r" b="b"/>
              <a:pathLst>
                <a:path w="2811" h="14086" extrusionOk="0">
                  <a:moveTo>
                    <a:pt x="386" y="6230"/>
                  </a:moveTo>
                  <a:cubicBezTo>
                    <a:pt x="376" y="6230"/>
                    <a:pt x="369" y="6240"/>
                    <a:pt x="369" y="6240"/>
                  </a:cubicBezTo>
                  <a:lnTo>
                    <a:pt x="410" y="6247"/>
                  </a:lnTo>
                  <a:lnTo>
                    <a:pt x="410" y="6247"/>
                  </a:lnTo>
                  <a:cubicBezTo>
                    <a:pt x="401" y="6234"/>
                    <a:pt x="393" y="6230"/>
                    <a:pt x="386" y="6230"/>
                  </a:cubicBezTo>
                  <a:close/>
                  <a:moveTo>
                    <a:pt x="2810" y="1"/>
                  </a:moveTo>
                  <a:lnTo>
                    <a:pt x="1620" y="6478"/>
                  </a:lnTo>
                  <a:lnTo>
                    <a:pt x="410" y="6247"/>
                  </a:lnTo>
                  <a:lnTo>
                    <a:pt x="410" y="6247"/>
                  </a:lnTo>
                  <a:cubicBezTo>
                    <a:pt x="447" y="6299"/>
                    <a:pt x="498" y="6496"/>
                    <a:pt x="512" y="7168"/>
                  </a:cubicBezTo>
                  <a:cubicBezTo>
                    <a:pt x="608" y="9847"/>
                    <a:pt x="0" y="14086"/>
                    <a:pt x="0" y="14086"/>
                  </a:cubicBezTo>
                  <a:lnTo>
                    <a:pt x="1131" y="7299"/>
                  </a:lnTo>
                  <a:lnTo>
                    <a:pt x="2155" y="7299"/>
                  </a:lnTo>
                  <a:lnTo>
                    <a:pt x="2810" y="1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1" name="Google Shape;3411;p37"/>
            <p:cNvSpPr/>
            <p:nvPr/>
          </p:nvSpPr>
          <p:spPr>
            <a:xfrm>
              <a:off x="2563888" y="2040768"/>
              <a:ext cx="37851" cy="96947"/>
            </a:xfrm>
            <a:custGeom>
              <a:avLst/>
              <a:gdLst/>
              <a:ahLst/>
              <a:cxnLst/>
              <a:rect l="l" t="t" r="r" b="b"/>
              <a:pathLst>
                <a:path w="930" h="2382" extrusionOk="0">
                  <a:moveTo>
                    <a:pt x="274" y="0"/>
                  </a:moveTo>
                  <a:lnTo>
                    <a:pt x="1" y="2382"/>
                  </a:lnTo>
                  <a:cubicBezTo>
                    <a:pt x="1" y="2382"/>
                    <a:pt x="870" y="1655"/>
                    <a:pt x="906" y="1286"/>
                  </a:cubicBezTo>
                  <a:cubicBezTo>
                    <a:pt x="929" y="917"/>
                    <a:pt x="274" y="0"/>
                    <a:pt x="274" y="0"/>
                  </a:cubicBezTo>
                  <a:close/>
                </a:path>
              </a:pathLst>
            </a:custGeom>
            <a:solidFill>
              <a:srgbClr val="FFAF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2" name="Google Shape;3412;p37"/>
            <p:cNvSpPr/>
            <p:nvPr/>
          </p:nvSpPr>
          <p:spPr>
            <a:xfrm>
              <a:off x="1301539" y="4483026"/>
              <a:ext cx="1885590" cy="50427"/>
            </a:xfrm>
            <a:custGeom>
              <a:avLst/>
              <a:gdLst/>
              <a:ahLst/>
              <a:cxnLst/>
              <a:rect l="l" t="t" r="r" b="b"/>
              <a:pathLst>
                <a:path w="46329" h="1239" extrusionOk="0">
                  <a:moveTo>
                    <a:pt x="144" y="1"/>
                  </a:moveTo>
                  <a:cubicBezTo>
                    <a:pt x="72" y="1"/>
                    <a:pt x="1" y="84"/>
                    <a:pt x="1" y="155"/>
                  </a:cubicBezTo>
                  <a:lnTo>
                    <a:pt x="1" y="1096"/>
                  </a:lnTo>
                  <a:cubicBezTo>
                    <a:pt x="1" y="1167"/>
                    <a:pt x="72" y="1239"/>
                    <a:pt x="144" y="1239"/>
                  </a:cubicBezTo>
                  <a:lnTo>
                    <a:pt x="46173" y="1239"/>
                  </a:lnTo>
                  <a:cubicBezTo>
                    <a:pt x="46257" y="1239"/>
                    <a:pt x="46328" y="1167"/>
                    <a:pt x="46328" y="1096"/>
                  </a:cubicBezTo>
                  <a:lnTo>
                    <a:pt x="46328" y="155"/>
                  </a:lnTo>
                  <a:cubicBezTo>
                    <a:pt x="46328" y="84"/>
                    <a:pt x="46257" y="1"/>
                    <a:pt x="461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3" name="Google Shape;3413;p37"/>
            <p:cNvSpPr/>
            <p:nvPr/>
          </p:nvSpPr>
          <p:spPr>
            <a:xfrm>
              <a:off x="2077361" y="2112969"/>
              <a:ext cx="72731" cy="100814"/>
            </a:xfrm>
            <a:custGeom>
              <a:avLst/>
              <a:gdLst/>
              <a:ahLst/>
              <a:cxnLst/>
              <a:rect l="l" t="t" r="r" b="b"/>
              <a:pathLst>
                <a:path w="1787" h="2477" extrusionOk="0">
                  <a:moveTo>
                    <a:pt x="894" y="0"/>
                  </a:moveTo>
                  <a:cubicBezTo>
                    <a:pt x="406" y="0"/>
                    <a:pt x="1" y="548"/>
                    <a:pt x="1" y="1239"/>
                  </a:cubicBezTo>
                  <a:cubicBezTo>
                    <a:pt x="1" y="1917"/>
                    <a:pt x="406" y="2477"/>
                    <a:pt x="894" y="2477"/>
                  </a:cubicBezTo>
                  <a:cubicBezTo>
                    <a:pt x="1382" y="2477"/>
                    <a:pt x="1787" y="1917"/>
                    <a:pt x="1787" y="1239"/>
                  </a:cubicBezTo>
                  <a:cubicBezTo>
                    <a:pt x="1787" y="572"/>
                    <a:pt x="1382" y="12"/>
                    <a:pt x="8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4" name="Google Shape;3414;p37"/>
            <p:cNvSpPr/>
            <p:nvPr/>
          </p:nvSpPr>
          <p:spPr>
            <a:xfrm>
              <a:off x="2366168" y="2112969"/>
              <a:ext cx="72731" cy="100814"/>
            </a:xfrm>
            <a:custGeom>
              <a:avLst/>
              <a:gdLst/>
              <a:ahLst/>
              <a:cxnLst/>
              <a:rect l="l" t="t" r="r" b="b"/>
              <a:pathLst>
                <a:path w="1787" h="2477" extrusionOk="0">
                  <a:moveTo>
                    <a:pt x="894" y="0"/>
                  </a:moveTo>
                  <a:cubicBezTo>
                    <a:pt x="406" y="0"/>
                    <a:pt x="1" y="548"/>
                    <a:pt x="1" y="1239"/>
                  </a:cubicBezTo>
                  <a:cubicBezTo>
                    <a:pt x="1" y="1917"/>
                    <a:pt x="406" y="2477"/>
                    <a:pt x="894" y="2477"/>
                  </a:cubicBezTo>
                  <a:cubicBezTo>
                    <a:pt x="1382" y="2477"/>
                    <a:pt x="1787" y="1917"/>
                    <a:pt x="1787" y="1239"/>
                  </a:cubicBezTo>
                  <a:cubicBezTo>
                    <a:pt x="1787" y="572"/>
                    <a:pt x="1382" y="12"/>
                    <a:pt x="8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5" name="Google Shape;3415;p37"/>
            <p:cNvSpPr/>
            <p:nvPr/>
          </p:nvSpPr>
          <p:spPr>
            <a:xfrm>
              <a:off x="1929742" y="2140726"/>
              <a:ext cx="654537" cy="389499"/>
            </a:xfrm>
            <a:custGeom>
              <a:avLst/>
              <a:gdLst/>
              <a:ahLst/>
              <a:cxnLst/>
              <a:rect l="l" t="t" r="r" b="b"/>
              <a:pathLst>
                <a:path w="16082" h="9570" extrusionOk="0">
                  <a:moveTo>
                    <a:pt x="65" y="1"/>
                  </a:moveTo>
                  <a:cubicBezTo>
                    <a:pt x="0" y="1"/>
                    <a:pt x="89" y="603"/>
                    <a:pt x="615" y="2759"/>
                  </a:cubicBezTo>
                  <a:cubicBezTo>
                    <a:pt x="1782" y="7605"/>
                    <a:pt x="7259" y="9570"/>
                    <a:pt x="8224" y="9570"/>
                  </a:cubicBezTo>
                  <a:cubicBezTo>
                    <a:pt x="9188" y="9570"/>
                    <a:pt x="10462" y="8724"/>
                    <a:pt x="13141" y="6557"/>
                  </a:cubicBezTo>
                  <a:cubicBezTo>
                    <a:pt x="15820" y="4379"/>
                    <a:pt x="16082" y="735"/>
                    <a:pt x="16082" y="735"/>
                  </a:cubicBezTo>
                  <a:lnTo>
                    <a:pt x="16082" y="735"/>
                  </a:lnTo>
                  <a:cubicBezTo>
                    <a:pt x="15394" y="1695"/>
                    <a:pt x="13549" y="3294"/>
                    <a:pt x="11894" y="3294"/>
                  </a:cubicBezTo>
                  <a:cubicBezTo>
                    <a:pt x="11372" y="3294"/>
                    <a:pt x="10869" y="3135"/>
                    <a:pt x="10426" y="2747"/>
                  </a:cubicBezTo>
                  <a:cubicBezTo>
                    <a:pt x="9496" y="1926"/>
                    <a:pt x="9035" y="1527"/>
                    <a:pt x="8522" y="1527"/>
                  </a:cubicBezTo>
                  <a:cubicBezTo>
                    <a:pt x="8016" y="1527"/>
                    <a:pt x="7459" y="1914"/>
                    <a:pt x="6354" y="2664"/>
                  </a:cubicBezTo>
                  <a:cubicBezTo>
                    <a:pt x="5759" y="3071"/>
                    <a:pt x="5130" y="3239"/>
                    <a:pt x="4511" y="3239"/>
                  </a:cubicBezTo>
                  <a:cubicBezTo>
                    <a:pt x="2812" y="3239"/>
                    <a:pt x="1179" y="1982"/>
                    <a:pt x="473" y="961"/>
                  </a:cubicBezTo>
                  <a:cubicBezTo>
                    <a:pt x="473" y="961"/>
                    <a:pt x="146" y="1"/>
                    <a:pt x="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6" name="Google Shape;3416;p37"/>
            <p:cNvSpPr/>
            <p:nvPr/>
          </p:nvSpPr>
          <p:spPr>
            <a:xfrm>
              <a:off x="2004183" y="2745807"/>
              <a:ext cx="51404" cy="251567"/>
            </a:xfrm>
            <a:custGeom>
              <a:avLst/>
              <a:gdLst/>
              <a:ahLst/>
              <a:cxnLst/>
              <a:rect l="l" t="t" r="r" b="b"/>
              <a:pathLst>
                <a:path w="1263" h="6181" fill="none" extrusionOk="0">
                  <a:moveTo>
                    <a:pt x="1" y="1"/>
                  </a:moveTo>
                  <a:cubicBezTo>
                    <a:pt x="25" y="2025"/>
                    <a:pt x="775" y="4097"/>
                    <a:pt x="1263" y="6180"/>
                  </a:cubicBezTo>
                </a:path>
              </a:pathLst>
            </a:custGeom>
            <a:noFill/>
            <a:ln w="387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7" name="Google Shape;3417;p37"/>
            <p:cNvSpPr/>
            <p:nvPr/>
          </p:nvSpPr>
          <p:spPr>
            <a:xfrm>
              <a:off x="2428683" y="2748249"/>
              <a:ext cx="83394" cy="379446"/>
            </a:xfrm>
            <a:custGeom>
              <a:avLst/>
              <a:gdLst/>
              <a:ahLst/>
              <a:cxnLst/>
              <a:rect l="l" t="t" r="r" b="b"/>
              <a:pathLst>
                <a:path w="2049" h="9323" fill="none" extrusionOk="0">
                  <a:moveTo>
                    <a:pt x="2049" y="0"/>
                  </a:moveTo>
                  <a:cubicBezTo>
                    <a:pt x="1799" y="1489"/>
                    <a:pt x="775" y="2727"/>
                    <a:pt x="418" y="4251"/>
                  </a:cubicBezTo>
                  <a:cubicBezTo>
                    <a:pt x="1" y="6037"/>
                    <a:pt x="287" y="7561"/>
                    <a:pt x="656" y="9323"/>
                  </a:cubicBezTo>
                </a:path>
              </a:pathLst>
            </a:custGeom>
            <a:noFill/>
            <a:ln w="387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8" name="Google Shape;3418;p37"/>
            <p:cNvSpPr/>
            <p:nvPr/>
          </p:nvSpPr>
          <p:spPr>
            <a:xfrm>
              <a:off x="2445166" y="3074374"/>
              <a:ext cx="10704" cy="53317"/>
            </a:xfrm>
            <a:custGeom>
              <a:avLst/>
              <a:gdLst/>
              <a:ahLst/>
              <a:cxnLst/>
              <a:rect l="l" t="t" r="r" b="b"/>
              <a:pathLst>
                <a:path w="263" h="1310" fill="none" extrusionOk="0">
                  <a:moveTo>
                    <a:pt x="1" y="0"/>
                  </a:moveTo>
                  <a:lnTo>
                    <a:pt x="263" y="1310"/>
                  </a:lnTo>
                </a:path>
              </a:pathLst>
            </a:custGeom>
            <a:noFill/>
            <a:ln w="7450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9" name="Google Shape;3419;p37"/>
            <p:cNvSpPr/>
            <p:nvPr/>
          </p:nvSpPr>
          <p:spPr>
            <a:xfrm>
              <a:off x="1893723" y="1701334"/>
              <a:ext cx="707040" cy="741188"/>
            </a:xfrm>
            <a:custGeom>
              <a:avLst/>
              <a:gdLst/>
              <a:ahLst/>
              <a:cxnLst/>
              <a:rect l="l" t="t" r="r" b="b"/>
              <a:pathLst>
                <a:path w="17372" h="18211" extrusionOk="0">
                  <a:moveTo>
                    <a:pt x="9314" y="1"/>
                  </a:moveTo>
                  <a:cubicBezTo>
                    <a:pt x="8798" y="1"/>
                    <a:pt x="524" y="4459"/>
                    <a:pt x="524" y="4459"/>
                  </a:cubicBezTo>
                  <a:cubicBezTo>
                    <a:pt x="524" y="4459"/>
                    <a:pt x="0" y="11793"/>
                    <a:pt x="96" y="12662"/>
                  </a:cubicBezTo>
                  <a:cubicBezTo>
                    <a:pt x="179" y="13520"/>
                    <a:pt x="941" y="15936"/>
                    <a:pt x="941" y="15936"/>
                  </a:cubicBezTo>
                  <a:lnTo>
                    <a:pt x="4287" y="17949"/>
                  </a:lnTo>
                  <a:cubicBezTo>
                    <a:pt x="3441" y="15603"/>
                    <a:pt x="2441" y="7376"/>
                    <a:pt x="6144" y="6102"/>
                  </a:cubicBezTo>
                  <a:cubicBezTo>
                    <a:pt x="7364" y="5677"/>
                    <a:pt x="8416" y="5507"/>
                    <a:pt x="9321" y="5507"/>
                  </a:cubicBezTo>
                  <a:cubicBezTo>
                    <a:pt x="11179" y="5507"/>
                    <a:pt x="12415" y="6223"/>
                    <a:pt x="13216" y="6912"/>
                  </a:cubicBezTo>
                  <a:cubicBezTo>
                    <a:pt x="14395" y="7924"/>
                    <a:pt x="13883" y="15817"/>
                    <a:pt x="12919" y="18211"/>
                  </a:cubicBezTo>
                  <a:lnTo>
                    <a:pt x="16955" y="15044"/>
                  </a:lnTo>
                  <a:lnTo>
                    <a:pt x="17372" y="3887"/>
                  </a:lnTo>
                  <a:cubicBezTo>
                    <a:pt x="17372" y="3887"/>
                    <a:pt x="9537" y="185"/>
                    <a:pt x="9335" y="6"/>
                  </a:cubicBezTo>
                  <a:cubicBezTo>
                    <a:pt x="9331" y="3"/>
                    <a:pt x="9324" y="1"/>
                    <a:pt x="931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0" name="Google Shape;3420;p37"/>
            <p:cNvSpPr/>
            <p:nvPr/>
          </p:nvSpPr>
          <p:spPr>
            <a:xfrm>
              <a:off x="1790996" y="1390959"/>
              <a:ext cx="944973" cy="1381073"/>
            </a:xfrm>
            <a:custGeom>
              <a:avLst/>
              <a:gdLst/>
              <a:ahLst/>
              <a:cxnLst/>
              <a:rect l="l" t="t" r="r" b="b"/>
              <a:pathLst>
                <a:path w="23218" h="33933" extrusionOk="0">
                  <a:moveTo>
                    <a:pt x="11514" y="0"/>
                  </a:moveTo>
                  <a:cubicBezTo>
                    <a:pt x="10180" y="0"/>
                    <a:pt x="1608" y="5453"/>
                    <a:pt x="786" y="12252"/>
                  </a:cubicBezTo>
                  <a:cubicBezTo>
                    <a:pt x="0" y="19050"/>
                    <a:pt x="1786" y="27492"/>
                    <a:pt x="4763" y="33933"/>
                  </a:cubicBezTo>
                  <a:lnTo>
                    <a:pt x="5775" y="33933"/>
                  </a:lnTo>
                  <a:cubicBezTo>
                    <a:pt x="5775" y="33933"/>
                    <a:pt x="4024" y="21324"/>
                    <a:pt x="4477" y="16240"/>
                  </a:cubicBezTo>
                  <a:cubicBezTo>
                    <a:pt x="4882" y="11525"/>
                    <a:pt x="9085" y="10704"/>
                    <a:pt x="11871" y="10704"/>
                  </a:cubicBezTo>
                  <a:cubicBezTo>
                    <a:pt x="14657" y="10704"/>
                    <a:pt x="17764" y="11525"/>
                    <a:pt x="18312" y="15538"/>
                  </a:cubicBezTo>
                  <a:cubicBezTo>
                    <a:pt x="18883" y="19741"/>
                    <a:pt x="16943" y="33576"/>
                    <a:pt x="16943" y="33576"/>
                  </a:cubicBezTo>
                  <a:lnTo>
                    <a:pt x="18967" y="33933"/>
                  </a:lnTo>
                  <a:cubicBezTo>
                    <a:pt x="21277" y="27396"/>
                    <a:pt x="23217" y="17752"/>
                    <a:pt x="22205" y="12156"/>
                  </a:cubicBezTo>
                  <a:cubicBezTo>
                    <a:pt x="21134" y="6263"/>
                    <a:pt x="12859" y="0"/>
                    <a:pt x="1151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1" name="Google Shape;3421;p37"/>
            <p:cNvSpPr/>
            <p:nvPr/>
          </p:nvSpPr>
          <p:spPr>
            <a:xfrm>
              <a:off x="1301539" y="3226997"/>
              <a:ext cx="1885590" cy="1256083"/>
            </a:xfrm>
            <a:custGeom>
              <a:avLst/>
              <a:gdLst/>
              <a:ahLst/>
              <a:cxnLst/>
              <a:rect l="l" t="t" r="r" b="b"/>
              <a:pathLst>
                <a:path w="46329" h="30862" extrusionOk="0">
                  <a:moveTo>
                    <a:pt x="441" y="1"/>
                  </a:moveTo>
                  <a:cubicBezTo>
                    <a:pt x="203" y="1"/>
                    <a:pt x="1" y="191"/>
                    <a:pt x="1" y="441"/>
                  </a:cubicBezTo>
                  <a:lnTo>
                    <a:pt x="1" y="30421"/>
                  </a:lnTo>
                  <a:cubicBezTo>
                    <a:pt x="1" y="30671"/>
                    <a:pt x="203" y="30862"/>
                    <a:pt x="441" y="30862"/>
                  </a:cubicBezTo>
                  <a:lnTo>
                    <a:pt x="45876" y="30862"/>
                  </a:lnTo>
                  <a:cubicBezTo>
                    <a:pt x="46138" y="30862"/>
                    <a:pt x="46328" y="30671"/>
                    <a:pt x="46328" y="30421"/>
                  </a:cubicBezTo>
                  <a:lnTo>
                    <a:pt x="46328" y="441"/>
                  </a:lnTo>
                  <a:cubicBezTo>
                    <a:pt x="46328" y="191"/>
                    <a:pt x="46138" y="1"/>
                    <a:pt x="4587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2" name="Google Shape;3422;p37"/>
            <p:cNvSpPr/>
            <p:nvPr/>
          </p:nvSpPr>
          <p:spPr>
            <a:xfrm>
              <a:off x="1092220" y="3508638"/>
              <a:ext cx="330525" cy="521367"/>
            </a:xfrm>
            <a:custGeom>
              <a:avLst/>
              <a:gdLst/>
              <a:ahLst/>
              <a:cxnLst/>
              <a:rect l="l" t="t" r="r" b="b"/>
              <a:pathLst>
                <a:path w="8121" h="12810" extrusionOk="0">
                  <a:moveTo>
                    <a:pt x="3652" y="0"/>
                  </a:moveTo>
                  <a:cubicBezTo>
                    <a:pt x="2300" y="0"/>
                    <a:pt x="1546" y="755"/>
                    <a:pt x="2001" y="2010"/>
                  </a:cubicBezTo>
                  <a:cubicBezTo>
                    <a:pt x="1882" y="2427"/>
                    <a:pt x="286" y="3380"/>
                    <a:pt x="1310" y="4404"/>
                  </a:cubicBezTo>
                  <a:cubicBezTo>
                    <a:pt x="1191" y="4701"/>
                    <a:pt x="0" y="5225"/>
                    <a:pt x="893" y="7035"/>
                  </a:cubicBezTo>
                  <a:cubicBezTo>
                    <a:pt x="393" y="8095"/>
                    <a:pt x="691" y="8976"/>
                    <a:pt x="1691" y="9749"/>
                  </a:cubicBezTo>
                  <a:cubicBezTo>
                    <a:pt x="2120" y="10071"/>
                    <a:pt x="2501" y="10952"/>
                    <a:pt x="3679" y="11952"/>
                  </a:cubicBezTo>
                  <a:cubicBezTo>
                    <a:pt x="4287" y="12476"/>
                    <a:pt x="5144" y="12809"/>
                    <a:pt x="5144" y="12809"/>
                  </a:cubicBezTo>
                  <a:lnTo>
                    <a:pt x="5120" y="8785"/>
                  </a:lnTo>
                  <a:cubicBezTo>
                    <a:pt x="6489" y="8726"/>
                    <a:pt x="7299" y="8404"/>
                    <a:pt x="7501" y="7630"/>
                  </a:cubicBezTo>
                  <a:cubicBezTo>
                    <a:pt x="7501" y="6928"/>
                    <a:pt x="5703" y="6975"/>
                    <a:pt x="5739" y="6904"/>
                  </a:cubicBezTo>
                  <a:cubicBezTo>
                    <a:pt x="6192" y="6785"/>
                    <a:pt x="7561" y="6975"/>
                    <a:pt x="7906" y="5785"/>
                  </a:cubicBezTo>
                  <a:cubicBezTo>
                    <a:pt x="8120" y="4916"/>
                    <a:pt x="6037" y="4749"/>
                    <a:pt x="5263" y="4701"/>
                  </a:cubicBezTo>
                  <a:cubicBezTo>
                    <a:pt x="5261" y="4696"/>
                    <a:pt x="5270" y="4694"/>
                    <a:pt x="5290" y="4694"/>
                  </a:cubicBezTo>
                  <a:cubicBezTo>
                    <a:pt x="5391" y="4694"/>
                    <a:pt x="5768" y="4752"/>
                    <a:pt x="6197" y="4752"/>
                  </a:cubicBezTo>
                  <a:cubicBezTo>
                    <a:pt x="6667" y="4752"/>
                    <a:pt x="7199" y="4683"/>
                    <a:pt x="7501" y="4392"/>
                  </a:cubicBezTo>
                  <a:cubicBezTo>
                    <a:pt x="7918" y="3999"/>
                    <a:pt x="7906" y="3451"/>
                    <a:pt x="7608" y="3106"/>
                  </a:cubicBezTo>
                  <a:cubicBezTo>
                    <a:pt x="7311" y="2772"/>
                    <a:pt x="5322" y="2332"/>
                    <a:pt x="5287" y="2272"/>
                  </a:cubicBezTo>
                  <a:cubicBezTo>
                    <a:pt x="5600" y="2272"/>
                    <a:pt x="5914" y="2323"/>
                    <a:pt x="6163" y="2323"/>
                  </a:cubicBezTo>
                  <a:cubicBezTo>
                    <a:pt x="6367" y="2323"/>
                    <a:pt x="6528" y="2289"/>
                    <a:pt x="6608" y="2165"/>
                  </a:cubicBezTo>
                  <a:cubicBezTo>
                    <a:pt x="7251" y="1237"/>
                    <a:pt x="6037" y="498"/>
                    <a:pt x="5061" y="224"/>
                  </a:cubicBezTo>
                  <a:cubicBezTo>
                    <a:pt x="4546" y="73"/>
                    <a:pt x="4071" y="0"/>
                    <a:pt x="36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3" name="Google Shape;3423;p37"/>
            <p:cNvSpPr/>
            <p:nvPr/>
          </p:nvSpPr>
          <p:spPr>
            <a:xfrm>
              <a:off x="1215296" y="3585520"/>
              <a:ext cx="92104" cy="15629"/>
            </a:xfrm>
            <a:custGeom>
              <a:avLst/>
              <a:gdLst/>
              <a:ahLst/>
              <a:cxnLst/>
              <a:rect l="l" t="t" r="r" b="b"/>
              <a:pathLst>
                <a:path w="2263" h="384" extrusionOk="0">
                  <a:moveTo>
                    <a:pt x="146" y="1"/>
                  </a:moveTo>
                  <a:cubicBezTo>
                    <a:pt x="54" y="1"/>
                    <a:pt x="1" y="2"/>
                    <a:pt x="1" y="2"/>
                  </a:cubicBezTo>
                  <a:lnTo>
                    <a:pt x="2263" y="383"/>
                  </a:lnTo>
                  <a:cubicBezTo>
                    <a:pt x="1737" y="33"/>
                    <a:pt x="557" y="1"/>
                    <a:pt x="1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4" name="Google Shape;3424;p37"/>
            <p:cNvSpPr/>
            <p:nvPr/>
          </p:nvSpPr>
          <p:spPr>
            <a:xfrm>
              <a:off x="1192993" y="3686821"/>
              <a:ext cx="138665" cy="15100"/>
            </a:xfrm>
            <a:custGeom>
              <a:avLst/>
              <a:gdLst/>
              <a:ahLst/>
              <a:cxnLst/>
              <a:rect l="l" t="t" r="r" b="b"/>
              <a:pathLst>
                <a:path w="3407" h="371" extrusionOk="0">
                  <a:moveTo>
                    <a:pt x="225" y="0"/>
                  </a:moveTo>
                  <a:cubicBezTo>
                    <a:pt x="84" y="0"/>
                    <a:pt x="1" y="2"/>
                    <a:pt x="1" y="2"/>
                  </a:cubicBezTo>
                  <a:lnTo>
                    <a:pt x="3406" y="371"/>
                  </a:lnTo>
                  <a:cubicBezTo>
                    <a:pt x="2582" y="32"/>
                    <a:pt x="844" y="0"/>
                    <a:pt x="2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5" name="Google Shape;3425;p37"/>
            <p:cNvSpPr/>
            <p:nvPr/>
          </p:nvSpPr>
          <p:spPr>
            <a:xfrm>
              <a:off x="1178951" y="3781610"/>
              <a:ext cx="146886" cy="8018"/>
            </a:xfrm>
            <a:custGeom>
              <a:avLst/>
              <a:gdLst/>
              <a:ahLst/>
              <a:cxnLst/>
              <a:rect l="l" t="t" r="r" b="b"/>
              <a:pathLst>
                <a:path w="3609" h="197" extrusionOk="0">
                  <a:moveTo>
                    <a:pt x="1526" y="0"/>
                  </a:moveTo>
                  <a:cubicBezTo>
                    <a:pt x="994" y="0"/>
                    <a:pt x="447" y="47"/>
                    <a:pt x="1" y="185"/>
                  </a:cubicBezTo>
                  <a:lnTo>
                    <a:pt x="3608" y="197"/>
                  </a:lnTo>
                  <a:cubicBezTo>
                    <a:pt x="3608" y="189"/>
                    <a:pt x="2598" y="0"/>
                    <a:pt x="15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6" name="Google Shape;3426;p37"/>
            <p:cNvSpPr/>
            <p:nvPr/>
          </p:nvSpPr>
          <p:spPr>
            <a:xfrm>
              <a:off x="1164910" y="3863742"/>
              <a:ext cx="135734" cy="15873"/>
            </a:xfrm>
            <a:custGeom>
              <a:avLst/>
              <a:gdLst/>
              <a:ahLst/>
              <a:cxnLst/>
              <a:rect l="l" t="t" r="r" b="b"/>
              <a:pathLst>
                <a:path w="3335" h="390" extrusionOk="0">
                  <a:moveTo>
                    <a:pt x="0" y="1"/>
                  </a:moveTo>
                  <a:cubicBezTo>
                    <a:pt x="0" y="1"/>
                    <a:pt x="1606" y="389"/>
                    <a:pt x="3007" y="389"/>
                  </a:cubicBezTo>
                  <a:cubicBezTo>
                    <a:pt x="3118" y="389"/>
                    <a:pt x="3227" y="387"/>
                    <a:pt x="3334" y="382"/>
                  </a:cubicBezTo>
                  <a:lnTo>
                    <a:pt x="3334" y="6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7" name="Google Shape;3427;p37"/>
            <p:cNvSpPr/>
            <p:nvPr/>
          </p:nvSpPr>
          <p:spPr>
            <a:xfrm>
              <a:off x="2600721" y="4533413"/>
              <a:ext cx="364428" cy="137485"/>
            </a:xfrm>
            <a:custGeom>
              <a:avLst/>
              <a:gdLst/>
              <a:ahLst/>
              <a:cxnLst/>
              <a:rect l="l" t="t" r="r" b="b"/>
              <a:pathLst>
                <a:path w="8954" h="3378" extrusionOk="0">
                  <a:moveTo>
                    <a:pt x="1" y="1"/>
                  </a:moveTo>
                  <a:cubicBezTo>
                    <a:pt x="485" y="1874"/>
                    <a:pt x="2565" y="3377"/>
                    <a:pt x="4873" y="3377"/>
                  </a:cubicBezTo>
                  <a:cubicBezTo>
                    <a:pt x="6249" y="3377"/>
                    <a:pt x="7705" y="2844"/>
                    <a:pt x="8954" y="1537"/>
                  </a:cubicBezTo>
                  <a:lnTo>
                    <a:pt x="764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8" name="Google Shape;3428;p37"/>
            <p:cNvSpPr/>
            <p:nvPr/>
          </p:nvSpPr>
          <p:spPr>
            <a:xfrm>
              <a:off x="2649683" y="4533413"/>
              <a:ext cx="474928" cy="92877"/>
            </a:xfrm>
            <a:custGeom>
              <a:avLst/>
              <a:gdLst/>
              <a:ahLst/>
              <a:cxnLst/>
              <a:rect l="l" t="t" r="r" b="b"/>
              <a:pathLst>
                <a:path w="11669" h="2282" extrusionOk="0">
                  <a:moveTo>
                    <a:pt x="0" y="1"/>
                  </a:moveTo>
                  <a:cubicBezTo>
                    <a:pt x="0" y="1"/>
                    <a:pt x="429" y="1084"/>
                    <a:pt x="1834" y="1287"/>
                  </a:cubicBezTo>
                  <a:cubicBezTo>
                    <a:pt x="1834" y="1287"/>
                    <a:pt x="2152" y="2282"/>
                    <a:pt x="5073" y="2282"/>
                  </a:cubicBezTo>
                  <a:cubicBezTo>
                    <a:pt x="5299" y="2282"/>
                    <a:pt x="5540" y="2276"/>
                    <a:pt x="5798" y="2263"/>
                  </a:cubicBezTo>
                  <a:cubicBezTo>
                    <a:pt x="7549" y="2180"/>
                    <a:pt x="7977" y="2096"/>
                    <a:pt x="9180" y="1442"/>
                  </a:cubicBezTo>
                  <a:cubicBezTo>
                    <a:pt x="11668" y="1132"/>
                    <a:pt x="11001" y="1"/>
                    <a:pt x="110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9" name="Google Shape;3429;p37"/>
            <p:cNvSpPr/>
            <p:nvPr/>
          </p:nvSpPr>
          <p:spPr>
            <a:xfrm>
              <a:off x="2043946" y="2952235"/>
              <a:ext cx="11640" cy="45625"/>
            </a:xfrm>
            <a:custGeom>
              <a:avLst/>
              <a:gdLst/>
              <a:ahLst/>
              <a:cxnLst/>
              <a:rect l="l" t="t" r="r" b="b"/>
              <a:pathLst>
                <a:path w="286" h="1121" fill="none" extrusionOk="0">
                  <a:moveTo>
                    <a:pt x="286" y="1120"/>
                  </a:moveTo>
                  <a:lnTo>
                    <a:pt x="0" y="1"/>
                  </a:lnTo>
                </a:path>
              </a:pathLst>
            </a:custGeom>
            <a:noFill/>
            <a:ln w="7450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0" name="Google Shape;3430;p37"/>
            <p:cNvSpPr/>
            <p:nvPr/>
          </p:nvSpPr>
          <p:spPr>
            <a:xfrm>
              <a:off x="1964459" y="3547873"/>
              <a:ext cx="589784" cy="661416"/>
            </a:xfrm>
            <a:custGeom>
              <a:avLst/>
              <a:gdLst/>
              <a:ahLst/>
              <a:cxnLst/>
              <a:rect l="l" t="t" r="r" b="b"/>
              <a:pathLst>
                <a:path w="14491" h="16251" extrusionOk="0">
                  <a:moveTo>
                    <a:pt x="7267" y="0"/>
                  </a:moveTo>
                  <a:cubicBezTo>
                    <a:pt x="7222" y="0"/>
                    <a:pt x="7177" y="12"/>
                    <a:pt x="7132" y="34"/>
                  </a:cubicBezTo>
                  <a:cubicBezTo>
                    <a:pt x="4947" y="1375"/>
                    <a:pt x="2774" y="1583"/>
                    <a:pt x="1592" y="1583"/>
                  </a:cubicBezTo>
                  <a:cubicBezTo>
                    <a:pt x="1557" y="1583"/>
                    <a:pt x="1522" y="1583"/>
                    <a:pt x="1489" y="1582"/>
                  </a:cubicBezTo>
                  <a:cubicBezTo>
                    <a:pt x="894" y="1558"/>
                    <a:pt x="524" y="1499"/>
                    <a:pt x="524" y="1499"/>
                  </a:cubicBezTo>
                  <a:cubicBezTo>
                    <a:pt x="508" y="1496"/>
                    <a:pt x="491" y="1495"/>
                    <a:pt x="474" y="1495"/>
                  </a:cubicBezTo>
                  <a:cubicBezTo>
                    <a:pt x="420" y="1495"/>
                    <a:pt x="368" y="1510"/>
                    <a:pt x="322" y="1546"/>
                  </a:cubicBezTo>
                  <a:cubicBezTo>
                    <a:pt x="263" y="1594"/>
                    <a:pt x="227" y="1666"/>
                    <a:pt x="227" y="1725"/>
                  </a:cubicBezTo>
                  <a:cubicBezTo>
                    <a:pt x="227" y="1773"/>
                    <a:pt x="1" y="6535"/>
                    <a:pt x="2680" y="11417"/>
                  </a:cubicBezTo>
                  <a:cubicBezTo>
                    <a:pt x="3513" y="12953"/>
                    <a:pt x="4846" y="14429"/>
                    <a:pt x="6942" y="16191"/>
                  </a:cubicBezTo>
                  <a:cubicBezTo>
                    <a:pt x="6990" y="16239"/>
                    <a:pt x="7049" y="16251"/>
                    <a:pt x="7109" y="16251"/>
                  </a:cubicBezTo>
                  <a:cubicBezTo>
                    <a:pt x="7168" y="16251"/>
                    <a:pt x="7204" y="16239"/>
                    <a:pt x="7263" y="16191"/>
                  </a:cubicBezTo>
                  <a:cubicBezTo>
                    <a:pt x="9276" y="14679"/>
                    <a:pt x="10692" y="13203"/>
                    <a:pt x="11585" y="11702"/>
                  </a:cubicBezTo>
                  <a:cubicBezTo>
                    <a:pt x="14431" y="6940"/>
                    <a:pt x="14491" y="2058"/>
                    <a:pt x="14491" y="1999"/>
                  </a:cubicBezTo>
                  <a:cubicBezTo>
                    <a:pt x="14491" y="1927"/>
                    <a:pt x="14455" y="1844"/>
                    <a:pt x="14395" y="1808"/>
                  </a:cubicBezTo>
                  <a:cubicBezTo>
                    <a:pt x="14349" y="1771"/>
                    <a:pt x="14302" y="1741"/>
                    <a:pt x="14250" y="1741"/>
                  </a:cubicBezTo>
                  <a:cubicBezTo>
                    <a:pt x="14236" y="1741"/>
                    <a:pt x="14220" y="1744"/>
                    <a:pt x="14205" y="1749"/>
                  </a:cubicBezTo>
                  <a:cubicBezTo>
                    <a:pt x="14205" y="1749"/>
                    <a:pt x="13776" y="1785"/>
                    <a:pt x="13121" y="1785"/>
                  </a:cubicBezTo>
                  <a:cubicBezTo>
                    <a:pt x="11871" y="1773"/>
                    <a:pt x="9454" y="1511"/>
                    <a:pt x="7418" y="46"/>
                  </a:cubicBezTo>
                  <a:cubicBezTo>
                    <a:pt x="7368" y="15"/>
                    <a:pt x="7318" y="0"/>
                    <a:pt x="72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1" name="Google Shape;3431;p37"/>
            <p:cNvSpPr/>
            <p:nvPr/>
          </p:nvSpPr>
          <p:spPr>
            <a:xfrm>
              <a:off x="2223718" y="3729027"/>
              <a:ext cx="79528" cy="306797"/>
            </a:xfrm>
            <a:custGeom>
              <a:avLst/>
              <a:gdLst/>
              <a:ahLst/>
              <a:cxnLst/>
              <a:rect l="l" t="t" r="r" b="b"/>
              <a:pathLst>
                <a:path w="1954" h="7538" extrusionOk="0">
                  <a:moveTo>
                    <a:pt x="120" y="1"/>
                  </a:moveTo>
                  <a:lnTo>
                    <a:pt x="477" y="4799"/>
                  </a:lnTo>
                  <a:lnTo>
                    <a:pt x="1548" y="4799"/>
                  </a:lnTo>
                  <a:lnTo>
                    <a:pt x="1905" y="1"/>
                  </a:lnTo>
                  <a:close/>
                  <a:moveTo>
                    <a:pt x="1001" y="5585"/>
                  </a:moveTo>
                  <a:cubicBezTo>
                    <a:pt x="453" y="5585"/>
                    <a:pt x="0" y="6025"/>
                    <a:pt x="0" y="6537"/>
                  </a:cubicBezTo>
                  <a:cubicBezTo>
                    <a:pt x="0" y="7078"/>
                    <a:pt x="430" y="7537"/>
                    <a:pt x="980" y="7537"/>
                  </a:cubicBezTo>
                  <a:cubicBezTo>
                    <a:pt x="987" y="7537"/>
                    <a:pt x="994" y="7537"/>
                    <a:pt x="1001" y="7537"/>
                  </a:cubicBezTo>
                  <a:cubicBezTo>
                    <a:pt x="1524" y="7537"/>
                    <a:pt x="1953" y="7085"/>
                    <a:pt x="1953" y="6537"/>
                  </a:cubicBezTo>
                  <a:cubicBezTo>
                    <a:pt x="1953" y="6025"/>
                    <a:pt x="1524" y="5585"/>
                    <a:pt x="1001" y="5585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2" name="Google Shape;3432;p37"/>
            <p:cNvSpPr/>
            <p:nvPr/>
          </p:nvSpPr>
          <p:spPr>
            <a:xfrm>
              <a:off x="2632711" y="2657611"/>
              <a:ext cx="401750" cy="366422"/>
            </a:xfrm>
            <a:custGeom>
              <a:avLst/>
              <a:gdLst/>
              <a:ahLst/>
              <a:cxnLst/>
              <a:rect l="l" t="t" r="r" b="b"/>
              <a:pathLst>
                <a:path w="9871" h="9003" extrusionOk="0">
                  <a:moveTo>
                    <a:pt x="7620" y="1"/>
                  </a:moveTo>
                  <a:cubicBezTo>
                    <a:pt x="6382" y="1"/>
                    <a:pt x="5394" y="1001"/>
                    <a:pt x="5394" y="2227"/>
                  </a:cubicBezTo>
                  <a:cubicBezTo>
                    <a:pt x="5394" y="2739"/>
                    <a:pt x="5572" y="3216"/>
                    <a:pt x="5846" y="3585"/>
                  </a:cubicBezTo>
                  <a:lnTo>
                    <a:pt x="2334" y="6621"/>
                  </a:lnTo>
                  <a:cubicBezTo>
                    <a:pt x="2084" y="6383"/>
                    <a:pt x="1762" y="6228"/>
                    <a:pt x="1381" y="6228"/>
                  </a:cubicBezTo>
                  <a:cubicBezTo>
                    <a:pt x="631" y="6228"/>
                    <a:pt x="0" y="6859"/>
                    <a:pt x="0" y="7621"/>
                  </a:cubicBezTo>
                  <a:cubicBezTo>
                    <a:pt x="0" y="8371"/>
                    <a:pt x="631" y="9002"/>
                    <a:pt x="1381" y="9002"/>
                  </a:cubicBezTo>
                  <a:cubicBezTo>
                    <a:pt x="2143" y="9002"/>
                    <a:pt x="2774" y="8371"/>
                    <a:pt x="2774" y="7621"/>
                  </a:cubicBezTo>
                  <a:cubicBezTo>
                    <a:pt x="2774" y="7323"/>
                    <a:pt x="2667" y="7038"/>
                    <a:pt x="2513" y="6811"/>
                  </a:cubicBezTo>
                  <a:lnTo>
                    <a:pt x="6025" y="3775"/>
                  </a:lnTo>
                  <a:cubicBezTo>
                    <a:pt x="6430" y="4192"/>
                    <a:pt x="7001" y="4466"/>
                    <a:pt x="7632" y="4466"/>
                  </a:cubicBezTo>
                  <a:cubicBezTo>
                    <a:pt x="8870" y="4466"/>
                    <a:pt x="9871" y="3466"/>
                    <a:pt x="9871" y="2227"/>
                  </a:cubicBezTo>
                  <a:cubicBezTo>
                    <a:pt x="9835" y="1001"/>
                    <a:pt x="8847" y="1"/>
                    <a:pt x="76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3" name="Google Shape;3433;p37"/>
            <p:cNvSpPr/>
            <p:nvPr/>
          </p:nvSpPr>
          <p:spPr>
            <a:xfrm>
              <a:off x="2264418" y="4879399"/>
              <a:ext cx="914936" cy="109564"/>
            </a:xfrm>
            <a:custGeom>
              <a:avLst/>
              <a:gdLst/>
              <a:ahLst/>
              <a:cxnLst/>
              <a:rect l="l" t="t" r="r" b="b"/>
              <a:pathLst>
                <a:path w="22480" h="2692" extrusionOk="0">
                  <a:moveTo>
                    <a:pt x="1" y="1"/>
                  </a:moveTo>
                  <a:lnTo>
                    <a:pt x="1" y="2692"/>
                  </a:lnTo>
                  <a:lnTo>
                    <a:pt x="22480" y="2692"/>
                  </a:lnTo>
                  <a:lnTo>
                    <a:pt x="22480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4" name="Google Shape;3434;p37"/>
            <p:cNvSpPr/>
            <p:nvPr/>
          </p:nvSpPr>
          <p:spPr>
            <a:xfrm>
              <a:off x="2434014" y="5036907"/>
              <a:ext cx="745828" cy="54294"/>
            </a:xfrm>
            <a:custGeom>
              <a:avLst/>
              <a:gdLst/>
              <a:ahLst/>
              <a:cxnLst/>
              <a:rect l="l" t="t" r="r" b="b"/>
              <a:pathLst>
                <a:path w="18325" h="1334" extrusionOk="0">
                  <a:moveTo>
                    <a:pt x="1" y="1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5" name="Google Shape;3435;p37"/>
            <p:cNvSpPr/>
            <p:nvPr/>
          </p:nvSpPr>
          <p:spPr>
            <a:xfrm>
              <a:off x="2434014" y="5126079"/>
              <a:ext cx="745828" cy="54294"/>
            </a:xfrm>
            <a:custGeom>
              <a:avLst/>
              <a:gdLst/>
              <a:ahLst/>
              <a:cxnLst/>
              <a:rect l="l" t="t" r="r" b="b"/>
              <a:pathLst>
                <a:path w="18325" h="1334" extrusionOk="0">
                  <a:moveTo>
                    <a:pt x="1" y="0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6" name="Google Shape;3436;p37"/>
            <p:cNvSpPr/>
            <p:nvPr/>
          </p:nvSpPr>
          <p:spPr>
            <a:xfrm>
              <a:off x="2689895" y="5214764"/>
              <a:ext cx="489947" cy="54782"/>
            </a:xfrm>
            <a:custGeom>
              <a:avLst/>
              <a:gdLst/>
              <a:ahLst/>
              <a:cxnLst/>
              <a:rect l="l" t="t" r="r" b="b"/>
              <a:pathLst>
                <a:path w="12038" h="1346" extrusionOk="0">
                  <a:moveTo>
                    <a:pt x="0" y="0"/>
                  </a:moveTo>
                  <a:lnTo>
                    <a:pt x="0" y="1345"/>
                  </a:lnTo>
                  <a:lnTo>
                    <a:pt x="12037" y="1345"/>
                  </a:lnTo>
                  <a:lnTo>
                    <a:pt x="12037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7" name="Google Shape;3437;p37"/>
            <p:cNvSpPr/>
            <p:nvPr/>
          </p:nvSpPr>
          <p:spPr>
            <a:xfrm>
              <a:off x="2894859" y="2508365"/>
              <a:ext cx="94546" cy="94546"/>
            </a:xfrm>
            <a:custGeom>
              <a:avLst/>
              <a:gdLst/>
              <a:ahLst/>
              <a:cxnLst/>
              <a:rect l="l" t="t" r="r" b="b"/>
              <a:pathLst>
                <a:path w="2323" h="2323" extrusionOk="0">
                  <a:moveTo>
                    <a:pt x="1167" y="1"/>
                  </a:moveTo>
                  <a:cubicBezTo>
                    <a:pt x="524" y="1"/>
                    <a:pt x="1" y="525"/>
                    <a:pt x="1" y="1168"/>
                  </a:cubicBezTo>
                  <a:cubicBezTo>
                    <a:pt x="1" y="1811"/>
                    <a:pt x="524" y="2323"/>
                    <a:pt x="1167" y="2323"/>
                  </a:cubicBezTo>
                  <a:cubicBezTo>
                    <a:pt x="1810" y="2323"/>
                    <a:pt x="2322" y="1811"/>
                    <a:pt x="2322" y="1168"/>
                  </a:cubicBezTo>
                  <a:cubicBezTo>
                    <a:pt x="2322" y="525"/>
                    <a:pt x="1810" y="1"/>
                    <a:pt x="11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8" name="Google Shape;3438;p37"/>
            <p:cNvSpPr/>
            <p:nvPr/>
          </p:nvSpPr>
          <p:spPr>
            <a:xfrm>
              <a:off x="-1006072" y="1271750"/>
              <a:ext cx="486039" cy="429385"/>
            </a:xfrm>
            <a:custGeom>
              <a:avLst/>
              <a:gdLst/>
              <a:ahLst/>
              <a:cxnLst/>
              <a:rect l="l" t="t" r="r" b="b"/>
              <a:pathLst>
                <a:path w="11942" h="10550" extrusionOk="0">
                  <a:moveTo>
                    <a:pt x="7370" y="0"/>
                  </a:moveTo>
                  <a:lnTo>
                    <a:pt x="0" y="10549"/>
                  </a:lnTo>
                  <a:lnTo>
                    <a:pt x="4572" y="10549"/>
                  </a:lnTo>
                  <a:lnTo>
                    <a:pt x="119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9" name="Google Shape;3439;p37"/>
            <p:cNvSpPr/>
            <p:nvPr/>
          </p:nvSpPr>
          <p:spPr>
            <a:xfrm>
              <a:off x="-705666" y="1271750"/>
              <a:ext cx="485592" cy="42938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0" name="Google Shape;3440;p37"/>
            <p:cNvSpPr/>
            <p:nvPr/>
          </p:nvSpPr>
          <p:spPr>
            <a:xfrm>
              <a:off x="-405219" y="1271750"/>
              <a:ext cx="485592" cy="42938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1" name="Google Shape;3441;p37"/>
            <p:cNvSpPr/>
            <p:nvPr/>
          </p:nvSpPr>
          <p:spPr>
            <a:xfrm>
              <a:off x="-105261" y="1271750"/>
              <a:ext cx="486080" cy="429385"/>
            </a:xfrm>
            <a:custGeom>
              <a:avLst/>
              <a:gdLst/>
              <a:ahLst/>
              <a:cxnLst/>
              <a:rect l="l" t="t" r="r" b="b"/>
              <a:pathLst>
                <a:path w="11943" h="10550" extrusionOk="0">
                  <a:moveTo>
                    <a:pt x="7371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2" name="Google Shape;3442;p37"/>
            <p:cNvSpPr/>
            <p:nvPr/>
          </p:nvSpPr>
          <p:spPr>
            <a:xfrm>
              <a:off x="195186" y="1271750"/>
              <a:ext cx="485103" cy="42938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3" name="Google Shape;3443;p37"/>
            <p:cNvSpPr/>
            <p:nvPr/>
          </p:nvSpPr>
          <p:spPr>
            <a:xfrm>
              <a:off x="495633" y="1271750"/>
              <a:ext cx="485103" cy="42938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61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4" name="Google Shape;3444;p37"/>
            <p:cNvSpPr/>
            <p:nvPr/>
          </p:nvSpPr>
          <p:spPr>
            <a:xfrm>
              <a:off x="792702" y="1271750"/>
              <a:ext cx="485103" cy="42938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46" y="0"/>
                  </a:moveTo>
                  <a:lnTo>
                    <a:pt x="0" y="10549"/>
                  </a:lnTo>
                  <a:lnTo>
                    <a:pt x="4560" y="10549"/>
                  </a:lnTo>
                  <a:lnTo>
                    <a:pt x="119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Ellipse 1">
            <a:extLst>
              <a:ext uri="{FF2B5EF4-FFF2-40B4-BE49-F238E27FC236}">
                <a16:creationId xmlns:a16="http://schemas.microsoft.com/office/drawing/2014/main" id="{893AB7A2-4BF9-2186-88A4-66C22C0A57E0}"/>
              </a:ext>
            </a:extLst>
          </p:cNvPr>
          <p:cNvSpPr/>
          <p:nvPr/>
        </p:nvSpPr>
        <p:spPr>
          <a:xfrm>
            <a:off x="7806415" y="-1173019"/>
            <a:ext cx="1844585" cy="1815330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07ADDF19-B848-338E-0A0C-C5B1BAE740E9}"/>
              </a:ext>
            </a:extLst>
          </p:cNvPr>
          <p:cNvSpPr/>
          <p:nvPr/>
        </p:nvSpPr>
        <p:spPr>
          <a:xfrm>
            <a:off x="8573676" y="-247649"/>
            <a:ext cx="2513423" cy="2529450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Google Shape;3368;p37">
            <a:extLst>
              <a:ext uri="{FF2B5EF4-FFF2-40B4-BE49-F238E27FC236}">
                <a16:creationId xmlns:a16="http://schemas.microsoft.com/office/drawing/2014/main" id="{8667F9D9-6F4D-C958-F6F5-25EE663CD001}"/>
              </a:ext>
            </a:extLst>
          </p:cNvPr>
          <p:cNvSpPr/>
          <p:nvPr/>
        </p:nvSpPr>
        <p:spPr>
          <a:xfrm>
            <a:off x="7345226" y="4850875"/>
            <a:ext cx="486039" cy="429385"/>
          </a:xfrm>
          <a:custGeom>
            <a:avLst/>
            <a:gdLst/>
            <a:ahLst/>
            <a:cxnLst/>
            <a:rect l="l" t="t" r="r" b="b"/>
            <a:pathLst>
              <a:path w="11942" h="10550" extrusionOk="0">
                <a:moveTo>
                  <a:pt x="7370" y="0"/>
                </a:moveTo>
                <a:lnTo>
                  <a:pt x="0" y="10549"/>
                </a:lnTo>
                <a:lnTo>
                  <a:pt x="4572" y="10549"/>
                </a:lnTo>
                <a:lnTo>
                  <a:pt x="1194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3369;p37">
            <a:extLst>
              <a:ext uri="{FF2B5EF4-FFF2-40B4-BE49-F238E27FC236}">
                <a16:creationId xmlns:a16="http://schemas.microsoft.com/office/drawing/2014/main" id="{4E3FAA08-9B1D-7DF8-C5C7-6C70ADF93B23}"/>
              </a:ext>
            </a:extLst>
          </p:cNvPr>
          <p:cNvSpPr/>
          <p:nvPr/>
        </p:nvSpPr>
        <p:spPr>
          <a:xfrm>
            <a:off x="7645632" y="4850875"/>
            <a:ext cx="485592" cy="429385"/>
          </a:xfrm>
          <a:custGeom>
            <a:avLst/>
            <a:gdLst/>
            <a:ahLst/>
            <a:cxnLst/>
            <a:rect l="l" t="t" r="r" b="b"/>
            <a:pathLst>
              <a:path w="11931" h="10550" extrusionOk="0">
                <a:moveTo>
                  <a:pt x="7359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3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3370;p37">
            <a:extLst>
              <a:ext uri="{FF2B5EF4-FFF2-40B4-BE49-F238E27FC236}">
                <a16:creationId xmlns:a16="http://schemas.microsoft.com/office/drawing/2014/main" id="{5CCE10BB-4389-D5FA-C4ED-25D6F1B276DC}"/>
              </a:ext>
            </a:extLst>
          </p:cNvPr>
          <p:cNvSpPr/>
          <p:nvPr/>
        </p:nvSpPr>
        <p:spPr>
          <a:xfrm>
            <a:off x="7946079" y="4850875"/>
            <a:ext cx="485592" cy="429385"/>
          </a:xfrm>
          <a:custGeom>
            <a:avLst/>
            <a:gdLst/>
            <a:ahLst/>
            <a:cxnLst/>
            <a:rect l="l" t="t" r="r" b="b"/>
            <a:pathLst>
              <a:path w="11931" h="10550" extrusionOk="0">
                <a:moveTo>
                  <a:pt x="7359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3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3371;p37">
            <a:extLst>
              <a:ext uri="{FF2B5EF4-FFF2-40B4-BE49-F238E27FC236}">
                <a16:creationId xmlns:a16="http://schemas.microsoft.com/office/drawing/2014/main" id="{9FE9890C-53F8-E170-0E9B-8BAF115C7DC0}"/>
              </a:ext>
            </a:extLst>
          </p:cNvPr>
          <p:cNvSpPr/>
          <p:nvPr/>
        </p:nvSpPr>
        <p:spPr>
          <a:xfrm>
            <a:off x="8246037" y="4850875"/>
            <a:ext cx="486080" cy="429385"/>
          </a:xfrm>
          <a:custGeom>
            <a:avLst/>
            <a:gdLst/>
            <a:ahLst/>
            <a:cxnLst/>
            <a:rect l="l" t="t" r="r" b="b"/>
            <a:pathLst>
              <a:path w="11943" h="10550" extrusionOk="0">
                <a:moveTo>
                  <a:pt x="7371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4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3372;p37">
            <a:extLst>
              <a:ext uri="{FF2B5EF4-FFF2-40B4-BE49-F238E27FC236}">
                <a16:creationId xmlns:a16="http://schemas.microsoft.com/office/drawing/2014/main" id="{91417C03-36F0-599C-5B13-F27675B870CE}"/>
              </a:ext>
            </a:extLst>
          </p:cNvPr>
          <p:cNvSpPr/>
          <p:nvPr/>
        </p:nvSpPr>
        <p:spPr>
          <a:xfrm>
            <a:off x="8546484" y="4850875"/>
            <a:ext cx="485103" cy="429385"/>
          </a:xfrm>
          <a:custGeom>
            <a:avLst/>
            <a:gdLst/>
            <a:ahLst/>
            <a:cxnLst/>
            <a:rect l="l" t="t" r="r" b="b"/>
            <a:pathLst>
              <a:path w="11919" h="10550" extrusionOk="0">
                <a:moveTo>
                  <a:pt x="7359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19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3373;p37">
            <a:extLst>
              <a:ext uri="{FF2B5EF4-FFF2-40B4-BE49-F238E27FC236}">
                <a16:creationId xmlns:a16="http://schemas.microsoft.com/office/drawing/2014/main" id="{50789A49-9299-CE95-850B-F8B62965E835}"/>
              </a:ext>
            </a:extLst>
          </p:cNvPr>
          <p:cNvSpPr/>
          <p:nvPr/>
        </p:nvSpPr>
        <p:spPr>
          <a:xfrm>
            <a:off x="8846931" y="4850875"/>
            <a:ext cx="485103" cy="429385"/>
          </a:xfrm>
          <a:custGeom>
            <a:avLst/>
            <a:gdLst/>
            <a:ahLst/>
            <a:cxnLst/>
            <a:rect l="l" t="t" r="r" b="b"/>
            <a:pathLst>
              <a:path w="11919" h="10550" extrusionOk="0">
                <a:moveTo>
                  <a:pt x="7359" y="0"/>
                </a:moveTo>
                <a:lnTo>
                  <a:pt x="1" y="10549"/>
                </a:lnTo>
                <a:lnTo>
                  <a:pt x="4561" y="10549"/>
                </a:lnTo>
                <a:lnTo>
                  <a:pt x="11919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3374;p37">
            <a:extLst>
              <a:ext uri="{FF2B5EF4-FFF2-40B4-BE49-F238E27FC236}">
                <a16:creationId xmlns:a16="http://schemas.microsoft.com/office/drawing/2014/main" id="{F829552C-7726-2DC9-6AD3-9CCD8131F2B8}"/>
              </a:ext>
            </a:extLst>
          </p:cNvPr>
          <p:cNvSpPr/>
          <p:nvPr/>
        </p:nvSpPr>
        <p:spPr>
          <a:xfrm>
            <a:off x="9144000" y="4850875"/>
            <a:ext cx="485103" cy="429385"/>
          </a:xfrm>
          <a:custGeom>
            <a:avLst/>
            <a:gdLst/>
            <a:ahLst/>
            <a:cxnLst/>
            <a:rect l="l" t="t" r="r" b="b"/>
            <a:pathLst>
              <a:path w="11919" h="10550" extrusionOk="0">
                <a:moveTo>
                  <a:pt x="7346" y="0"/>
                </a:moveTo>
                <a:lnTo>
                  <a:pt x="0" y="10549"/>
                </a:lnTo>
                <a:lnTo>
                  <a:pt x="4560" y="10549"/>
                </a:lnTo>
                <a:lnTo>
                  <a:pt x="11918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3438;p37">
            <a:extLst>
              <a:ext uri="{FF2B5EF4-FFF2-40B4-BE49-F238E27FC236}">
                <a16:creationId xmlns:a16="http://schemas.microsoft.com/office/drawing/2014/main" id="{A1D69D76-F528-7019-08EA-497918741FDC}"/>
              </a:ext>
            </a:extLst>
          </p:cNvPr>
          <p:cNvSpPr/>
          <p:nvPr/>
        </p:nvSpPr>
        <p:spPr>
          <a:xfrm>
            <a:off x="5271151" y="4850875"/>
            <a:ext cx="486039" cy="429385"/>
          </a:xfrm>
          <a:custGeom>
            <a:avLst/>
            <a:gdLst/>
            <a:ahLst/>
            <a:cxnLst/>
            <a:rect l="l" t="t" r="r" b="b"/>
            <a:pathLst>
              <a:path w="11942" h="10550" extrusionOk="0">
                <a:moveTo>
                  <a:pt x="7370" y="0"/>
                </a:moveTo>
                <a:lnTo>
                  <a:pt x="0" y="10549"/>
                </a:lnTo>
                <a:lnTo>
                  <a:pt x="4572" y="10549"/>
                </a:lnTo>
                <a:lnTo>
                  <a:pt x="1194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3439;p37">
            <a:extLst>
              <a:ext uri="{FF2B5EF4-FFF2-40B4-BE49-F238E27FC236}">
                <a16:creationId xmlns:a16="http://schemas.microsoft.com/office/drawing/2014/main" id="{09FCF576-F168-29E8-2D60-0505D4BEBF83}"/>
              </a:ext>
            </a:extLst>
          </p:cNvPr>
          <p:cNvSpPr/>
          <p:nvPr/>
        </p:nvSpPr>
        <p:spPr>
          <a:xfrm>
            <a:off x="5571557" y="4850875"/>
            <a:ext cx="485592" cy="429385"/>
          </a:xfrm>
          <a:custGeom>
            <a:avLst/>
            <a:gdLst/>
            <a:ahLst/>
            <a:cxnLst/>
            <a:rect l="l" t="t" r="r" b="b"/>
            <a:pathLst>
              <a:path w="11931" h="10550" extrusionOk="0">
                <a:moveTo>
                  <a:pt x="7359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3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3440;p37">
            <a:extLst>
              <a:ext uri="{FF2B5EF4-FFF2-40B4-BE49-F238E27FC236}">
                <a16:creationId xmlns:a16="http://schemas.microsoft.com/office/drawing/2014/main" id="{F2315F34-B65B-FB47-BC5C-0826D30D5CD0}"/>
              </a:ext>
            </a:extLst>
          </p:cNvPr>
          <p:cNvSpPr/>
          <p:nvPr/>
        </p:nvSpPr>
        <p:spPr>
          <a:xfrm>
            <a:off x="5872004" y="4850875"/>
            <a:ext cx="485592" cy="429385"/>
          </a:xfrm>
          <a:custGeom>
            <a:avLst/>
            <a:gdLst/>
            <a:ahLst/>
            <a:cxnLst/>
            <a:rect l="l" t="t" r="r" b="b"/>
            <a:pathLst>
              <a:path w="11931" h="10550" extrusionOk="0">
                <a:moveTo>
                  <a:pt x="7359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3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3441;p37">
            <a:extLst>
              <a:ext uri="{FF2B5EF4-FFF2-40B4-BE49-F238E27FC236}">
                <a16:creationId xmlns:a16="http://schemas.microsoft.com/office/drawing/2014/main" id="{5F1DE940-1169-89E7-ABB2-326548382D1F}"/>
              </a:ext>
            </a:extLst>
          </p:cNvPr>
          <p:cNvSpPr/>
          <p:nvPr/>
        </p:nvSpPr>
        <p:spPr>
          <a:xfrm>
            <a:off x="6171962" y="4850875"/>
            <a:ext cx="486080" cy="429385"/>
          </a:xfrm>
          <a:custGeom>
            <a:avLst/>
            <a:gdLst/>
            <a:ahLst/>
            <a:cxnLst/>
            <a:rect l="l" t="t" r="r" b="b"/>
            <a:pathLst>
              <a:path w="11943" h="10550" extrusionOk="0">
                <a:moveTo>
                  <a:pt x="7371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4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3442;p37">
            <a:extLst>
              <a:ext uri="{FF2B5EF4-FFF2-40B4-BE49-F238E27FC236}">
                <a16:creationId xmlns:a16="http://schemas.microsoft.com/office/drawing/2014/main" id="{ABB5EFE2-49A8-545A-C296-C67DB30D5C89}"/>
              </a:ext>
            </a:extLst>
          </p:cNvPr>
          <p:cNvSpPr/>
          <p:nvPr/>
        </p:nvSpPr>
        <p:spPr>
          <a:xfrm>
            <a:off x="6472409" y="4850875"/>
            <a:ext cx="485103" cy="429385"/>
          </a:xfrm>
          <a:custGeom>
            <a:avLst/>
            <a:gdLst/>
            <a:ahLst/>
            <a:cxnLst/>
            <a:rect l="l" t="t" r="r" b="b"/>
            <a:pathLst>
              <a:path w="11919" h="10550" extrusionOk="0">
                <a:moveTo>
                  <a:pt x="7359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19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3443;p37">
            <a:extLst>
              <a:ext uri="{FF2B5EF4-FFF2-40B4-BE49-F238E27FC236}">
                <a16:creationId xmlns:a16="http://schemas.microsoft.com/office/drawing/2014/main" id="{33F7FA60-399E-90EC-2B30-3C6FF892FB95}"/>
              </a:ext>
            </a:extLst>
          </p:cNvPr>
          <p:cNvSpPr/>
          <p:nvPr/>
        </p:nvSpPr>
        <p:spPr>
          <a:xfrm>
            <a:off x="6772856" y="4850875"/>
            <a:ext cx="485103" cy="429385"/>
          </a:xfrm>
          <a:custGeom>
            <a:avLst/>
            <a:gdLst/>
            <a:ahLst/>
            <a:cxnLst/>
            <a:rect l="l" t="t" r="r" b="b"/>
            <a:pathLst>
              <a:path w="11919" h="10550" extrusionOk="0">
                <a:moveTo>
                  <a:pt x="7359" y="0"/>
                </a:moveTo>
                <a:lnTo>
                  <a:pt x="1" y="10549"/>
                </a:lnTo>
                <a:lnTo>
                  <a:pt x="4561" y="10549"/>
                </a:lnTo>
                <a:lnTo>
                  <a:pt x="11919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3444;p37">
            <a:extLst>
              <a:ext uri="{FF2B5EF4-FFF2-40B4-BE49-F238E27FC236}">
                <a16:creationId xmlns:a16="http://schemas.microsoft.com/office/drawing/2014/main" id="{33F5FA52-5E92-76F0-799C-AFDEAF786B1A}"/>
              </a:ext>
            </a:extLst>
          </p:cNvPr>
          <p:cNvSpPr/>
          <p:nvPr/>
        </p:nvSpPr>
        <p:spPr>
          <a:xfrm>
            <a:off x="7069925" y="4850875"/>
            <a:ext cx="485103" cy="429385"/>
          </a:xfrm>
          <a:custGeom>
            <a:avLst/>
            <a:gdLst/>
            <a:ahLst/>
            <a:cxnLst/>
            <a:rect l="l" t="t" r="r" b="b"/>
            <a:pathLst>
              <a:path w="11919" h="10550" extrusionOk="0">
                <a:moveTo>
                  <a:pt x="7346" y="0"/>
                </a:moveTo>
                <a:lnTo>
                  <a:pt x="0" y="10549"/>
                </a:lnTo>
                <a:lnTo>
                  <a:pt x="4560" y="10549"/>
                </a:lnTo>
                <a:lnTo>
                  <a:pt x="11918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8"/>
          <p:cNvSpPr txBox="1">
            <a:spLocks noGrp="1"/>
          </p:cNvSpPr>
          <p:nvPr>
            <p:ph type="title"/>
          </p:nvPr>
        </p:nvSpPr>
        <p:spPr>
          <a:xfrm>
            <a:off x="454705" y="227200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accent6"/>
                </a:solidFill>
              </a:rPr>
              <a:t>Ablauf der Attacke</a:t>
            </a:r>
            <a:endParaRPr dirty="0">
              <a:solidFill>
                <a:schemeClr val="accent6"/>
              </a:solidFill>
            </a:endParaRPr>
          </a:p>
        </p:txBody>
      </p:sp>
      <p:grpSp>
        <p:nvGrpSpPr>
          <p:cNvPr id="295" name="Google Shape;295;p18"/>
          <p:cNvGrpSpPr/>
          <p:nvPr/>
        </p:nvGrpSpPr>
        <p:grpSpPr>
          <a:xfrm>
            <a:off x="2925068" y="2092209"/>
            <a:ext cx="3288881" cy="1876746"/>
            <a:chOff x="2925068" y="2092209"/>
            <a:chExt cx="3288881" cy="1876746"/>
          </a:xfrm>
        </p:grpSpPr>
        <p:sp>
          <p:nvSpPr>
            <p:cNvPr id="296" name="Google Shape;296;p18"/>
            <p:cNvSpPr/>
            <p:nvPr/>
          </p:nvSpPr>
          <p:spPr>
            <a:xfrm>
              <a:off x="3215525" y="2092209"/>
              <a:ext cx="2707966" cy="1691850"/>
            </a:xfrm>
            <a:custGeom>
              <a:avLst/>
              <a:gdLst/>
              <a:ahLst/>
              <a:cxnLst/>
              <a:rect l="l" t="t" r="r" b="b"/>
              <a:pathLst>
                <a:path w="82309" h="51424" extrusionOk="0">
                  <a:moveTo>
                    <a:pt x="2334" y="0"/>
                  </a:moveTo>
                  <a:cubicBezTo>
                    <a:pt x="1036" y="0"/>
                    <a:pt x="0" y="1036"/>
                    <a:pt x="0" y="2334"/>
                  </a:cubicBezTo>
                  <a:lnTo>
                    <a:pt x="0" y="51423"/>
                  </a:lnTo>
                  <a:lnTo>
                    <a:pt x="82308" y="51423"/>
                  </a:lnTo>
                  <a:lnTo>
                    <a:pt x="82308" y="2334"/>
                  </a:lnTo>
                  <a:cubicBezTo>
                    <a:pt x="82308" y="1036"/>
                    <a:pt x="81273" y="0"/>
                    <a:pt x="799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18"/>
            <p:cNvSpPr/>
            <p:nvPr/>
          </p:nvSpPr>
          <p:spPr>
            <a:xfrm>
              <a:off x="3323634" y="2235192"/>
              <a:ext cx="2492537" cy="1468557"/>
            </a:xfrm>
            <a:custGeom>
              <a:avLst/>
              <a:gdLst/>
              <a:ahLst/>
              <a:cxnLst/>
              <a:rect l="l" t="t" r="r" b="b"/>
              <a:pathLst>
                <a:path w="75761" h="44637" extrusionOk="0">
                  <a:moveTo>
                    <a:pt x="1" y="0"/>
                  </a:moveTo>
                  <a:lnTo>
                    <a:pt x="1" y="44637"/>
                  </a:lnTo>
                  <a:lnTo>
                    <a:pt x="75760" y="44637"/>
                  </a:lnTo>
                  <a:lnTo>
                    <a:pt x="7576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18"/>
            <p:cNvSpPr/>
            <p:nvPr/>
          </p:nvSpPr>
          <p:spPr>
            <a:xfrm>
              <a:off x="2925068" y="3784023"/>
              <a:ext cx="3288881" cy="184931"/>
            </a:xfrm>
            <a:custGeom>
              <a:avLst/>
              <a:gdLst/>
              <a:ahLst/>
              <a:cxnLst/>
              <a:rect l="l" t="t" r="r" b="b"/>
              <a:pathLst>
                <a:path w="99966" h="5621" extrusionOk="0">
                  <a:moveTo>
                    <a:pt x="1" y="0"/>
                  </a:moveTo>
                  <a:lnTo>
                    <a:pt x="1" y="2703"/>
                  </a:lnTo>
                  <a:cubicBezTo>
                    <a:pt x="1" y="4310"/>
                    <a:pt x="1311" y="5620"/>
                    <a:pt x="2918" y="5620"/>
                  </a:cubicBezTo>
                  <a:lnTo>
                    <a:pt x="97049" y="5620"/>
                  </a:lnTo>
                  <a:cubicBezTo>
                    <a:pt x="98656" y="5620"/>
                    <a:pt x="99966" y="4310"/>
                    <a:pt x="99966" y="2703"/>
                  </a:cubicBezTo>
                  <a:lnTo>
                    <a:pt x="9996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18"/>
            <p:cNvSpPr/>
            <p:nvPr/>
          </p:nvSpPr>
          <p:spPr>
            <a:xfrm>
              <a:off x="4180924" y="3783234"/>
              <a:ext cx="777592" cy="56062"/>
            </a:xfrm>
            <a:custGeom>
              <a:avLst/>
              <a:gdLst/>
              <a:ahLst/>
              <a:cxnLst/>
              <a:rect l="l" t="t" r="r" b="b"/>
              <a:pathLst>
                <a:path w="23635" h="1704" extrusionOk="0">
                  <a:moveTo>
                    <a:pt x="0" y="1"/>
                  </a:moveTo>
                  <a:lnTo>
                    <a:pt x="0" y="822"/>
                  </a:lnTo>
                  <a:cubicBezTo>
                    <a:pt x="0" y="1310"/>
                    <a:pt x="405" y="1703"/>
                    <a:pt x="881" y="1703"/>
                  </a:cubicBezTo>
                  <a:lnTo>
                    <a:pt x="22753" y="1703"/>
                  </a:lnTo>
                  <a:cubicBezTo>
                    <a:pt x="23229" y="1703"/>
                    <a:pt x="23622" y="1310"/>
                    <a:pt x="23634" y="822"/>
                  </a:cubicBezTo>
                  <a:lnTo>
                    <a:pt x="2363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18"/>
            <p:cNvSpPr/>
            <p:nvPr/>
          </p:nvSpPr>
          <p:spPr>
            <a:xfrm>
              <a:off x="3323059" y="2235192"/>
              <a:ext cx="2492899" cy="1468557"/>
            </a:xfrm>
            <a:custGeom>
              <a:avLst/>
              <a:gdLst/>
              <a:ahLst/>
              <a:cxnLst/>
              <a:rect l="l" t="t" r="r" b="b"/>
              <a:pathLst>
                <a:path w="75772" h="44637" extrusionOk="0">
                  <a:moveTo>
                    <a:pt x="1" y="0"/>
                  </a:moveTo>
                  <a:lnTo>
                    <a:pt x="1" y="44637"/>
                  </a:lnTo>
                  <a:lnTo>
                    <a:pt x="7577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18"/>
            <p:cNvSpPr/>
            <p:nvPr/>
          </p:nvSpPr>
          <p:spPr>
            <a:xfrm>
              <a:off x="4150738" y="2399297"/>
              <a:ext cx="837535" cy="1077278"/>
            </a:xfrm>
            <a:custGeom>
              <a:avLst/>
              <a:gdLst/>
              <a:ahLst/>
              <a:cxnLst/>
              <a:rect l="l" t="t" r="r" b="b"/>
              <a:pathLst>
                <a:path w="25457" h="32744" extrusionOk="0">
                  <a:moveTo>
                    <a:pt x="12728" y="1"/>
                  </a:moveTo>
                  <a:lnTo>
                    <a:pt x="1" y="3775"/>
                  </a:lnTo>
                  <a:lnTo>
                    <a:pt x="1" y="22182"/>
                  </a:lnTo>
                  <a:cubicBezTo>
                    <a:pt x="5156" y="31398"/>
                    <a:pt x="12728" y="32743"/>
                    <a:pt x="12728" y="32743"/>
                  </a:cubicBezTo>
                  <a:cubicBezTo>
                    <a:pt x="12728" y="32743"/>
                    <a:pt x="20301" y="31386"/>
                    <a:pt x="25456" y="22182"/>
                  </a:cubicBezTo>
                  <a:lnTo>
                    <a:pt x="25456" y="3775"/>
                  </a:lnTo>
                  <a:lnTo>
                    <a:pt x="127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18"/>
            <p:cNvSpPr/>
            <p:nvPr/>
          </p:nvSpPr>
          <p:spPr>
            <a:xfrm>
              <a:off x="4176203" y="2431835"/>
              <a:ext cx="786606" cy="1012201"/>
            </a:xfrm>
            <a:custGeom>
              <a:avLst/>
              <a:gdLst/>
              <a:ahLst/>
              <a:cxnLst/>
              <a:rect l="l" t="t" r="r" b="b"/>
              <a:pathLst>
                <a:path w="23909" h="30766" fill="none" extrusionOk="0">
                  <a:moveTo>
                    <a:pt x="11954" y="0"/>
                  </a:moveTo>
                  <a:lnTo>
                    <a:pt x="1" y="3560"/>
                  </a:lnTo>
                  <a:lnTo>
                    <a:pt x="1" y="20860"/>
                  </a:lnTo>
                  <a:cubicBezTo>
                    <a:pt x="4846" y="29504"/>
                    <a:pt x="11954" y="30766"/>
                    <a:pt x="11954" y="30766"/>
                  </a:cubicBezTo>
                  <a:cubicBezTo>
                    <a:pt x="11954" y="30766"/>
                    <a:pt x="19062" y="29504"/>
                    <a:pt x="23908" y="20860"/>
                  </a:cubicBezTo>
                  <a:lnTo>
                    <a:pt x="23908" y="3560"/>
                  </a:lnTo>
                  <a:close/>
                </a:path>
              </a:pathLst>
            </a:custGeom>
            <a:noFill/>
            <a:ln w="7750" cap="flat" cmpd="sng">
              <a:solidFill>
                <a:srgbClr val="FCFCFC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18"/>
            <p:cNvSpPr/>
            <p:nvPr/>
          </p:nvSpPr>
          <p:spPr>
            <a:xfrm>
              <a:off x="4479392" y="2781627"/>
              <a:ext cx="180226" cy="313011"/>
            </a:xfrm>
            <a:custGeom>
              <a:avLst/>
              <a:gdLst/>
              <a:ahLst/>
              <a:cxnLst/>
              <a:rect l="l" t="t" r="r" b="b"/>
              <a:pathLst>
                <a:path w="5478" h="9514" extrusionOk="0">
                  <a:moveTo>
                    <a:pt x="2739" y="0"/>
                  </a:moveTo>
                  <a:cubicBezTo>
                    <a:pt x="1227" y="0"/>
                    <a:pt x="1" y="1239"/>
                    <a:pt x="1" y="2739"/>
                  </a:cubicBezTo>
                  <a:cubicBezTo>
                    <a:pt x="1" y="3810"/>
                    <a:pt x="608" y="4715"/>
                    <a:pt x="1501" y="5180"/>
                  </a:cubicBezTo>
                  <a:lnTo>
                    <a:pt x="1489" y="5180"/>
                  </a:lnTo>
                  <a:lnTo>
                    <a:pt x="310" y="9513"/>
                  </a:lnTo>
                  <a:lnTo>
                    <a:pt x="5168" y="9513"/>
                  </a:lnTo>
                  <a:lnTo>
                    <a:pt x="3978" y="5180"/>
                  </a:lnTo>
                  <a:cubicBezTo>
                    <a:pt x="4871" y="4727"/>
                    <a:pt x="5478" y="3810"/>
                    <a:pt x="5478" y="2739"/>
                  </a:cubicBezTo>
                  <a:cubicBezTo>
                    <a:pt x="5478" y="1215"/>
                    <a:pt x="4251" y="0"/>
                    <a:pt x="273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5" name="Google Shape;305;p18"/>
          <p:cNvSpPr txBox="1"/>
          <p:nvPr/>
        </p:nvSpPr>
        <p:spPr>
          <a:xfrm>
            <a:off x="803152" y="1627974"/>
            <a:ext cx="1606294" cy="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r>
              <a:rPr lang="de-DE" sz="1600" dirty="0">
                <a:latin typeface="Fira Sans" panose="020B0503050000020004" pitchFamily="34" charset="0"/>
              </a:rPr>
              <a:t>Ziel: </a:t>
            </a:r>
            <a:r>
              <a:rPr lang="de-DE" sz="1600" b="1" dirty="0">
                <a:latin typeface="Fira Sans" panose="020B0503050000020004" pitchFamily="34" charset="0"/>
              </a:rPr>
              <a:t>Mailserver</a:t>
            </a:r>
            <a:r>
              <a:rPr lang="de-DE" sz="1600" dirty="0">
                <a:latin typeface="Fira Sans" panose="020B0503050000020004" pitchFamily="34" charset="0"/>
              </a:rPr>
              <a:t> und interne Kommunikation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chemeClr val="dk1"/>
              </a:solidFill>
              <a:latin typeface="Fira Sans" panose="020B0503050000020004" pitchFamily="34" charset="0"/>
              <a:ea typeface="Fira Sans"/>
              <a:cs typeface="Fira Sans"/>
              <a:sym typeface="Fira Sans"/>
            </a:endParaRPr>
          </a:p>
        </p:txBody>
      </p:sp>
      <p:sp>
        <p:nvSpPr>
          <p:cNvPr id="308" name="Google Shape;308;p18"/>
          <p:cNvSpPr txBox="1"/>
          <p:nvPr/>
        </p:nvSpPr>
        <p:spPr>
          <a:xfrm>
            <a:off x="6662524" y="1621685"/>
            <a:ext cx="2105601" cy="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algn="r"/>
            <a:r>
              <a:rPr lang="de-DE" sz="1600" dirty="0">
                <a:latin typeface="Fira Sans" panose="020B0503050000020004" pitchFamily="34" charset="0"/>
              </a:rPr>
              <a:t>Keine Kernsysteme betroffen (z. B. Polizeidatenbanken)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chemeClr val="dk1"/>
              </a:solidFill>
              <a:latin typeface="Fira Sans" panose="020B0503050000020004" pitchFamily="34" charset="0"/>
              <a:ea typeface="Fira Sans"/>
              <a:cs typeface="Fira Sans"/>
              <a:sym typeface="Fira Sans"/>
            </a:endParaRPr>
          </a:p>
        </p:txBody>
      </p:sp>
      <p:sp>
        <p:nvSpPr>
          <p:cNvPr id="311" name="Google Shape;311;p18"/>
          <p:cNvSpPr txBox="1"/>
          <p:nvPr/>
        </p:nvSpPr>
        <p:spPr>
          <a:xfrm>
            <a:off x="928644" y="3884735"/>
            <a:ext cx="1985881" cy="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r>
              <a:rPr lang="de-DE" sz="1600" dirty="0">
                <a:latin typeface="Fira Sans" panose="020B0503050000020004" pitchFamily="34" charset="0"/>
              </a:rPr>
              <a:t>Angreifer verschafften sich unbefugten Zugriff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chemeClr val="dk1"/>
              </a:solidFill>
              <a:latin typeface="Fira Sans" panose="020B0503050000020004" pitchFamily="34" charset="0"/>
              <a:ea typeface="Fira Sans"/>
              <a:cs typeface="Fira Sans"/>
              <a:sym typeface="Fira Sans"/>
            </a:endParaRPr>
          </a:p>
        </p:txBody>
      </p:sp>
      <p:sp>
        <p:nvSpPr>
          <p:cNvPr id="314" name="Google Shape;314;p18"/>
          <p:cNvSpPr txBox="1"/>
          <p:nvPr/>
        </p:nvSpPr>
        <p:spPr>
          <a:xfrm>
            <a:off x="6888890" y="3683765"/>
            <a:ext cx="1813106" cy="40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algn="r"/>
            <a:r>
              <a:rPr lang="de-DE" sz="1600" dirty="0">
                <a:latin typeface="Fira Sans" panose="020B0503050000020004" pitchFamily="34" charset="0"/>
              </a:rPr>
              <a:t>Fokus auf Büro-IT und E-Mail-Kommunikation</a:t>
            </a:r>
          </a:p>
        </p:txBody>
      </p:sp>
      <p:grpSp>
        <p:nvGrpSpPr>
          <p:cNvPr id="322" name="Google Shape;322;p18"/>
          <p:cNvGrpSpPr/>
          <p:nvPr/>
        </p:nvGrpSpPr>
        <p:grpSpPr>
          <a:xfrm>
            <a:off x="5761500" y="1513268"/>
            <a:ext cx="1556633" cy="630532"/>
            <a:chOff x="5761500" y="1513268"/>
            <a:chExt cx="1556633" cy="630532"/>
          </a:xfrm>
        </p:grpSpPr>
        <p:sp>
          <p:nvSpPr>
            <p:cNvPr id="325" name="Google Shape;325;p18"/>
            <p:cNvSpPr/>
            <p:nvPr/>
          </p:nvSpPr>
          <p:spPr>
            <a:xfrm>
              <a:off x="6919352" y="1513268"/>
              <a:ext cx="398781" cy="230728"/>
            </a:xfrm>
            <a:custGeom>
              <a:avLst/>
              <a:gdLst/>
              <a:ahLst/>
              <a:cxnLst/>
              <a:rect l="l" t="t" r="r" b="b"/>
              <a:pathLst>
                <a:path w="12121" h="7013" fill="none" extrusionOk="0">
                  <a:moveTo>
                    <a:pt x="5001" y="7013"/>
                  </a:moveTo>
                  <a:lnTo>
                    <a:pt x="2262" y="7013"/>
                  </a:lnTo>
                  <a:cubicBezTo>
                    <a:pt x="1119" y="7013"/>
                    <a:pt x="0" y="6060"/>
                    <a:pt x="0" y="4870"/>
                  </a:cubicBezTo>
                  <a:cubicBezTo>
                    <a:pt x="0" y="3774"/>
                    <a:pt x="810" y="2786"/>
                    <a:pt x="1941" y="2786"/>
                  </a:cubicBezTo>
                  <a:cubicBezTo>
                    <a:pt x="2262" y="2786"/>
                    <a:pt x="2572" y="2881"/>
                    <a:pt x="2858" y="3012"/>
                  </a:cubicBezTo>
                  <a:cubicBezTo>
                    <a:pt x="2858" y="2941"/>
                    <a:pt x="2846" y="2858"/>
                    <a:pt x="2846" y="2786"/>
                  </a:cubicBezTo>
                  <a:cubicBezTo>
                    <a:pt x="2846" y="1238"/>
                    <a:pt x="4096" y="0"/>
                    <a:pt x="5632" y="0"/>
                  </a:cubicBezTo>
                  <a:cubicBezTo>
                    <a:pt x="6941" y="0"/>
                    <a:pt x="8037" y="917"/>
                    <a:pt x="8334" y="2131"/>
                  </a:cubicBezTo>
                  <a:cubicBezTo>
                    <a:pt x="8704" y="1881"/>
                    <a:pt x="9168" y="1726"/>
                    <a:pt x="9644" y="1726"/>
                  </a:cubicBezTo>
                  <a:cubicBezTo>
                    <a:pt x="10359" y="1726"/>
                    <a:pt x="11049" y="2060"/>
                    <a:pt x="11490" y="2619"/>
                  </a:cubicBezTo>
                  <a:cubicBezTo>
                    <a:pt x="11823" y="3036"/>
                    <a:pt x="12002" y="3560"/>
                    <a:pt x="12025" y="4096"/>
                  </a:cubicBezTo>
                  <a:cubicBezTo>
                    <a:pt x="12121" y="5513"/>
                    <a:pt x="11252" y="7013"/>
                    <a:pt x="9739" y="7013"/>
                  </a:cubicBezTo>
                  <a:lnTo>
                    <a:pt x="7072" y="7013"/>
                  </a:lnTo>
                  <a:lnTo>
                    <a:pt x="7072" y="7013"/>
                  </a:lnTo>
                  <a:lnTo>
                    <a:pt x="7072" y="5060"/>
                  </a:lnTo>
                  <a:lnTo>
                    <a:pt x="7751" y="5060"/>
                  </a:lnTo>
                  <a:lnTo>
                    <a:pt x="6037" y="3155"/>
                  </a:lnTo>
                  <a:lnTo>
                    <a:pt x="4334" y="5060"/>
                  </a:lnTo>
                  <a:lnTo>
                    <a:pt x="5013" y="5060"/>
                  </a:lnTo>
                  <a:lnTo>
                    <a:pt x="5013" y="7013"/>
                  </a:lnTo>
                </a:path>
              </a:pathLst>
            </a:custGeom>
            <a:solidFill>
              <a:schemeClr val="accent5"/>
            </a:solidFill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26" name="Google Shape;326;p18"/>
            <p:cNvCxnSpPr/>
            <p:nvPr/>
          </p:nvCxnSpPr>
          <p:spPr>
            <a:xfrm rot="10800000" flipH="1">
              <a:off x="5761500" y="1639500"/>
              <a:ext cx="980700" cy="504300"/>
            </a:xfrm>
            <a:prstGeom prst="curvedConnector3">
              <a:avLst>
                <a:gd name="adj1" fmla="val 50000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  <p:grpSp>
        <p:nvGrpSpPr>
          <p:cNvPr id="327" name="Google Shape;327;p18"/>
          <p:cNvGrpSpPr/>
          <p:nvPr/>
        </p:nvGrpSpPr>
        <p:grpSpPr>
          <a:xfrm>
            <a:off x="1897623" y="1477210"/>
            <a:ext cx="1476352" cy="666590"/>
            <a:chOff x="1897623" y="1477210"/>
            <a:chExt cx="1476352" cy="666590"/>
          </a:xfrm>
        </p:grpSpPr>
        <p:grpSp>
          <p:nvGrpSpPr>
            <p:cNvPr id="328" name="Google Shape;328;p18"/>
            <p:cNvGrpSpPr/>
            <p:nvPr/>
          </p:nvGrpSpPr>
          <p:grpSpPr>
            <a:xfrm>
              <a:off x="1897623" y="1477210"/>
              <a:ext cx="248395" cy="302449"/>
              <a:chOff x="2202423" y="1477210"/>
              <a:chExt cx="248395" cy="302449"/>
            </a:xfrm>
          </p:grpSpPr>
          <p:sp>
            <p:nvSpPr>
              <p:cNvPr id="330" name="Google Shape;330;p18"/>
              <p:cNvSpPr/>
              <p:nvPr/>
            </p:nvSpPr>
            <p:spPr>
              <a:xfrm>
                <a:off x="2202423" y="1609599"/>
                <a:ext cx="248395" cy="170060"/>
              </a:xfrm>
              <a:custGeom>
                <a:avLst/>
                <a:gdLst/>
                <a:ahLst/>
                <a:cxnLst/>
                <a:rect l="l" t="t" r="r" b="b"/>
                <a:pathLst>
                  <a:path w="7550" h="5169" fill="none" extrusionOk="0">
                    <a:moveTo>
                      <a:pt x="7049" y="5168"/>
                    </a:moveTo>
                    <a:lnTo>
                      <a:pt x="489" y="5168"/>
                    </a:lnTo>
                    <a:cubicBezTo>
                      <a:pt x="215" y="5168"/>
                      <a:pt x="1" y="4954"/>
                      <a:pt x="1" y="4680"/>
                    </a:cubicBezTo>
                    <a:lnTo>
                      <a:pt x="1" y="501"/>
                    </a:lnTo>
                    <a:cubicBezTo>
                      <a:pt x="1" y="227"/>
                      <a:pt x="215" y="1"/>
                      <a:pt x="489" y="1"/>
                    </a:cubicBezTo>
                    <a:lnTo>
                      <a:pt x="7049" y="1"/>
                    </a:lnTo>
                    <a:cubicBezTo>
                      <a:pt x="7323" y="1"/>
                      <a:pt x="7549" y="227"/>
                      <a:pt x="7549" y="501"/>
                    </a:cubicBezTo>
                    <a:lnTo>
                      <a:pt x="7549" y="4680"/>
                    </a:lnTo>
                    <a:cubicBezTo>
                      <a:pt x="7549" y="4966"/>
                      <a:pt x="7323" y="5168"/>
                      <a:pt x="7049" y="5168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Google Shape;331;p18"/>
              <p:cNvSpPr/>
              <p:nvPr/>
            </p:nvSpPr>
            <p:spPr>
              <a:xfrm>
                <a:off x="2243943" y="1477210"/>
                <a:ext cx="164566" cy="133212"/>
              </a:xfrm>
              <a:custGeom>
                <a:avLst/>
                <a:gdLst/>
                <a:ahLst/>
                <a:cxnLst/>
                <a:rect l="l" t="t" r="r" b="b"/>
                <a:pathLst>
                  <a:path w="5002" h="4049" fill="none" extrusionOk="0">
                    <a:moveTo>
                      <a:pt x="5001" y="4049"/>
                    </a:moveTo>
                    <a:lnTo>
                      <a:pt x="5001" y="2501"/>
                    </a:lnTo>
                    <a:cubicBezTo>
                      <a:pt x="5001" y="1120"/>
                      <a:pt x="3882" y="1"/>
                      <a:pt x="2501" y="1"/>
                    </a:cubicBezTo>
                    <a:lnTo>
                      <a:pt x="2501" y="1"/>
                    </a:lnTo>
                    <a:cubicBezTo>
                      <a:pt x="1120" y="1"/>
                      <a:pt x="1" y="1120"/>
                      <a:pt x="1" y="2501"/>
                    </a:cubicBezTo>
                    <a:lnTo>
                      <a:pt x="1" y="4049"/>
                    </a:lnTo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333" name="Google Shape;333;p18"/>
            <p:cNvCxnSpPr/>
            <p:nvPr/>
          </p:nvCxnSpPr>
          <p:spPr>
            <a:xfrm rot="10800000">
              <a:off x="2393275" y="1639500"/>
              <a:ext cx="980700" cy="504300"/>
            </a:xfrm>
            <a:prstGeom prst="curvedConnector3">
              <a:avLst>
                <a:gd name="adj1" fmla="val 50000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  <p:grpSp>
        <p:nvGrpSpPr>
          <p:cNvPr id="334" name="Google Shape;334;p18"/>
          <p:cNvGrpSpPr/>
          <p:nvPr/>
        </p:nvGrpSpPr>
        <p:grpSpPr>
          <a:xfrm>
            <a:off x="5899417" y="3123545"/>
            <a:ext cx="1456749" cy="659640"/>
            <a:chOff x="5761500" y="3839300"/>
            <a:chExt cx="1456749" cy="659640"/>
          </a:xfrm>
        </p:grpSpPr>
        <p:grpSp>
          <p:nvGrpSpPr>
            <p:cNvPr id="335" name="Google Shape;335;p18"/>
            <p:cNvGrpSpPr/>
            <p:nvPr/>
          </p:nvGrpSpPr>
          <p:grpSpPr>
            <a:xfrm>
              <a:off x="7018447" y="4198069"/>
              <a:ext cx="199802" cy="300871"/>
              <a:chOff x="6713647" y="4198069"/>
              <a:chExt cx="199802" cy="300871"/>
            </a:xfrm>
          </p:grpSpPr>
          <p:sp>
            <p:nvSpPr>
              <p:cNvPr id="337" name="Google Shape;337;p18"/>
              <p:cNvSpPr/>
              <p:nvPr/>
            </p:nvSpPr>
            <p:spPr>
              <a:xfrm>
                <a:off x="6713647" y="4198069"/>
                <a:ext cx="199802" cy="300871"/>
              </a:xfrm>
              <a:custGeom>
                <a:avLst/>
                <a:gdLst/>
                <a:ahLst/>
                <a:cxnLst/>
                <a:rect l="l" t="t" r="r" b="b"/>
                <a:pathLst>
                  <a:path w="6073" h="9145" fill="none" extrusionOk="0">
                    <a:moveTo>
                      <a:pt x="0" y="0"/>
                    </a:moveTo>
                    <a:lnTo>
                      <a:pt x="6073" y="0"/>
                    </a:lnTo>
                    <a:lnTo>
                      <a:pt x="6073" y="9144"/>
                    </a:lnTo>
                    <a:lnTo>
                      <a:pt x="0" y="9144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38" name="Google Shape;338;p18"/>
              <p:cNvSpPr/>
              <p:nvPr/>
            </p:nvSpPr>
            <p:spPr>
              <a:xfrm>
                <a:off x="6782572" y="4472653"/>
                <a:ext cx="61161" cy="33"/>
              </a:xfrm>
              <a:custGeom>
                <a:avLst/>
                <a:gdLst/>
                <a:ahLst/>
                <a:cxnLst/>
                <a:rect l="l" t="t" r="r" b="b"/>
                <a:pathLst>
                  <a:path w="1859" h="1" fill="none" extrusionOk="0">
                    <a:moveTo>
                      <a:pt x="1" y="1"/>
                    </a:moveTo>
                    <a:lnTo>
                      <a:pt x="1858" y="1"/>
                    </a:lnTo>
                  </a:path>
                </a:pathLst>
              </a:custGeom>
              <a:solidFill>
                <a:schemeClr val="accent1"/>
              </a:solidFill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Google Shape;339;p18"/>
              <p:cNvSpPr/>
              <p:nvPr/>
            </p:nvSpPr>
            <p:spPr>
              <a:xfrm>
                <a:off x="6771221" y="4272884"/>
                <a:ext cx="83862" cy="98733"/>
              </a:xfrm>
              <a:custGeom>
                <a:avLst/>
                <a:gdLst/>
                <a:ahLst/>
                <a:cxnLst/>
                <a:rect l="l" t="t" r="r" b="b"/>
                <a:pathLst>
                  <a:path w="2549" h="3001" fill="none" extrusionOk="0">
                    <a:moveTo>
                      <a:pt x="1" y="2465"/>
                    </a:moveTo>
                    <a:lnTo>
                      <a:pt x="941" y="3001"/>
                    </a:lnTo>
                    <a:lnTo>
                      <a:pt x="2549" y="0"/>
                    </a:lnTo>
                  </a:path>
                </a:pathLst>
              </a:custGeom>
              <a:solidFill>
                <a:schemeClr val="accent1"/>
              </a:solidFill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340" name="Google Shape;340;p18"/>
            <p:cNvCxnSpPr/>
            <p:nvPr/>
          </p:nvCxnSpPr>
          <p:spPr>
            <a:xfrm>
              <a:off x="5761500" y="3839300"/>
              <a:ext cx="980700" cy="504300"/>
            </a:xfrm>
            <a:prstGeom prst="curvedConnector3">
              <a:avLst>
                <a:gd name="adj1" fmla="val 50000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  <p:grpSp>
        <p:nvGrpSpPr>
          <p:cNvPr id="341" name="Google Shape;341;p18"/>
          <p:cNvGrpSpPr/>
          <p:nvPr/>
        </p:nvGrpSpPr>
        <p:grpSpPr>
          <a:xfrm>
            <a:off x="1738128" y="3123545"/>
            <a:ext cx="1511588" cy="668654"/>
            <a:chOff x="1862387" y="3839300"/>
            <a:chExt cx="1511588" cy="668654"/>
          </a:xfrm>
        </p:grpSpPr>
        <p:grpSp>
          <p:nvGrpSpPr>
            <p:cNvPr id="342" name="Google Shape;342;p18"/>
            <p:cNvGrpSpPr/>
            <p:nvPr/>
          </p:nvGrpSpPr>
          <p:grpSpPr>
            <a:xfrm>
              <a:off x="1862387" y="4189844"/>
              <a:ext cx="318867" cy="318110"/>
              <a:chOff x="2167187" y="4189844"/>
              <a:chExt cx="318867" cy="318110"/>
            </a:xfrm>
          </p:grpSpPr>
          <p:sp>
            <p:nvSpPr>
              <p:cNvPr id="344" name="Google Shape;344;p18"/>
              <p:cNvSpPr/>
              <p:nvPr/>
            </p:nvSpPr>
            <p:spPr>
              <a:xfrm>
                <a:off x="2167582" y="4189844"/>
                <a:ext cx="318472" cy="318110"/>
              </a:xfrm>
              <a:custGeom>
                <a:avLst/>
                <a:gdLst/>
                <a:ahLst/>
                <a:cxnLst/>
                <a:rect l="l" t="t" r="r" b="b"/>
                <a:pathLst>
                  <a:path w="9680" h="9669" fill="none" extrusionOk="0">
                    <a:moveTo>
                      <a:pt x="9680" y="4834"/>
                    </a:moveTo>
                    <a:cubicBezTo>
                      <a:pt x="9680" y="7501"/>
                      <a:pt x="7513" y="9668"/>
                      <a:pt x="4834" y="9668"/>
                    </a:cubicBezTo>
                    <a:cubicBezTo>
                      <a:pt x="2167" y="9668"/>
                      <a:pt x="0" y="7501"/>
                      <a:pt x="0" y="4834"/>
                    </a:cubicBezTo>
                    <a:cubicBezTo>
                      <a:pt x="0" y="2167"/>
                      <a:pt x="2167" y="0"/>
                      <a:pt x="4834" y="0"/>
                    </a:cubicBezTo>
                    <a:cubicBezTo>
                      <a:pt x="7513" y="0"/>
                      <a:pt x="9680" y="2167"/>
                      <a:pt x="9680" y="4834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Google Shape;345;p18"/>
              <p:cNvSpPr/>
              <p:nvPr/>
            </p:nvSpPr>
            <p:spPr>
              <a:xfrm>
                <a:off x="2233382" y="4189844"/>
                <a:ext cx="186872" cy="318110"/>
              </a:xfrm>
              <a:custGeom>
                <a:avLst/>
                <a:gdLst/>
                <a:ahLst/>
                <a:cxnLst/>
                <a:rect l="l" t="t" r="r" b="b"/>
                <a:pathLst>
                  <a:path w="5680" h="9669" fill="none" extrusionOk="0">
                    <a:moveTo>
                      <a:pt x="5680" y="4834"/>
                    </a:moveTo>
                    <a:cubicBezTo>
                      <a:pt x="5680" y="7501"/>
                      <a:pt x="4406" y="9668"/>
                      <a:pt x="2834" y="9668"/>
                    </a:cubicBezTo>
                    <a:cubicBezTo>
                      <a:pt x="1262" y="9668"/>
                      <a:pt x="0" y="7501"/>
                      <a:pt x="0" y="4834"/>
                    </a:cubicBezTo>
                    <a:cubicBezTo>
                      <a:pt x="0" y="2167"/>
                      <a:pt x="1262" y="0"/>
                      <a:pt x="2834" y="0"/>
                    </a:cubicBezTo>
                    <a:cubicBezTo>
                      <a:pt x="4406" y="0"/>
                      <a:pt x="5680" y="2167"/>
                      <a:pt x="5680" y="4834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46;p18"/>
              <p:cNvSpPr/>
              <p:nvPr/>
            </p:nvSpPr>
            <p:spPr>
              <a:xfrm>
                <a:off x="2167582" y="4255250"/>
                <a:ext cx="318472" cy="187267"/>
              </a:xfrm>
              <a:custGeom>
                <a:avLst/>
                <a:gdLst/>
                <a:ahLst/>
                <a:cxnLst/>
                <a:rect l="l" t="t" r="r" b="b"/>
                <a:pathLst>
                  <a:path w="9680" h="5692" fill="none" extrusionOk="0">
                    <a:moveTo>
                      <a:pt x="9680" y="2846"/>
                    </a:moveTo>
                    <a:cubicBezTo>
                      <a:pt x="9680" y="4418"/>
                      <a:pt x="7513" y="5692"/>
                      <a:pt x="4834" y="5692"/>
                    </a:cubicBezTo>
                    <a:cubicBezTo>
                      <a:pt x="2167" y="5692"/>
                      <a:pt x="0" y="4418"/>
                      <a:pt x="0" y="2846"/>
                    </a:cubicBezTo>
                    <a:cubicBezTo>
                      <a:pt x="0" y="1275"/>
                      <a:pt x="2167" y="1"/>
                      <a:pt x="4834" y="1"/>
                    </a:cubicBezTo>
                    <a:cubicBezTo>
                      <a:pt x="7513" y="1"/>
                      <a:pt x="9680" y="1275"/>
                      <a:pt x="9680" y="2846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Google Shape;347;p18"/>
              <p:cNvSpPr/>
              <p:nvPr/>
            </p:nvSpPr>
            <p:spPr>
              <a:xfrm>
                <a:off x="2167187" y="4348883"/>
                <a:ext cx="318867" cy="33"/>
              </a:xfrm>
              <a:custGeom>
                <a:avLst/>
                <a:gdLst/>
                <a:ahLst/>
                <a:cxnLst/>
                <a:rect l="l" t="t" r="r" b="b"/>
                <a:pathLst>
                  <a:path w="9692" h="1" fill="none" extrusionOk="0">
                    <a:moveTo>
                      <a:pt x="0" y="0"/>
                    </a:moveTo>
                    <a:lnTo>
                      <a:pt x="9692" y="0"/>
                    </a:lnTo>
                  </a:path>
                </a:pathLst>
              </a:custGeom>
              <a:solidFill>
                <a:schemeClr val="accent4"/>
              </a:solidFill>
              <a:ln w="6850" cap="flat" cmpd="sng">
                <a:solidFill>
                  <a:srgbClr val="FCFCFC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348" name="Google Shape;348;p18"/>
            <p:cNvCxnSpPr/>
            <p:nvPr/>
          </p:nvCxnSpPr>
          <p:spPr>
            <a:xfrm flipH="1">
              <a:off x="2393275" y="3839300"/>
              <a:ext cx="980700" cy="504300"/>
            </a:xfrm>
            <a:prstGeom prst="curvedConnector3">
              <a:avLst>
                <a:gd name="adj1" fmla="val 50000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  <p:sp>
        <p:nvSpPr>
          <p:cNvPr id="4" name="Google Shape;3368;p37">
            <a:extLst>
              <a:ext uri="{FF2B5EF4-FFF2-40B4-BE49-F238E27FC236}">
                <a16:creationId xmlns:a16="http://schemas.microsoft.com/office/drawing/2014/main" id="{89951FE0-D365-4C72-BB90-6EA17509A0B3}"/>
              </a:ext>
            </a:extLst>
          </p:cNvPr>
          <p:cNvSpPr/>
          <p:nvPr/>
        </p:nvSpPr>
        <p:spPr>
          <a:xfrm>
            <a:off x="1332649" y="-257422"/>
            <a:ext cx="486039" cy="429385"/>
          </a:xfrm>
          <a:custGeom>
            <a:avLst/>
            <a:gdLst/>
            <a:ahLst/>
            <a:cxnLst/>
            <a:rect l="l" t="t" r="r" b="b"/>
            <a:pathLst>
              <a:path w="11942" h="10550" extrusionOk="0">
                <a:moveTo>
                  <a:pt x="7370" y="0"/>
                </a:moveTo>
                <a:lnTo>
                  <a:pt x="0" y="10549"/>
                </a:lnTo>
                <a:lnTo>
                  <a:pt x="4572" y="10549"/>
                </a:lnTo>
                <a:lnTo>
                  <a:pt x="1194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3369;p37">
            <a:extLst>
              <a:ext uri="{FF2B5EF4-FFF2-40B4-BE49-F238E27FC236}">
                <a16:creationId xmlns:a16="http://schemas.microsoft.com/office/drawing/2014/main" id="{41C286FD-38A4-0A6D-7C4F-117CCA966E55}"/>
              </a:ext>
            </a:extLst>
          </p:cNvPr>
          <p:cNvSpPr/>
          <p:nvPr/>
        </p:nvSpPr>
        <p:spPr>
          <a:xfrm>
            <a:off x="1633055" y="-257422"/>
            <a:ext cx="485592" cy="429385"/>
          </a:xfrm>
          <a:custGeom>
            <a:avLst/>
            <a:gdLst/>
            <a:ahLst/>
            <a:cxnLst/>
            <a:rect l="l" t="t" r="r" b="b"/>
            <a:pathLst>
              <a:path w="11931" h="10550" extrusionOk="0">
                <a:moveTo>
                  <a:pt x="7359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3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3370;p37">
            <a:extLst>
              <a:ext uri="{FF2B5EF4-FFF2-40B4-BE49-F238E27FC236}">
                <a16:creationId xmlns:a16="http://schemas.microsoft.com/office/drawing/2014/main" id="{5DD4DC53-C649-8F71-EA10-897FD91CD523}"/>
              </a:ext>
            </a:extLst>
          </p:cNvPr>
          <p:cNvSpPr/>
          <p:nvPr/>
        </p:nvSpPr>
        <p:spPr>
          <a:xfrm>
            <a:off x="1933502" y="-257422"/>
            <a:ext cx="485592" cy="429385"/>
          </a:xfrm>
          <a:custGeom>
            <a:avLst/>
            <a:gdLst/>
            <a:ahLst/>
            <a:cxnLst/>
            <a:rect l="l" t="t" r="r" b="b"/>
            <a:pathLst>
              <a:path w="11931" h="10550" extrusionOk="0">
                <a:moveTo>
                  <a:pt x="7359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3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3371;p37">
            <a:extLst>
              <a:ext uri="{FF2B5EF4-FFF2-40B4-BE49-F238E27FC236}">
                <a16:creationId xmlns:a16="http://schemas.microsoft.com/office/drawing/2014/main" id="{DF94F466-ECF5-BEBA-86DF-01A29B74807F}"/>
              </a:ext>
            </a:extLst>
          </p:cNvPr>
          <p:cNvSpPr/>
          <p:nvPr/>
        </p:nvSpPr>
        <p:spPr>
          <a:xfrm>
            <a:off x="2233460" y="-257422"/>
            <a:ext cx="486080" cy="429385"/>
          </a:xfrm>
          <a:custGeom>
            <a:avLst/>
            <a:gdLst/>
            <a:ahLst/>
            <a:cxnLst/>
            <a:rect l="l" t="t" r="r" b="b"/>
            <a:pathLst>
              <a:path w="11943" h="10550" extrusionOk="0">
                <a:moveTo>
                  <a:pt x="7371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4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3372;p37">
            <a:extLst>
              <a:ext uri="{FF2B5EF4-FFF2-40B4-BE49-F238E27FC236}">
                <a16:creationId xmlns:a16="http://schemas.microsoft.com/office/drawing/2014/main" id="{B9B1D827-F0C7-6567-E19D-CC4621C9F40B}"/>
              </a:ext>
            </a:extLst>
          </p:cNvPr>
          <p:cNvSpPr/>
          <p:nvPr/>
        </p:nvSpPr>
        <p:spPr>
          <a:xfrm>
            <a:off x="2533907" y="-257422"/>
            <a:ext cx="485103" cy="429385"/>
          </a:xfrm>
          <a:custGeom>
            <a:avLst/>
            <a:gdLst/>
            <a:ahLst/>
            <a:cxnLst/>
            <a:rect l="l" t="t" r="r" b="b"/>
            <a:pathLst>
              <a:path w="11919" h="10550" extrusionOk="0">
                <a:moveTo>
                  <a:pt x="7359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19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3373;p37">
            <a:extLst>
              <a:ext uri="{FF2B5EF4-FFF2-40B4-BE49-F238E27FC236}">
                <a16:creationId xmlns:a16="http://schemas.microsoft.com/office/drawing/2014/main" id="{2FEA156A-7436-D4E8-1DAD-A61EF80A6FCE}"/>
              </a:ext>
            </a:extLst>
          </p:cNvPr>
          <p:cNvSpPr/>
          <p:nvPr/>
        </p:nvSpPr>
        <p:spPr>
          <a:xfrm>
            <a:off x="2834354" y="-257422"/>
            <a:ext cx="485103" cy="429385"/>
          </a:xfrm>
          <a:custGeom>
            <a:avLst/>
            <a:gdLst/>
            <a:ahLst/>
            <a:cxnLst/>
            <a:rect l="l" t="t" r="r" b="b"/>
            <a:pathLst>
              <a:path w="11919" h="10550" extrusionOk="0">
                <a:moveTo>
                  <a:pt x="7359" y="0"/>
                </a:moveTo>
                <a:lnTo>
                  <a:pt x="1" y="10549"/>
                </a:lnTo>
                <a:lnTo>
                  <a:pt x="4561" y="10549"/>
                </a:lnTo>
                <a:lnTo>
                  <a:pt x="11919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3374;p37">
            <a:extLst>
              <a:ext uri="{FF2B5EF4-FFF2-40B4-BE49-F238E27FC236}">
                <a16:creationId xmlns:a16="http://schemas.microsoft.com/office/drawing/2014/main" id="{4D655CAC-5AC2-76BD-C693-90A369745926}"/>
              </a:ext>
            </a:extLst>
          </p:cNvPr>
          <p:cNvSpPr/>
          <p:nvPr/>
        </p:nvSpPr>
        <p:spPr>
          <a:xfrm>
            <a:off x="3131423" y="-257422"/>
            <a:ext cx="485103" cy="429385"/>
          </a:xfrm>
          <a:custGeom>
            <a:avLst/>
            <a:gdLst/>
            <a:ahLst/>
            <a:cxnLst/>
            <a:rect l="l" t="t" r="r" b="b"/>
            <a:pathLst>
              <a:path w="11919" h="10550" extrusionOk="0">
                <a:moveTo>
                  <a:pt x="7346" y="0"/>
                </a:moveTo>
                <a:lnTo>
                  <a:pt x="0" y="10549"/>
                </a:lnTo>
                <a:lnTo>
                  <a:pt x="4560" y="10549"/>
                </a:lnTo>
                <a:lnTo>
                  <a:pt x="11918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3438;p37">
            <a:extLst>
              <a:ext uri="{FF2B5EF4-FFF2-40B4-BE49-F238E27FC236}">
                <a16:creationId xmlns:a16="http://schemas.microsoft.com/office/drawing/2014/main" id="{D0C53378-8400-BFC5-FCBA-31AB51DBEADC}"/>
              </a:ext>
            </a:extLst>
          </p:cNvPr>
          <p:cNvSpPr/>
          <p:nvPr/>
        </p:nvSpPr>
        <p:spPr>
          <a:xfrm>
            <a:off x="-741426" y="-257422"/>
            <a:ext cx="486039" cy="429385"/>
          </a:xfrm>
          <a:custGeom>
            <a:avLst/>
            <a:gdLst/>
            <a:ahLst/>
            <a:cxnLst/>
            <a:rect l="l" t="t" r="r" b="b"/>
            <a:pathLst>
              <a:path w="11942" h="10550" extrusionOk="0">
                <a:moveTo>
                  <a:pt x="7370" y="0"/>
                </a:moveTo>
                <a:lnTo>
                  <a:pt x="0" y="10549"/>
                </a:lnTo>
                <a:lnTo>
                  <a:pt x="4572" y="10549"/>
                </a:lnTo>
                <a:lnTo>
                  <a:pt x="1194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3439;p37">
            <a:extLst>
              <a:ext uri="{FF2B5EF4-FFF2-40B4-BE49-F238E27FC236}">
                <a16:creationId xmlns:a16="http://schemas.microsoft.com/office/drawing/2014/main" id="{50FB3AFC-8E8E-67D6-2703-A0814AB00B60}"/>
              </a:ext>
            </a:extLst>
          </p:cNvPr>
          <p:cNvSpPr/>
          <p:nvPr/>
        </p:nvSpPr>
        <p:spPr>
          <a:xfrm>
            <a:off x="-441020" y="-257422"/>
            <a:ext cx="485592" cy="429385"/>
          </a:xfrm>
          <a:custGeom>
            <a:avLst/>
            <a:gdLst/>
            <a:ahLst/>
            <a:cxnLst/>
            <a:rect l="l" t="t" r="r" b="b"/>
            <a:pathLst>
              <a:path w="11931" h="10550" extrusionOk="0">
                <a:moveTo>
                  <a:pt x="7359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3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3440;p37">
            <a:extLst>
              <a:ext uri="{FF2B5EF4-FFF2-40B4-BE49-F238E27FC236}">
                <a16:creationId xmlns:a16="http://schemas.microsoft.com/office/drawing/2014/main" id="{C2784A33-F4CF-D994-9661-859E073B240E}"/>
              </a:ext>
            </a:extLst>
          </p:cNvPr>
          <p:cNvSpPr/>
          <p:nvPr/>
        </p:nvSpPr>
        <p:spPr>
          <a:xfrm>
            <a:off x="-140573" y="-257422"/>
            <a:ext cx="485592" cy="429385"/>
          </a:xfrm>
          <a:custGeom>
            <a:avLst/>
            <a:gdLst/>
            <a:ahLst/>
            <a:cxnLst/>
            <a:rect l="l" t="t" r="r" b="b"/>
            <a:pathLst>
              <a:path w="11931" h="10550" extrusionOk="0">
                <a:moveTo>
                  <a:pt x="7359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3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3441;p37">
            <a:extLst>
              <a:ext uri="{FF2B5EF4-FFF2-40B4-BE49-F238E27FC236}">
                <a16:creationId xmlns:a16="http://schemas.microsoft.com/office/drawing/2014/main" id="{4CFC3822-42AE-85CC-7A25-64A9EE4C5298}"/>
              </a:ext>
            </a:extLst>
          </p:cNvPr>
          <p:cNvSpPr/>
          <p:nvPr/>
        </p:nvSpPr>
        <p:spPr>
          <a:xfrm>
            <a:off x="159385" y="-257422"/>
            <a:ext cx="486080" cy="429385"/>
          </a:xfrm>
          <a:custGeom>
            <a:avLst/>
            <a:gdLst/>
            <a:ahLst/>
            <a:cxnLst/>
            <a:rect l="l" t="t" r="r" b="b"/>
            <a:pathLst>
              <a:path w="11943" h="10550" extrusionOk="0">
                <a:moveTo>
                  <a:pt x="7371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4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3442;p37">
            <a:extLst>
              <a:ext uri="{FF2B5EF4-FFF2-40B4-BE49-F238E27FC236}">
                <a16:creationId xmlns:a16="http://schemas.microsoft.com/office/drawing/2014/main" id="{586E88FB-C63A-DD5E-919A-4049A6EF1544}"/>
              </a:ext>
            </a:extLst>
          </p:cNvPr>
          <p:cNvSpPr/>
          <p:nvPr/>
        </p:nvSpPr>
        <p:spPr>
          <a:xfrm>
            <a:off x="459832" y="-257422"/>
            <a:ext cx="485103" cy="429385"/>
          </a:xfrm>
          <a:custGeom>
            <a:avLst/>
            <a:gdLst/>
            <a:ahLst/>
            <a:cxnLst/>
            <a:rect l="l" t="t" r="r" b="b"/>
            <a:pathLst>
              <a:path w="11919" h="10550" extrusionOk="0">
                <a:moveTo>
                  <a:pt x="7359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19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3443;p37">
            <a:extLst>
              <a:ext uri="{FF2B5EF4-FFF2-40B4-BE49-F238E27FC236}">
                <a16:creationId xmlns:a16="http://schemas.microsoft.com/office/drawing/2014/main" id="{523861DC-DFAD-5D44-47DB-7DDE6432BDC2}"/>
              </a:ext>
            </a:extLst>
          </p:cNvPr>
          <p:cNvSpPr/>
          <p:nvPr/>
        </p:nvSpPr>
        <p:spPr>
          <a:xfrm>
            <a:off x="760279" y="-257422"/>
            <a:ext cx="485103" cy="429385"/>
          </a:xfrm>
          <a:custGeom>
            <a:avLst/>
            <a:gdLst/>
            <a:ahLst/>
            <a:cxnLst/>
            <a:rect l="l" t="t" r="r" b="b"/>
            <a:pathLst>
              <a:path w="11919" h="10550" extrusionOk="0">
                <a:moveTo>
                  <a:pt x="7359" y="0"/>
                </a:moveTo>
                <a:lnTo>
                  <a:pt x="1" y="10549"/>
                </a:lnTo>
                <a:lnTo>
                  <a:pt x="4561" y="10549"/>
                </a:lnTo>
                <a:lnTo>
                  <a:pt x="11919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3444;p37">
            <a:extLst>
              <a:ext uri="{FF2B5EF4-FFF2-40B4-BE49-F238E27FC236}">
                <a16:creationId xmlns:a16="http://schemas.microsoft.com/office/drawing/2014/main" id="{CEAD5AB3-B43C-9F5A-26EA-37A0CB986C0C}"/>
              </a:ext>
            </a:extLst>
          </p:cNvPr>
          <p:cNvSpPr/>
          <p:nvPr/>
        </p:nvSpPr>
        <p:spPr>
          <a:xfrm>
            <a:off x="1057348" y="-257422"/>
            <a:ext cx="485103" cy="429385"/>
          </a:xfrm>
          <a:custGeom>
            <a:avLst/>
            <a:gdLst/>
            <a:ahLst/>
            <a:cxnLst/>
            <a:rect l="l" t="t" r="r" b="b"/>
            <a:pathLst>
              <a:path w="11919" h="10550" extrusionOk="0">
                <a:moveTo>
                  <a:pt x="7346" y="0"/>
                </a:moveTo>
                <a:lnTo>
                  <a:pt x="0" y="10549"/>
                </a:lnTo>
                <a:lnTo>
                  <a:pt x="4560" y="10549"/>
                </a:lnTo>
                <a:lnTo>
                  <a:pt x="11918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3368;p37">
            <a:extLst>
              <a:ext uri="{FF2B5EF4-FFF2-40B4-BE49-F238E27FC236}">
                <a16:creationId xmlns:a16="http://schemas.microsoft.com/office/drawing/2014/main" id="{26AC7D85-CFCD-5AE2-0F1E-8ECC6B908F90}"/>
              </a:ext>
            </a:extLst>
          </p:cNvPr>
          <p:cNvSpPr/>
          <p:nvPr/>
        </p:nvSpPr>
        <p:spPr>
          <a:xfrm>
            <a:off x="7102674" y="4914587"/>
            <a:ext cx="486039" cy="429385"/>
          </a:xfrm>
          <a:custGeom>
            <a:avLst/>
            <a:gdLst/>
            <a:ahLst/>
            <a:cxnLst/>
            <a:rect l="l" t="t" r="r" b="b"/>
            <a:pathLst>
              <a:path w="11942" h="10550" extrusionOk="0">
                <a:moveTo>
                  <a:pt x="7370" y="0"/>
                </a:moveTo>
                <a:lnTo>
                  <a:pt x="0" y="10549"/>
                </a:lnTo>
                <a:lnTo>
                  <a:pt x="4572" y="10549"/>
                </a:lnTo>
                <a:lnTo>
                  <a:pt x="1194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3369;p37">
            <a:extLst>
              <a:ext uri="{FF2B5EF4-FFF2-40B4-BE49-F238E27FC236}">
                <a16:creationId xmlns:a16="http://schemas.microsoft.com/office/drawing/2014/main" id="{F829F59D-7092-4BB6-7730-7C3BD759112E}"/>
              </a:ext>
            </a:extLst>
          </p:cNvPr>
          <p:cNvSpPr/>
          <p:nvPr/>
        </p:nvSpPr>
        <p:spPr>
          <a:xfrm>
            <a:off x="7403080" y="4914587"/>
            <a:ext cx="485592" cy="429385"/>
          </a:xfrm>
          <a:custGeom>
            <a:avLst/>
            <a:gdLst/>
            <a:ahLst/>
            <a:cxnLst/>
            <a:rect l="l" t="t" r="r" b="b"/>
            <a:pathLst>
              <a:path w="11931" h="10550" extrusionOk="0">
                <a:moveTo>
                  <a:pt x="7359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3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3370;p37">
            <a:extLst>
              <a:ext uri="{FF2B5EF4-FFF2-40B4-BE49-F238E27FC236}">
                <a16:creationId xmlns:a16="http://schemas.microsoft.com/office/drawing/2014/main" id="{C7DF0592-7046-9801-A8FF-8904E5357CA4}"/>
              </a:ext>
            </a:extLst>
          </p:cNvPr>
          <p:cNvSpPr/>
          <p:nvPr/>
        </p:nvSpPr>
        <p:spPr>
          <a:xfrm>
            <a:off x="7703527" y="4914587"/>
            <a:ext cx="485592" cy="429385"/>
          </a:xfrm>
          <a:custGeom>
            <a:avLst/>
            <a:gdLst/>
            <a:ahLst/>
            <a:cxnLst/>
            <a:rect l="l" t="t" r="r" b="b"/>
            <a:pathLst>
              <a:path w="11931" h="10550" extrusionOk="0">
                <a:moveTo>
                  <a:pt x="7359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3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3371;p37">
            <a:extLst>
              <a:ext uri="{FF2B5EF4-FFF2-40B4-BE49-F238E27FC236}">
                <a16:creationId xmlns:a16="http://schemas.microsoft.com/office/drawing/2014/main" id="{3CB1766C-7EB7-EF98-D61F-B2E2B11EEB3C}"/>
              </a:ext>
            </a:extLst>
          </p:cNvPr>
          <p:cNvSpPr/>
          <p:nvPr/>
        </p:nvSpPr>
        <p:spPr>
          <a:xfrm>
            <a:off x="8003485" y="4914587"/>
            <a:ext cx="486080" cy="429385"/>
          </a:xfrm>
          <a:custGeom>
            <a:avLst/>
            <a:gdLst/>
            <a:ahLst/>
            <a:cxnLst/>
            <a:rect l="l" t="t" r="r" b="b"/>
            <a:pathLst>
              <a:path w="11943" h="10550" extrusionOk="0">
                <a:moveTo>
                  <a:pt x="7371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4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3372;p37">
            <a:extLst>
              <a:ext uri="{FF2B5EF4-FFF2-40B4-BE49-F238E27FC236}">
                <a16:creationId xmlns:a16="http://schemas.microsoft.com/office/drawing/2014/main" id="{5B63458F-B688-3C33-B9AE-299B93DBF904}"/>
              </a:ext>
            </a:extLst>
          </p:cNvPr>
          <p:cNvSpPr/>
          <p:nvPr/>
        </p:nvSpPr>
        <p:spPr>
          <a:xfrm>
            <a:off x="8303932" y="4914587"/>
            <a:ext cx="485103" cy="429385"/>
          </a:xfrm>
          <a:custGeom>
            <a:avLst/>
            <a:gdLst/>
            <a:ahLst/>
            <a:cxnLst/>
            <a:rect l="l" t="t" r="r" b="b"/>
            <a:pathLst>
              <a:path w="11919" h="10550" extrusionOk="0">
                <a:moveTo>
                  <a:pt x="7359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19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3373;p37">
            <a:extLst>
              <a:ext uri="{FF2B5EF4-FFF2-40B4-BE49-F238E27FC236}">
                <a16:creationId xmlns:a16="http://schemas.microsoft.com/office/drawing/2014/main" id="{C817D877-A84A-AA91-CEB4-970B6820B85E}"/>
              </a:ext>
            </a:extLst>
          </p:cNvPr>
          <p:cNvSpPr/>
          <p:nvPr/>
        </p:nvSpPr>
        <p:spPr>
          <a:xfrm>
            <a:off x="8604379" y="4914587"/>
            <a:ext cx="485103" cy="429385"/>
          </a:xfrm>
          <a:custGeom>
            <a:avLst/>
            <a:gdLst/>
            <a:ahLst/>
            <a:cxnLst/>
            <a:rect l="l" t="t" r="r" b="b"/>
            <a:pathLst>
              <a:path w="11919" h="10550" extrusionOk="0">
                <a:moveTo>
                  <a:pt x="7359" y="0"/>
                </a:moveTo>
                <a:lnTo>
                  <a:pt x="1" y="10549"/>
                </a:lnTo>
                <a:lnTo>
                  <a:pt x="4561" y="10549"/>
                </a:lnTo>
                <a:lnTo>
                  <a:pt x="11919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3374;p37">
            <a:extLst>
              <a:ext uri="{FF2B5EF4-FFF2-40B4-BE49-F238E27FC236}">
                <a16:creationId xmlns:a16="http://schemas.microsoft.com/office/drawing/2014/main" id="{2F96AF90-3263-1DB8-A4F0-4E2CCBCC4CA5}"/>
              </a:ext>
            </a:extLst>
          </p:cNvPr>
          <p:cNvSpPr/>
          <p:nvPr/>
        </p:nvSpPr>
        <p:spPr>
          <a:xfrm>
            <a:off x="8901448" y="4914587"/>
            <a:ext cx="485103" cy="429385"/>
          </a:xfrm>
          <a:custGeom>
            <a:avLst/>
            <a:gdLst/>
            <a:ahLst/>
            <a:cxnLst/>
            <a:rect l="l" t="t" r="r" b="b"/>
            <a:pathLst>
              <a:path w="11919" h="10550" extrusionOk="0">
                <a:moveTo>
                  <a:pt x="7346" y="0"/>
                </a:moveTo>
                <a:lnTo>
                  <a:pt x="0" y="10549"/>
                </a:lnTo>
                <a:lnTo>
                  <a:pt x="4560" y="10549"/>
                </a:lnTo>
                <a:lnTo>
                  <a:pt x="11918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3438;p37">
            <a:extLst>
              <a:ext uri="{FF2B5EF4-FFF2-40B4-BE49-F238E27FC236}">
                <a16:creationId xmlns:a16="http://schemas.microsoft.com/office/drawing/2014/main" id="{0D92BA64-143A-631E-CCF2-CB71740230A1}"/>
              </a:ext>
            </a:extLst>
          </p:cNvPr>
          <p:cNvSpPr/>
          <p:nvPr/>
        </p:nvSpPr>
        <p:spPr>
          <a:xfrm>
            <a:off x="5028599" y="4914587"/>
            <a:ext cx="486039" cy="429385"/>
          </a:xfrm>
          <a:custGeom>
            <a:avLst/>
            <a:gdLst/>
            <a:ahLst/>
            <a:cxnLst/>
            <a:rect l="l" t="t" r="r" b="b"/>
            <a:pathLst>
              <a:path w="11942" h="10550" extrusionOk="0">
                <a:moveTo>
                  <a:pt x="7370" y="0"/>
                </a:moveTo>
                <a:lnTo>
                  <a:pt x="0" y="10549"/>
                </a:lnTo>
                <a:lnTo>
                  <a:pt x="4572" y="10549"/>
                </a:lnTo>
                <a:lnTo>
                  <a:pt x="1194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3439;p37">
            <a:extLst>
              <a:ext uri="{FF2B5EF4-FFF2-40B4-BE49-F238E27FC236}">
                <a16:creationId xmlns:a16="http://schemas.microsoft.com/office/drawing/2014/main" id="{A0F5D82D-2224-A795-2A77-2CA28040F8F3}"/>
              </a:ext>
            </a:extLst>
          </p:cNvPr>
          <p:cNvSpPr/>
          <p:nvPr/>
        </p:nvSpPr>
        <p:spPr>
          <a:xfrm>
            <a:off x="5329005" y="4914587"/>
            <a:ext cx="485592" cy="429385"/>
          </a:xfrm>
          <a:custGeom>
            <a:avLst/>
            <a:gdLst/>
            <a:ahLst/>
            <a:cxnLst/>
            <a:rect l="l" t="t" r="r" b="b"/>
            <a:pathLst>
              <a:path w="11931" h="10550" extrusionOk="0">
                <a:moveTo>
                  <a:pt x="7359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3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3440;p37">
            <a:extLst>
              <a:ext uri="{FF2B5EF4-FFF2-40B4-BE49-F238E27FC236}">
                <a16:creationId xmlns:a16="http://schemas.microsoft.com/office/drawing/2014/main" id="{FB48E9CF-3F5E-D259-1B8D-8395F3DBB35A}"/>
              </a:ext>
            </a:extLst>
          </p:cNvPr>
          <p:cNvSpPr/>
          <p:nvPr/>
        </p:nvSpPr>
        <p:spPr>
          <a:xfrm>
            <a:off x="5629452" y="4914587"/>
            <a:ext cx="485592" cy="429385"/>
          </a:xfrm>
          <a:custGeom>
            <a:avLst/>
            <a:gdLst/>
            <a:ahLst/>
            <a:cxnLst/>
            <a:rect l="l" t="t" r="r" b="b"/>
            <a:pathLst>
              <a:path w="11931" h="10550" extrusionOk="0">
                <a:moveTo>
                  <a:pt x="7359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3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3441;p37">
            <a:extLst>
              <a:ext uri="{FF2B5EF4-FFF2-40B4-BE49-F238E27FC236}">
                <a16:creationId xmlns:a16="http://schemas.microsoft.com/office/drawing/2014/main" id="{DBBE7D2A-CA83-E524-51E5-5BB3197BD395}"/>
              </a:ext>
            </a:extLst>
          </p:cNvPr>
          <p:cNvSpPr/>
          <p:nvPr/>
        </p:nvSpPr>
        <p:spPr>
          <a:xfrm>
            <a:off x="5929410" y="4914587"/>
            <a:ext cx="486080" cy="429385"/>
          </a:xfrm>
          <a:custGeom>
            <a:avLst/>
            <a:gdLst/>
            <a:ahLst/>
            <a:cxnLst/>
            <a:rect l="l" t="t" r="r" b="b"/>
            <a:pathLst>
              <a:path w="11943" h="10550" extrusionOk="0">
                <a:moveTo>
                  <a:pt x="7371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4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3442;p37">
            <a:extLst>
              <a:ext uri="{FF2B5EF4-FFF2-40B4-BE49-F238E27FC236}">
                <a16:creationId xmlns:a16="http://schemas.microsoft.com/office/drawing/2014/main" id="{97E347A7-C263-EEE4-93DA-F1F42372C1E6}"/>
              </a:ext>
            </a:extLst>
          </p:cNvPr>
          <p:cNvSpPr/>
          <p:nvPr/>
        </p:nvSpPr>
        <p:spPr>
          <a:xfrm>
            <a:off x="6229857" y="4914587"/>
            <a:ext cx="485103" cy="429385"/>
          </a:xfrm>
          <a:custGeom>
            <a:avLst/>
            <a:gdLst/>
            <a:ahLst/>
            <a:cxnLst/>
            <a:rect l="l" t="t" r="r" b="b"/>
            <a:pathLst>
              <a:path w="11919" h="10550" extrusionOk="0">
                <a:moveTo>
                  <a:pt x="7359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19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443;p37">
            <a:extLst>
              <a:ext uri="{FF2B5EF4-FFF2-40B4-BE49-F238E27FC236}">
                <a16:creationId xmlns:a16="http://schemas.microsoft.com/office/drawing/2014/main" id="{1C7EDCA3-51D0-4F66-345E-6D43903C4216}"/>
              </a:ext>
            </a:extLst>
          </p:cNvPr>
          <p:cNvSpPr/>
          <p:nvPr/>
        </p:nvSpPr>
        <p:spPr>
          <a:xfrm>
            <a:off x="6530304" y="4914587"/>
            <a:ext cx="485103" cy="429385"/>
          </a:xfrm>
          <a:custGeom>
            <a:avLst/>
            <a:gdLst/>
            <a:ahLst/>
            <a:cxnLst/>
            <a:rect l="l" t="t" r="r" b="b"/>
            <a:pathLst>
              <a:path w="11919" h="10550" extrusionOk="0">
                <a:moveTo>
                  <a:pt x="7359" y="0"/>
                </a:moveTo>
                <a:lnTo>
                  <a:pt x="1" y="10549"/>
                </a:lnTo>
                <a:lnTo>
                  <a:pt x="4561" y="10549"/>
                </a:lnTo>
                <a:lnTo>
                  <a:pt x="11919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444;p37">
            <a:extLst>
              <a:ext uri="{FF2B5EF4-FFF2-40B4-BE49-F238E27FC236}">
                <a16:creationId xmlns:a16="http://schemas.microsoft.com/office/drawing/2014/main" id="{5A27B1A0-9BBD-1AD5-E819-9954E3643B48}"/>
              </a:ext>
            </a:extLst>
          </p:cNvPr>
          <p:cNvSpPr/>
          <p:nvPr/>
        </p:nvSpPr>
        <p:spPr>
          <a:xfrm>
            <a:off x="6827373" y="4914587"/>
            <a:ext cx="485103" cy="429385"/>
          </a:xfrm>
          <a:custGeom>
            <a:avLst/>
            <a:gdLst/>
            <a:ahLst/>
            <a:cxnLst/>
            <a:rect l="l" t="t" r="r" b="b"/>
            <a:pathLst>
              <a:path w="11919" h="10550" extrusionOk="0">
                <a:moveTo>
                  <a:pt x="7346" y="0"/>
                </a:moveTo>
                <a:lnTo>
                  <a:pt x="0" y="10549"/>
                </a:lnTo>
                <a:lnTo>
                  <a:pt x="4560" y="10549"/>
                </a:lnTo>
                <a:lnTo>
                  <a:pt x="11918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E310B24D-1149-9D55-C397-90949C30A871}"/>
              </a:ext>
            </a:extLst>
          </p:cNvPr>
          <p:cNvSpPr/>
          <p:nvPr/>
        </p:nvSpPr>
        <p:spPr>
          <a:xfrm>
            <a:off x="8067433" y="-1397775"/>
            <a:ext cx="1869720" cy="1848311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3B0AAC8B-3C24-01BB-6604-6F702BE2AA29}"/>
              </a:ext>
            </a:extLst>
          </p:cNvPr>
          <p:cNvSpPr/>
          <p:nvPr/>
        </p:nvSpPr>
        <p:spPr>
          <a:xfrm>
            <a:off x="8789035" y="-753320"/>
            <a:ext cx="2547672" cy="2575405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5BF8ED51-2D88-62CD-CD7A-6E22A6B474D2}"/>
              </a:ext>
            </a:extLst>
          </p:cNvPr>
          <p:cNvSpPr/>
          <p:nvPr/>
        </p:nvSpPr>
        <p:spPr>
          <a:xfrm>
            <a:off x="-1137981" y="4243183"/>
            <a:ext cx="1985882" cy="2033792"/>
          </a:xfrm>
          <a:prstGeom prst="ellipse">
            <a:avLst/>
          </a:prstGeom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>
          <a:extLst>
            <a:ext uri="{FF2B5EF4-FFF2-40B4-BE49-F238E27FC236}">
              <a16:creationId xmlns:a16="http://schemas.microsoft.com/office/drawing/2014/main" id="{E08F1D33-C39E-592A-852D-1F388A00C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oogle Shape;201;p17">
            <a:extLst>
              <a:ext uri="{FF2B5EF4-FFF2-40B4-BE49-F238E27FC236}">
                <a16:creationId xmlns:a16="http://schemas.microsoft.com/office/drawing/2014/main" id="{7188C091-42E3-CFF6-C06B-AF7EF633738C}"/>
              </a:ext>
            </a:extLst>
          </p:cNvPr>
          <p:cNvGrpSpPr/>
          <p:nvPr/>
        </p:nvGrpSpPr>
        <p:grpSpPr>
          <a:xfrm>
            <a:off x="4822041" y="3157140"/>
            <a:ext cx="2526213" cy="1286112"/>
            <a:chOff x="3588225" y="1484200"/>
            <a:chExt cx="2167325" cy="1087500"/>
          </a:xfrm>
        </p:grpSpPr>
        <p:sp>
          <p:nvSpPr>
            <p:cNvPr id="60" name="Google Shape;202;p17">
              <a:extLst>
                <a:ext uri="{FF2B5EF4-FFF2-40B4-BE49-F238E27FC236}">
                  <a16:creationId xmlns:a16="http://schemas.microsoft.com/office/drawing/2014/main" id="{3B5579DB-D2B9-B391-8FBE-4D913A15A11A}"/>
                </a:ext>
              </a:extLst>
            </p:cNvPr>
            <p:cNvSpPr/>
            <p:nvPr/>
          </p:nvSpPr>
          <p:spPr>
            <a:xfrm>
              <a:off x="3866750" y="1484200"/>
              <a:ext cx="1888800" cy="108750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1" name="Google Shape;203;p17">
              <a:extLst>
                <a:ext uri="{FF2B5EF4-FFF2-40B4-BE49-F238E27FC236}">
                  <a16:creationId xmlns:a16="http://schemas.microsoft.com/office/drawing/2014/main" id="{C7A23741-757B-E5A8-C385-D88290906EE3}"/>
                </a:ext>
              </a:extLst>
            </p:cNvPr>
            <p:cNvGrpSpPr/>
            <p:nvPr/>
          </p:nvGrpSpPr>
          <p:grpSpPr>
            <a:xfrm>
              <a:off x="3588225" y="1674538"/>
              <a:ext cx="220275" cy="414350"/>
              <a:chOff x="3588225" y="1674538"/>
              <a:chExt cx="220275" cy="414350"/>
            </a:xfrm>
          </p:grpSpPr>
          <p:sp>
            <p:nvSpPr>
              <p:cNvPr id="62" name="Google Shape;207;p17">
                <a:extLst>
                  <a:ext uri="{FF2B5EF4-FFF2-40B4-BE49-F238E27FC236}">
                    <a16:creationId xmlns:a16="http://schemas.microsoft.com/office/drawing/2014/main" id="{BCD76A2F-6F49-240B-9BDA-8AFAA04F3A2A}"/>
                  </a:ext>
                </a:extLst>
              </p:cNvPr>
              <p:cNvSpPr/>
              <p:nvPr/>
            </p:nvSpPr>
            <p:spPr>
              <a:xfrm>
                <a:off x="3648650" y="1853138"/>
                <a:ext cx="133375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5335" h="5334" extrusionOk="0">
                    <a:moveTo>
                      <a:pt x="2667" y="0"/>
                    </a:moveTo>
                    <a:cubicBezTo>
                      <a:pt x="1203" y="0"/>
                      <a:pt x="0" y="1191"/>
                      <a:pt x="0" y="2667"/>
                    </a:cubicBezTo>
                    <a:cubicBezTo>
                      <a:pt x="0" y="4143"/>
                      <a:pt x="1203" y="5334"/>
                      <a:pt x="2667" y="5334"/>
                    </a:cubicBezTo>
                    <a:cubicBezTo>
                      <a:pt x="4144" y="5334"/>
                      <a:pt x="5334" y="4143"/>
                      <a:pt x="5334" y="2667"/>
                    </a:cubicBezTo>
                    <a:cubicBezTo>
                      <a:pt x="5334" y="1191"/>
                      <a:pt x="4144" y="0"/>
                      <a:pt x="266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208;p17">
                <a:extLst>
                  <a:ext uri="{FF2B5EF4-FFF2-40B4-BE49-F238E27FC236}">
                    <a16:creationId xmlns:a16="http://schemas.microsoft.com/office/drawing/2014/main" id="{BAD04525-F4A7-D416-92E7-2BA1A8CF8D7C}"/>
                  </a:ext>
                </a:extLst>
              </p:cNvPr>
              <p:cNvSpPr/>
              <p:nvPr/>
            </p:nvSpPr>
            <p:spPr>
              <a:xfrm>
                <a:off x="3622450" y="2010288"/>
                <a:ext cx="186050" cy="78600"/>
              </a:xfrm>
              <a:custGeom>
                <a:avLst/>
                <a:gdLst/>
                <a:ahLst/>
                <a:cxnLst/>
                <a:rect l="l" t="t" r="r" b="b"/>
                <a:pathLst>
                  <a:path w="7442" h="3144" extrusionOk="0">
                    <a:moveTo>
                      <a:pt x="3144" y="0"/>
                    </a:moveTo>
                    <a:cubicBezTo>
                      <a:pt x="1394" y="0"/>
                      <a:pt x="0" y="1417"/>
                      <a:pt x="0" y="3144"/>
                    </a:cubicBezTo>
                    <a:lnTo>
                      <a:pt x="7442" y="3144"/>
                    </a:lnTo>
                    <a:cubicBezTo>
                      <a:pt x="7442" y="1394"/>
                      <a:pt x="6037" y="0"/>
                      <a:pt x="431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210;p17">
                <a:extLst>
                  <a:ext uri="{FF2B5EF4-FFF2-40B4-BE49-F238E27FC236}">
                    <a16:creationId xmlns:a16="http://schemas.microsoft.com/office/drawing/2014/main" id="{734F49A6-D2B1-7D41-0982-AC130B6A0D20}"/>
                  </a:ext>
                </a:extLst>
              </p:cNvPr>
              <p:cNvSpPr/>
              <p:nvPr/>
            </p:nvSpPr>
            <p:spPr>
              <a:xfrm>
                <a:off x="3588225" y="1674538"/>
                <a:ext cx="43175" cy="43175"/>
              </a:xfrm>
              <a:custGeom>
                <a:avLst/>
                <a:gdLst/>
                <a:ahLst/>
                <a:cxnLst/>
                <a:rect l="l" t="t" r="r" b="b"/>
                <a:pathLst>
                  <a:path w="1727" h="1727" extrusionOk="0">
                    <a:moveTo>
                      <a:pt x="858" y="0"/>
                    </a:moveTo>
                    <a:cubicBezTo>
                      <a:pt x="381" y="0"/>
                      <a:pt x="0" y="393"/>
                      <a:pt x="0" y="869"/>
                    </a:cubicBezTo>
                    <a:cubicBezTo>
                      <a:pt x="0" y="1346"/>
                      <a:pt x="381" y="1727"/>
                      <a:pt x="858" y="1727"/>
                    </a:cubicBezTo>
                    <a:cubicBezTo>
                      <a:pt x="1334" y="1727"/>
                      <a:pt x="1727" y="1346"/>
                      <a:pt x="1727" y="869"/>
                    </a:cubicBezTo>
                    <a:cubicBezTo>
                      <a:pt x="1727" y="393"/>
                      <a:pt x="1334" y="0"/>
                      <a:pt x="858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Google Shape;211;p17">
                <a:extLst>
                  <a:ext uri="{FF2B5EF4-FFF2-40B4-BE49-F238E27FC236}">
                    <a16:creationId xmlns:a16="http://schemas.microsoft.com/office/drawing/2014/main" id="{249831E5-516F-E44C-5427-C0AF8F1F0B70}"/>
                  </a:ext>
                </a:extLst>
              </p:cNvPr>
              <p:cNvSpPr/>
              <p:nvPr/>
            </p:nvSpPr>
            <p:spPr>
              <a:xfrm>
                <a:off x="3672750" y="1674538"/>
                <a:ext cx="43200" cy="43175"/>
              </a:xfrm>
              <a:custGeom>
                <a:avLst/>
                <a:gdLst/>
                <a:ahLst/>
                <a:cxnLst/>
                <a:rect l="l" t="t" r="r" b="b"/>
                <a:pathLst>
                  <a:path w="1728" h="1727" extrusionOk="0">
                    <a:moveTo>
                      <a:pt x="858" y="0"/>
                    </a:moveTo>
                    <a:cubicBezTo>
                      <a:pt x="382" y="0"/>
                      <a:pt x="1" y="393"/>
                      <a:pt x="1" y="869"/>
                    </a:cubicBezTo>
                    <a:cubicBezTo>
                      <a:pt x="1" y="1346"/>
                      <a:pt x="382" y="1727"/>
                      <a:pt x="858" y="1727"/>
                    </a:cubicBezTo>
                    <a:cubicBezTo>
                      <a:pt x="1334" y="1727"/>
                      <a:pt x="1727" y="1346"/>
                      <a:pt x="1727" y="869"/>
                    </a:cubicBezTo>
                    <a:cubicBezTo>
                      <a:pt x="1727" y="393"/>
                      <a:pt x="1334" y="0"/>
                      <a:pt x="858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Google Shape;212;p17">
                <a:extLst>
                  <a:ext uri="{FF2B5EF4-FFF2-40B4-BE49-F238E27FC236}">
                    <a16:creationId xmlns:a16="http://schemas.microsoft.com/office/drawing/2014/main" id="{468219E3-F71F-4140-7CE6-271199D1C27D}"/>
                  </a:ext>
                </a:extLst>
              </p:cNvPr>
              <p:cNvSpPr/>
              <p:nvPr/>
            </p:nvSpPr>
            <p:spPr>
              <a:xfrm>
                <a:off x="3757000" y="1674538"/>
                <a:ext cx="43175" cy="43175"/>
              </a:xfrm>
              <a:custGeom>
                <a:avLst/>
                <a:gdLst/>
                <a:ahLst/>
                <a:cxnLst/>
                <a:rect l="l" t="t" r="r" b="b"/>
                <a:pathLst>
                  <a:path w="1727" h="1727" extrusionOk="0">
                    <a:moveTo>
                      <a:pt x="869" y="0"/>
                    </a:moveTo>
                    <a:cubicBezTo>
                      <a:pt x="393" y="0"/>
                      <a:pt x="0" y="393"/>
                      <a:pt x="0" y="869"/>
                    </a:cubicBezTo>
                    <a:cubicBezTo>
                      <a:pt x="0" y="1346"/>
                      <a:pt x="393" y="1727"/>
                      <a:pt x="869" y="1727"/>
                    </a:cubicBezTo>
                    <a:cubicBezTo>
                      <a:pt x="1346" y="1727"/>
                      <a:pt x="1727" y="1346"/>
                      <a:pt x="1727" y="869"/>
                    </a:cubicBezTo>
                    <a:cubicBezTo>
                      <a:pt x="1727" y="393"/>
                      <a:pt x="1346" y="0"/>
                      <a:pt x="869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1" name="Google Shape;201;p17">
            <a:extLst>
              <a:ext uri="{FF2B5EF4-FFF2-40B4-BE49-F238E27FC236}">
                <a16:creationId xmlns:a16="http://schemas.microsoft.com/office/drawing/2014/main" id="{72D952FC-57C8-A386-412A-59D3E7B7A4A9}"/>
              </a:ext>
            </a:extLst>
          </p:cNvPr>
          <p:cNvGrpSpPr/>
          <p:nvPr/>
        </p:nvGrpSpPr>
        <p:grpSpPr>
          <a:xfrm>
            <a:off x="4806689" y="1375118"/>
            <a:ext cx="2526213" cy="1286112"/>
            <a:chOff x="3588225" y="1484200"/>
            <a:chExt cx="2167325" cy="1087500"/>
          </a:xfrm>
        </p:grpSpPr>
        <p:sp>
          <p:nvSpPr>
            <p:cNvPr id="52" name="Google Shape;202;p17">
              <a:extLst>
                <a:ext uri="{FF2B5EF4-FFF2-40B4-BE49-F238E27FC236}">
                  <a16:creationId xmlns:a16="http://schemas.microsoft.com/office/drawing/2014/main" id="{E5417474-79E8-B200-7234-A54BD796E43B}"/>
                </a:ext>
              </a:extLst>
            </p:cNvPr>
            <p:cNvSpPr/>
            <p:nvPr/>
          </p:nvSpPr>
          <p:spPr>
            <a:xfrm>
              <a:off x="3866750" y="1484200"/>
              <a:ext cx="1888800" cy="108750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3" name="Google Shape;203;p17">
              <a:extLst>
                <a:ext uri="{FF2B5EF4-FFF2-40B4-BE49-F238E27FC236}">
                  <a16:creationId xmlns:a16="http://schemas.microsoft.com/office/drawing/2014/main" id="{C4C85C11-726A-4862-448B-9625C7C154E9}"/>
                </a:ext>
              </a:extLst>
            </p:cNvPr>
            <p:cNvGrpSpPr/>
            <p:nvPr/>
          </p:nvGrpSpPr>
          <p:grpSpPr>
            <a:xfrm>
              <a:off x="3588225" y="1674538"/>
              <a:ext cx="220275" cy="414350"/>
              <a:chOff x="3588225" y="1674538"/>
              <a:chExt cx="220275" cy="414350"/>
            </a:xfrm>
          </p:grpSpPr>
          <p:sp>
            <p:nvSpPr>
              <p:cNvPr id="54" name="Google Shape;207;p17">
                <a:extLst>
                  <a:ext uri="{FF2B5EF4-FFF2-40B4-BE49-F238E27FC236}">
                    <a16:creationId xmlns:a16="http://schemas.microsoft.com/office/drawing/2014/main" id="{A3677715-BA9E-438A-3164-9F76FB1E4BC9}"/>
                  </a:ext>
                </a:extLst>
              </p:cNvPr>
              <p:cNvSpPr/>
              <p:nvPr/>
            </p:nvSpPr>
            <p:spPr>
              <a:xfrm>
                <a:off x="3648650" y="1853138"/>
                <a:ext cx="133375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5335" h="5334" extrusionOk="0">
                    <a:moveTo>
                      <a:pt x="2667" y="0"/>
                    </a:moveTo>
                    <a:cubicBezTo>
                      <a:pt x="1203" y="0"/>
                      <a:pt x="0" y="1191"/>
                      <a:pt x="0" y="2667"/>
                    </a:cubicBezTo>
                    <a:cubicBezTo>
                      <a:pt x="0" y="4143"/>
                      <a:pt x="1203" y="5334"/>
                      <a:pt x="2667" y="5334"/>
                    </a:cubicBezTo>
                    <a:cubicBezTo>
                      <a:pt x="4144" y="5334"/>
                      <a:pt x="5334" y="4143"/>
                      <a:pt x="5334" y="2667"/>
                    </a:cubicBezTo>
                    <a:cubicBezTo>
                      <a:pt x="5334" y="1191"/>
                      <a:pt x="4144" y="0"/>
                      <a:pt x="266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208;p17">
                <a:extLst>
                  <a:ext uri="{FF2B5EF4-FFF2-40B4-BE49-F238E27FC236}">
                    <a16:creationId xmlns:a16="http://schemas.microsoft.com/office/drawing/2014/main" id="{9A3FD9BD-AD1F-A4B2-4A69-417C34EEE9D1}"/>
                  </a:ext>
                </a:extLst>
              </p:cNvPr>
              <p:cNvSpPr/>
              <p:nvPr/>
            </p:nvSpPr>
            <p:spPr>
              <a:xfrm>
                <a:off x="3622450" y="2010288"/>
                <a:ext cx="186050" cy="78600"/>
              </a:xfrm>
              <a:custGeom>
                <a:avLst/>
                <a:gdLst/>
                <a:ahLst/>
                <a:cxnLst/>
                <a:rect l="l" t="t" r="r" b="b"/>
                <a:pathLst>
                  <a:path w="7442" h="3144" extrusionOk="0">
                    <a:moveTo>
                      <a:pt x="3144" y="0"/>
                    </a:moveTo>
                    <a:cubicBezTo>
                      <a:pt x="1394" y="0"/>
                      <a:pt x="0" y="1417"/>
                      <a:pt x="0" y="3144"/>
                    </a:cubicBezTo>
                    <a:lnTo>
                      <a:pt x="7442" y="3144"/>
                    </a:lnTo>
                    <a:cubicBezTo>
                      <a:pt x="7442" y="1394"/>
                      <a:pt x="6037" y="0"/>
                      <a:pt x="431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210;p17">
                <a:extLst>
                  <a:ext uri="{FF2B5EF4-FFF2-40B4-BE49-F238E27FC236}">
                    <a16:creationId xmlns:a16="http://schemas.microsoft.com/office/drawing/2014/main" id="{F37A0D20-2F44-8102-4757-E8F817FD9034}"/>
                  </a:ext>
                </a:extLst>
              </p:cNvPr>
              <p:cNvSpPr/>
              <p:nvPr/>
            </p:nvSpPr>
            <p:spPr>
              <a:xfrm>
                <a:off x="3588225" y="1674538"/>
                <a:ext cx="43175" cy="43175"/>
              </a:xfrm>
              <a:custGeom>
                <a:avLst/>
                <a:gdLst/>
                <a:ahLst/>
                <a:cxnLst/>
                <a:rect l="l" t="t" r="r" b="b"/>
                <a:pathLst>
                  <a:path w="1727" h="1727" extrusionOk="0">
                    <a:moveTo>
                      <a:pt x="858" y="0"/>
                    </a:moveTo>
                    <a:cubicBezTo>
                      <a:pt x="381" y="0"/>
                      <a:pt x="0" y="393"/>
                      <a:pt x="0" y="869"/>
                    </a:cubicBezTo>
                    <a:cubicBezTo>
                      <a:pt x="0" y="1346"/>
                      <a:pt x="381" y="1727"/>
                      <a:pt x="858" y="1727"/>
                    </a:cubicBezTo>
                    <a:cubicBezTo>
                      <a:pt x="1334" y="1727"/>
                      <a:pt x="1727" y="1346"/>
                      <a:pt x="1727" y="869"/>
                    </a:cubicBezTo>
                    <a:cubicBezTo>
                      <a:pt x="1727" y="393"/>
                      <a:pt x="1334" y="0"/>
                      <a:pt x="858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211;p17">
                <a:extLst>
                  <a:ext uri="{FF2B5EF4-FFF2-40B4-BE49-F238E27FC236}">
                    <a16:creationId xmlns:a16="http://schemas.microsoft.com/office/drawing/2014/main" id="{51103C47-8073-7671-FAC7-284EA020C8F5}"/>
                  </a:ext>
                </a:extLst>
              </p:cNvPr>
              <p:cNvSpPr/>
              <p:nvPr/>
            </p:nvSpPr>
            <p:spPr>
              <a:xfrm>
                <a:off x="3672750" y="1674538"/>
                <a:ext cx="43200" cy="43175"/>
              </a:xfrm>
              <a:custGeom>
                <a:avLst/>
                <a:gdLst/>
                <a:ahLst/>
                <a:cxnLst/>
                <a:rect l="l" t="t" r="r" b="b"/>
                <a:pathLst>
                  <a:path w="1728" h="1727" extrusionOk="0">
                    <a:moveTo>
                      <a:pt x="858" y="0"/>
                    </a:moveTo>
                    <a:cubicBezTo>
                      <a:pt x="382" y="0"/>
                      <a:pt x="1" y="393"/>
                      <a:pt x="1" y="869"/>
                    </a:cubicBezTo>
                    <a:cubicBezTo>
                      <a:pt x="1" y="1346"/>
                      <a:pt x="382" y="1727"/>
                      <a:pt x="858" y="1727"/>
                    </a:cubicBezTo>
                    <a:cubicBezTo>
                      <a:pt x="1334" y="1727"/>
                      <a:pt x="1727" y="1346"/>
                      <a:pt x="1727" y="869"/>
                    </a:cubicBezTo>
                    <a:cubicBezTo>
                      <a:pt x="1727" y="393"/>
                      <a:pt x="1334" y="0"/>
                      <a:pt x="858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212;p17">
                <a:extLst>
                  <a:ext uri="{FF2B5EF4-FFF2-40B4-BE49-F238E27FC236}">
                    <a16:creationId xmlns:a16="http://schemas.microsoft.com/office/drawing/2014/main" id="{682B0734-05DB-A044-FC42-0B130E07A8E4}"/>
                  </a:ext>
                </a:extLst>
              </p:cNvPr>
              <p:cNvSpPr/>
              <p:nvPr/>
            </p:nvSpPr>
            <p:spPr>
              <a:xfrm>
                <a:off x="3757000" y="1674538"/>
                <a:ext cx="43175" cy="43175"/>
              </a:xfrm>
              <a:custGeom>
                <a:avLst/>
                <a:gdLst/>
                <a:ahLst/>
                <a:cxnLst/>
                <a:rect l="l" t="t" r="r" b="b"/>
                <a:pathLst>
                  <a:path w="1727" h="1727" extrusionOk="0">
                    <a:moveTo>
                      <a:pt x="869" y="0"/>
                    </a:moveTo>
                    <a:cubicBezTo>
                      <a:pt x="393" y="0"/>
                      <a:pt x="0" y="393"/>
                      <a:pt x="0" y="869"/>
                    </a:cubicBezTo>
                    <a:cubicBezTo>
                      <a:pt x="0" y="1346"/>
                      <a:pt x="393" y="1727"/>
                      <a:pt x="869" y="1727"/>
                    </a:cubicBezTo>
                    <a:cubicBezTo>
                      <a:pt x="1346" y="1727"/>
                      <a:pt x="1727" y="1346"/>
                      <a:pt x="1727" y="869"/>
                    </a:cubicBezTo>
                    <a:cubicBezTo>
                      <a:pt x="1727" y="393"/>
                      <a:pt x="1346" y="0"/>
                      <a:pt x="869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62" name="Google Shape;162;p17">
            <a:extLst>
              <a:ext uri="{FF2B5EF4-FFF2-40B4-BE49-F238E27FC236}">
                <a16:creationId xmlns:a16="http://schemas.microsoft.com/office/drawing/2014/main" id="{9B285326-9664-7F0E-7E90-F5DC9C3BEE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926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accent6"/>
                </a:solidFill>
              </a:rPr>
              <a:t>Gegenmaßnahmen</a:t>
            </a:r>
            <a:endParaRPr dirty="0">
              <a:solidFill>
                <a:schemeClr val="accent6"/>
              </a:solidFill>
            </a:endParaRPr>
          </a:p>
        </p:txBody>
      </p:sp>
      <p:grpSp>
        <p:nvGrpSpPr>
          <p:cNvPr id="201" name="Google Shape;201;p17">
            <a:extLst>
              <a:ext uri="{FF2B5EF4-FFF2-40B4-BE49-F238E27FC236}">
                <a16:creationId xmlns:a16="http://schemas.microsoft.com/office/drawing/2014/main" id="{42966E92-CFA2-2F12-CDD8-1A7791BFB8AB}"/>
              </a:ext>
            </a:extLst>
          </p:cNvPr>
          <p:cNvGrpSpPr/>
          <p:nvPr/>
        </p:nvGrpSpPr>
        <p:grpSpPr>
          <a:xfrm>
            <a:off x="768938" y="1388920"/>
            <a:ext cx="2526213" cy="1286112"/>
            <a:chOff x="3588225" y="1484200"/>
            <a:chExt cx="2167325" cy="1087500"/>
          </a:xfrm>
        </p:grpSpPr>
        <p:sp>
          <p:nvSpPr>
            <p:cNvPr id="202" name="Google Shape;202;p17">
              <a:extLst>
                <a:ext uri="{FF2B5EF4-FFF2-40B4-BE49-F238E27FC236}">
                  <a16:creationId xmlns:a16="http://schemas.microsoft.com/office/drawing/2014/main" id="{794F9E0A-5F79-D2FB-7A56-908CC72E3F99}"/>
                </a:ext>
              </a:extLst>
            </p:cNvPr>
            <p:cNvSpPr/>
            <p:nvPr/>
          </p:nvSpPr>
          <p:spPr>
            <a:xfrm>
              <a:off x="3866750" y="1484200"/>
              <a:ext cx="1888800" cy="108750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03" name="Google Shape;203;p17">
              <a:extLst>
                <a:ext uri="{FF2B5EF4-FFF2-40B4-BE49-F238E27FC236}">
                  <a16:creationId xmlns:a16="http://schemas.microsoft.com/office/drawing/2014/main" id="{AECB289E-22A5-F021-933B-AE8C42AB1EB1}"/>
                </a:ext>
              </a:extLst>
            </p:cNvPr>
            <p:cNvGrpSpPr/>
            <p:nvPr/>
          </p:nvGrpSpPr>
          <p:grpSpPr>
            <a:xfrm>
              <a:off x="3588225" y="1674538"/>
              <a:ext cx="220275" cy="414350"/>
              <a:chOff x="3588225" y="1674538"/>
              <a:chExt cx="220275" cy="414350"/>
            </a:xfrm>
          </p:grpSpPr>
          <p:sp>
            <p:nvSpPr>
              <p:cNvPr id="207" name="Google Shape;207;p17">
                <a:extLst>
                  <a:ext uri="{FF2B5EF4-FFF2-40B4-BE49-F238E27FC236}">
                    <a16:creationId xmlns:a16="http://schemas.microsoft.com/office/drawing/2014/main" id="{969A7D94-3F9A-6319-6CAD-D3E0A70708D7}"/>
                  </a:ext>
                </a:extLst>
              </p:cNvPr>
              <p:cNvSpPr/>
              <p:nvPr/>
            </p:nvSpPr>
            <p:spPr>
              <a:xfrm>
                <a:off x="3648650" y="1853138"/>
                <a:ext cx="133375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5335" h="5334" extrusionOk="0">
                    <a:moveTo>
                      <a:pt x="2667" y="0"/>
                    </a:moveTo>
                    <a:cubicBezTo>
                      <a:pt x="1203" y="0"/>
                      <a:pt x="0" y="1191"/>
                      <a:pt x="0" y="2667"/>
                    </a:cubicBezTo>
                    <a:cubicBezTo>
                      <a:pt x="0" y="4143"/>
                      <a:pt x="1203" y="5334"/>
                      <a:pt x="2667" y="5334"/>
                    </a:cubicBezTo>
                    <a:cubicBezTo>
                      <a:pt x="4144" y="5334"/>
                      <a:pt x="5334" y="4143"/>
                      <a:pt x="5334" y="2667"/>
                    </a:cubicBezTo>
                    <a:cubicBezTo>
                      <a:pt x="5334" y="1191"/>
                      <a:pt x="4144" y="0"/>
                      <a:pt x="266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208;p17">
                <a:extLst>
                  <a:ext uri="{FF2B5EF4-FFF2-40B4-BE49-F238E27FC236}">
                    <a16:creationId xmlns:a16="http://schemas.microsoft.com/office/drawing/2014/main" id="{C36A8582-C47B-ECFB-C89E-CBD68A1CC504}"/>
                  </a:ext>
                </a:extLst>
              </p:cNvPr>
              <p:cNvSpPr/>
              <p:nvPr/>
            </p:nvSpPr>
            <p:spPr>
              <a:xfrm>
                <a:off x="3622450" y="2010288"/>
                <a:ext cx="186050" cy="78600"/>
              </a:xfrm>
              <a:custGeom>
                <a:avLst/>
                <a:gdLst/>
                <a:ahLst/>
                <a:cxnLst/>
                <a:rect l="l" t="t" r="r" b="b"/>
                <a:pathLst>
                  <a:path w="7442" h="3144" extrusionOk="0">
                    <a:moveTo>
                      <a:pt x="3144" y="0"/>
                    </a:moveTo>
                    <a:cubicBezTo>
                      <a:pt x="1394" y="0"/>
                      <a:pt x="0" y="1417"/>
                      <a:pt x="0" y="3144"/>
                    </a:cubicBezTo>
                    <a:lnTo>
                      <a:pt x="7442" y="3144"/>
                    </a:lnTo>
                    <a:cubicBezTo>
                      <a:pt x="7442" y="1394"/>
                      <a:pt x="6037" y="0"/>
                      <a:pt x="431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210;p17">
                <a:extLst>
                  <a:ext uri="{FF2B5EF4-FFF2-40B4-BE49-F238E27FC236}">
                    <a16:creationId xmlns:a16="http://schemas.microsoft.com/office/drawing/2014/main" id="{96E62DC3-C6AB-9202-E6A4-DBC4678F6A19}"/>
                  </a:ext>
                </a:extLst>
              </p:cNvPr>
              <p:cNvSpPr/>
              <p:nvPr/>
            </p:nvSpPr>
            <p:spPr>
              <a:xfrm>
                <a:off x="3588225" y="1674538"/>
                <a:ext cx="43175" cy="43175"/>
              </a:xfrm>
              <a:custGeom>
                <a:avLst/>
                <a:gdLst/>
                <a:ahLst/>
                <a:cxnLst/>
                <a:rect l="l" t="t" r="r" b="b"/>
                <a:pathLst>
                  <a:path w="1727" h="1727" extrusionOk="0">
                    <a:moveTo>
                      <a:pt x="858" y="0"/>
                    </a:moveTo>
                    <a:cubicBezTo>
                      <a:pt x="381" y="0"/>
                      <a:pt x="0" y="393"/>
                      <a:pt x="0" y="869"/>
                    </a:cubicBezTo>
                    <a:cubicBezTo>
                      <a:pt x="0" y="1346"/>
                      <a:pt x="381" y="1727"/>
                      <a:pt x="858" y="1727"/>
                    </a:cubicBezTo>
                    <a:cubicBezTo>
                      <a:pt x="1334" y="1727"/>
                      <a:pt x="1727" y="1346"/>
                      <a:pt x="1727" y="869"/>
                    </a:cubicBezTo>
                    <a:cubicBezTo>
                      <a:pt x="1727" y="393"/>
                      <a:pt x="1334" y="0"/>
                      <a:pt x="858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211;p17">
                <a:extLst>
                  <a:ext uri="{FF2B5EF4-FFF2-40B4-BE49-F238E27FC236}">
                    <a16:creationId xmlns:a16="http://schemas.microsoft.com/office/drawing/2014/main" id="{453C785D-E2A3-0F53-7CD9-BF2C48997F4A}"/>
                  </a:ext>
                </a:extLst>
              </p:cNvPr>
              <p:cNvSpPr/>
              <p:nvPr/>
            </p:nvSpPr>
            <p:spPr>
              <a:xfrm>
                <a:off x="3672750" y="1674538"/>
                <a:ext cx="43200" cy="43175"/>
              </a:xfrm>
              <a:custGeom>
                <a:avLst/>
                <a:gdLst/>
                <a:ahLst/>
                <a:cxnLst/>
                <a:rect l="l" t="t" r="r" b="b"/>
                <a:pathLst>
                  <a:path w="1728" h="1727" extrusionOk="0">
                    <a:moveTo>
                      <a:pt x="858" y="0"/>
                    </a:moveTo>
                    <a:cubicBezTo>
                      <a:pt x="382" y="0"/>
                      <a:pt x="1" y="393"/>
                      <a:pt x="1" y="869"/>
                    </a:cubicBezTo>
                    <a:cubicBezTo>
                      <a:pt x="1" y="1346"/>
                      <a:pt x="382" y="1727"/>
                      <a:pt x="858" y="1727"/>
                    </a:cubicBezTo>
                    <a:cubicBezTo>
                      <a:pt x="1334" y="1727"/>
                      <a:pt x="1727" y="1346"/>
                      <a:pt x="1727" y="869"/>
                    </a:cubicBezTo>
                    <a:cubicBezTo>
                      <a:pt x="1727" y="393"/>
                      <a:pt x="1334" y="0"/>
                      <a:pt x="858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17">
                <a:extLst>
                  <a:ext uri="{FF2B5EF4-FFF2-40B4-BE49-F238E27FC236}">
                    <a16:creationId xmlns:a16="http://schemas.microsoft.com/office/drawing/2014/main" id="{996954DC-DD39-70B5-33EB-338CF5850B57}"/>
                  </a:ext>
                </a:extLst>
              </p:cNvPr>
              <p:cNvSpPr/>
              <p:nvPr/>
            </p:nvSpPr>
            <p:spPr>
              <a:xfrm>
                <a:off x="3757000" y="1674538"/>
                <a:ext cx="43175" cy="43175"/>
              </a:xfrm>
              <a:custGeom>
                <a:avLst/>
                <a:gdLst/>
                <a:ahLst/>
                <a:cxnLst/>
                <a:rect l="l" t="t" r="r" b="b"/>
                <a:pathLst>
                  <a:path w="1727" h="1727" extrusionOk="0">
                    <a:moveTo>
                      <a:pt x="869" y="0"/>
                    </a:moveTo>
                    <a:cubicBezTo>
                      <a:pt x="393" y="0"/>
                      <a:pt x="0" y="393"/>
                      <a:pt x="0" y="869"/>
                    </a:cubicBezTo>
                    <a:cubicBezTo>
                      <a:pt x="0" y="1346"/>
                      <a:pt x="393" y="1727"/>
                      <a:pt x="869" y="1727"/>
                    </a:cubicBezTo>
                    <a:cubicBezTo>
                      <a:pt x="1346" y="1727"/>
                      <a:pt x="1727" y="1346"/>
                      <a:pt x="1727" y="869"/>
                    </a:cubicBezTo>
                    <a:cubicBezTo>
                      <a:pt x="1727" y="393"/>
                      <a:pt x="1346" y="0"/>
                      <a:pt x="869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85" name="Google Shape;285;p17">
            <a:extLst>
              <a:ext uri="{FF2B5EF4-FFF2-40B4-BE49-F238E27FC236}">
                <a16:creationId xmlns:a16="http://schemas.microsoft.com/office/drawing/2014/main" id="{3050EF97-99FC-FF03-7A6A-76479A75F1D3}"/>
              </a:ext>
            </a:extLst>
          </p:cNvPr>
          <p:cNvSpPr txBox="1"/>
          <p:nvPr/>
        </p:nvSpPr>
        <p:spPr>
          <a:xfrm>
            <a:off x="1340405" y="2014101"/>
            <a:ext cx="1783026" cy="318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r>
              <a:rPr lang="de-DE" sz="1800" dirty="0">
                <a:latin typeface="Fira Sans" panose="020B0503050000020004" pitchFamily="34" charset="0"/>
              </a:rPr>
              <a:t>Isolation betroffener Systeme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 dirty="0">
              <a:solidFill>
                <a:schemeClr val="dk1"/>
              </a:solidFill>
              <a:latin typeface="Fira Sans" panose="020B0503050000020004" pitchFamily="34" charset="0"/>
              <a:ea typeface="Fira Sans"/>
              <a:cs typeface="Fira Sans"/>
              <a:sym typeface="Fira Sans"/>
            </a:endParaRPr>
          </a:p>
        </p:txBody>
      </p:sp>
      <p:grpSp>
        <p:nvGrpSpPr>
          <p:cNvPr id="18" name="Google Shape;201;p17">
            <a:extLst>
              <a:ext uri="{FF2B5EF4-FFF2-40B4-BE49-F238E27FC236}">
                <a16:creationId xmlns:a16="http://schemas.microsoft.com/office/drawing/2014/main" id="{C5B6D976-9576-EFB8-71E9-9483C42A6F83}"/>
              </a:ext>
            </a:extLst>
          </p:cNvPr>
          <p:cNvGrpSpPr/>
          <p:nvPr/>
        </p:nvGrpSpPr>
        <p:grpSpPr>
          <a:xfrm>
            <a:off x="768938" y="3131551"/>
            <a:ext cx="2592763" cy="1286112"/>
            <a:chOff x="3588225" y="1484200"/>
            <a:chExt cx="2167325" cy="1087500"/>
          </a:xfrm>
        </p:grpSpPr>
        <p:sp>
          <p:nvSpPr>
            <p:cNvPr id="19" name="Google Shape;202;p17">
              <a:extLst>
                <a:ext uri="{FF2B5EF4-FFF2-40B4-BE49-F238E27FC236}">
                  <a16:creationId xmlns:a16="http://schemas.microsoft.com/office/drawing/2014/main" id="{5D1689A8-CBDF-C64A-C9A2-AB6A20DB529D}"/>
                </a:ext>
              </a:extLst>
            </p:cNvPr>
            <p:cNvSpPr/>
            <p:nvPr/>
          </p:nvSpPr>
          <p:spPr>
            <a:xfrm>
              <a:off x="3866750" y="1484200"/>
              <a:ext cx="1888800" cy="108750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0" name="Google Shape;203;p17">
              <a:extLst>
                <a:ext uri="{FF2B5EF4-FFF2-40B4-BE49-F238E27FC236}">
                  <a16:creationId xmlns:a16="http://schemas.microsoft.com/office/drawing/2014/main" id="{E994F1B6-4F9D-61B2-0B61-040953B7DCCE}"/>
                </a:ext>
              </a:extLst>
            </p:cNvPr>
            <p:cNvGrpSpPr/>
            <p:nvPr/>
          </p:nvGrpSpPr>
          <p:grpSpPr>
            <a:xfrm>
              <a:off x="3588225" y="1674538"/>
              <a:ext cx="220275" cy="414350"/>
              <a:chOff x="3588225" y="1674538"/>
              <a:chExt cx="220275" cy="414350"/>
            </a:xfrm>
          </p:grpSpPr>
          <p:sp>
            <p:nvSpPr>
              <p:cNvPr id="21" name="Google Shape;207;p17">
                <a:extLst>
                  <a:ext uri="{FF2B5EF4-FFF2-40B4-BE49-F238E27FC236}">
                    <a16:creationId xmlns:a16="http://schemas.microsoft.com/office/drawing/2014/main" id="{72F0DBEC-AC5E-DC1C-788C-A9E4CEA673A4}"/>
                  </a:ext>
                </a:extLst>
              </p:cNvPr>
              <p:cNvSpPr/>
              <p:nvPr/>
            </p:nvSpPr>
            <p:spPr>
              <a:xfrm>
                <a:off x="3648650" y="1853138"/>
                <a:ext cx="133375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5335" h="5334" extrusionOk="0">
                    <a:moveTo>
                      <a:pt x="2667" y="0"/>
                    </a:moveTo>
                    <a:cubicBezTo>
                      <a:pt x="1203" y="0"/>
                      <a:pt x="0" y="1191"/>
                      <a:pt x="0" y="2667"/>
                    </a:cubicBezTo>
                    <a:cubicBezTo>
                      <a:pt x="0" y="4143"/>
                      <a:pt x="1203" y="5334"/>
                      <a:pt x="2667" y="5334"/>
                    </a:cubicBezTo>
                    <a:cubicBezTo>
                      <a:pt x="4144" y="5334"/>
                      <a:pt x="5334" y="4143"/>
                      <a:pt x="5334" y="2667"/>
                    </a:cubicBezTo>
                    <a:cubicBezTo>
                      <a:pt x="5334" y="1191"/>
                      <a:pt x="4144" y="0"/>
                      <a:pt x="266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08;p17">
                <a:extLst>
                  <a:ext uri="{FF2B5EF4-FFF2-40B4-BE49-F238E27FC236}">
                    <a16:creationId xmlns:a16="http://schemas.microsoft.com/office/drawing/2014/main" id="{64FA8272-CE98-38E6-70FB-361040F33229}"/>
                  </a:ext>
                </a:extLst>
              </p:cNvPr>
              <p:cNvSpPr/>
              <p:nvPr/>
            </p:nvSpPr>
            <p:spPr>
              <a:xfrm>
                <a:off x="3622450" y="2010288"/>
                <a:ext cx="186050" cy="78600"/>
              </a:xfrm>
              <a:custGeom>
                <a:avLst/>
                <a:gdLst/>
                <a:ahLst/>
                <a:cxnLst/>
                <a:rect l="l" t="t" r="r" b="b"/>
                <a:pathLst>
                  <a:path w="7442" h="3144" extrusionOk="0">
                    <a:moveTo>
                      <a:pt x="3144" y="0"/>
                    </a:moveTo>
                    <a:cubicBezTo>
                      <a:pt x="1394" y="0"/>
                      <a:pt x="0" y="1417"/>
                      <a:pt x="0" y="3144"/>
                    </a:cubicBezTo>
                    <a:lnTo>
                      <a:pt x="7442" y="3144"/>
                    </a:lnTo>
                    <a:cubicBezTo>
                      <a:pt x="7442" y="1394"/>
                      <a:pt x="6037" y="0"/>
                      <a:pt x="431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10;p17">
                <a:extLst>
                  <a:ext uri="{FF2B5EF4-FFF2-40B4-BE49-F238E27FC236}">
                    <a16:creationId xmlns:a16="http://schemas.microsoft.com/office/drawing/2014/main" id="{297DF6CF-83A4-1F75-E096-B21AF31820F8}"/>
                  </a:ext>
                </a:extLst>
              </p:cNvPr>
              <p:cNvSpPr/>
              <p:nvPr/>
            </p:nvSpPr>
            <p:spPr>
              <a:xfrm>
                <a:off x="3588225" y="1674538"/>
                <a:ext cx="43175" cy="43175"/>
              </a:xfrm>
              <a:custGeom>
                <a:avLst/>
                <a:gdLst/>
                <a:ahLst/>
                <a:cxnLst/>
                <a:rect l="l" t="t" r="r" b="b"/>
                <a:pathLst>
                  <a:path w="1727" h="1727" extrusionOk="0">
                    <a:moveTo>
                      <a:pt x="858" y="0"/>
                    </a:moveTo>
                    <a:cubicBezTo>
                      <a:pt x="381" y="0"/>
                      <a:pt x="0" y="393"/>
                      <a:pt x="0" y="869"/>
                    </a:cubicBezTo>
                    <a:cubicBezTo>
                      <a:pt x="0" y="1346"/>
                      <a:pt x="381" y="1727"/>
                      <a:pt x="858" y="1727"/>
                    </a:cubicBezTo>
                    <a:cubicBezTo>
                      <a:pt x="1334" y="1727"/>
                      <a:pt x="1727" y="1346"/>
                      <a:pt x="1727" y="869"/>
                    </a:cubicBezTo>
                    <a:cubicBezTo>
                      <a:pt x="1727" y="393"/>
                      <a:pt x="1334" y="0"/>
                      <a:pt x="858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211;p17">
                <a:extLst>
                  <a:ext uri="{FF2B5EF4-FFF2-40B4-BE49-F238E27FC236}">
                    <a16:creationId xmlns:a16="http://schemas.microsoft.com/office/drawing/2014/main" id="{182C0BCE-AE1B-67AD-ED45-E74E132ACED7}"/>
                  </a:ext>
                </a:extLst>
              </p:cNvPr>
              <p:cNvSpPr/>
              <p:nvPr/>
            </p:nvSpPr>
            <p:spPr>
              <a:xfrm>
                <a:off x="3672750" y="1674538"/>
                <a:ext cx="43200" cy="43175"/>
              </a:xfrm>
              <a:custGeom>
                <a:avLst/>
                <a:gdLst/>
                <a:ahLst/>
                <a:cxnLst/>
                <a:rect l="l" t="t" r="r" b="b"/>
                <a:pathLst>
                  <a:path w="1728" h="1727" extrusionOk="0">
                    <a:moveTo>
                      <a:pt x="858" y="0"/>
                    </a:moveTo>
                    <a:cubicBezTo>
                      <a:pt x="382" y="0"/>
                      <a:pt x="1" y="393"/>
                      <a:pt x="1" y="869"/>
                    </a:cubicBezTo>
                    <a:cubicBezTo>
                      <a:pt x="1" y="1346"/>
                      <a:pt x="382" y="1727"/>
                      <a:pt x="858" y="1727"/>
                    </a:cubicBezTo>
                    <a:cubicBezTo>
                      <a:pt x="1334" y="1727"/>
                      <a:pt x="1727" y="1346"/>
                      <a:pt x="1727" y="869"/>
                    </a:cubicBezTo>
                    <a:cubicBezTo>
                      <a:pt x="1727" y="393"/>
                      <a:pt x="1334" y="0"/>
                      <a:pt x="858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12;p17">
                <a:extLst>
                  <a:ext uri="{FF2B5EF4-FFF2-40B4-BE49-F238E27FC236}">
                    <a16:creationId xmlns:a16="http://schemas.microsoft.com/office/drawing/2014/main" id="{5DC2697B-118D-1F08-C92F-710057B22F35}"/>
                  </a:ext>
                </a:extLst>
              </p:cNvPr>
              <p:cNvSpPr/>
              <p:nvPr/>
            </p:nvSpPr>
            <p:spPr>
              <a:xfrm>
                <a:off x="3757000" y="1674538"/>
                <a:ext cx="43175" cy="43175"/>
              </a:xfrm>
              <a:custGeom>
                <a:avLst/>
                <a:gdLst/>
                <a:ahLst/>
                <a:cxnLst/>
                <a:rect l="l" t="t" r="r" b="b"/>
                <a:pathLst>
                  <a:path w="1727" h="1727" extrusionOk="0">
                    <a:moveTo>
                      <a:pt x="869" y="0"/>
                    </a:moveTo>
                    <a:cubicBezTo>
                      <a:pt x="393" y="0"/>
                      <a:pt x="0" y="393"/>
                      <a:pt x="0" y="869"/>
                    </a:cubicBezTo>
                    <a:cubicBezTo>
                      <a:pt x="0" y="1346"/>
                      <a:pt x="393" y="1727"/>
                      <a:pt x="869" y="1727"/>
                    </a:cubicBezTo>
                    <a:cubicBezTo>
                      <a:pt x="1346" y="1727"/>
                      <a:pt x="1727" y="1346"/>
                      <a:pt x="1727" y="869"/>
                    </a:cubicBezTo>
                    <a:cubicBezTo>
                      <a:pt x="1727" y="393"/>
                      <a:pt x="1346" y="0"/>
                      <a:pt x="869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5" name="Google Shape;285;p17">
            <a:extLst>
              <a:ext uri="{FF2B5EF4-FFF2-40B4-BE49-F238E27FC236}">
                <a16:creationId xmlns:a16="http://schemas.microsoft.com/office/drawing/2014/main" id="{C823883E-D003-597F-BA0C-C281E76E11EA}"/>
              </a:ext>
            </a:extLst>
          </p:cNvPr>
          <p:cNvSpPr txBox="1"/>
          <p:nvPr/>
        </p:nvSpPr>
        <p:spPr>
          <a:xfrm>
            <a:off x="1285046" y="3775268"/>
            <a:ext cx="1955607" cy="235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r>
              <a:rPr lang="de-DE" sz="1800" dirty="0">
                <a:latin typeface="Fira Sans" panose="020B0503050000020004" pitchFamily="34" charset="0"/>
              </a:rPr>
              <a:t>Externe IT-Sicherheitsexperten hinzugezogen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dk1"/>
              </a:solidFill>
              <a:latin typeface="Fira Sans" panose="020B0503050000020004" pitchFamily="34" charset="0"/>
              <a:ea typeface="Fira Sans"/>
              <a:cs typeface="Fira Sans"/>
              <a:sym typeface="Fira Sans"/>
            </a:endParaRPr>
          </a:p>
        </p:txBody>
      </p:sp>
      <p:sp>
        <p:nvSpPr>
          <p:cNvPr id="38" name="Google Shape;285;p17">
            <a:extLst>
              <a:ext uri="{FF2B5EF4-FFF2-40B4-BE49-F238E27FC236}">
                <a16:creationId xmlns:a16="http://schemas.microsoft.com/office/drawing/2014/main" id="{0B8B4F7A-9D2D-9BC7-AFB9-C756565E4A81}"/>
              </a:ext>
            </a:extLst>
          </p:cNvPr>
          <p:cNvSpPr txBox="1"/>
          <p:nvPr/>
        </p:nvSpPr>
        <p:spPr>
          <a:xfrm>
            <a:off x="5313221" y="2128557"/>
            <a:ext cx="1698851" cy="159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r>
              <a:rPr lang="de-DE" sz="1800" dirty="0">
                <a:latin typeface="Fira Sans" panose="020B0503050000020004" pitchFamily="34" charset="0"/>
              </a:rPr>
              <a:t>Externer E-Mail-Verkehr eingeschränkt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dk1"/>
              </a:solidFill>
              <a:latin typeface="Fira Sans" panose="020B0503050000020004" pitchFamily="34" charset="0"/>
              <a:ea typeface="Fira Sans"/>
              <a:cs typeface="Fira Sans"/>
              <a:sym typeface="Fira Sans"/>
            </a:endParaRPr>
          </a:p>
        </p:txBody>
      </p:sp>
      <p:sp>
        <p:nvSpPr>
          <p:cNvPr id="41" name="Google Shape;285;p17">
            <a:extLst>
              <a:ext uri="{FF2B5EF4-FFF2-40B4-BE49-F238E27FC236}">
                <a16:creationId xmlns:a16="http://schemas.microsoft.com/office/drawing/2014/main" id="{367C535B-8C35-9AB5-9565-50494AE6F3E0}"/>
              </a:ext>
            </a:extLst>
          </p:cNvPr>
          <p:cNvSpPr txBox="1"/>
          <p:nvPr/>
        </p:nvSpPr>
        <p:spPr>
          <a:xfrm>
            <a:off x="5282682" y="3433300"/>
            <a:ext cx="1995141" cy="875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r>
              <a:rPr lang="de-DE" sz="1800" dirty="0">
                <a:latin typeface="Fira Sans" panose="020B0503050000020004" pitchFamily="34" charset="0"/>
              </a:rPr>
              <a:t>Anzeige bei Staatsanwaltschaft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dk1"/>
              </a:solidFill>
              <a:latin typeface="Fira Sans" panose="020B0503050000020004" pitchFamily="34" charset="0"/>
              <a:ea typeface="Fira Sans"/>
              <a:cs typeface="Fira Sans"/>
              <a:sym typeface="Fira Sans"/>
            </a:endParaRPr>
          </a:p>
        </p:txBody>
      </p:sp>
      <p:sp>
        <p:nvSpPr>
          <p:cNvPr id="131" name="Ellipse 130">
            <a:extLst>
              <a:ext uri="{FF2B5EF4-FFF2-40B4-BE49-F238E27FC236}">
                <a16:creationId xmlns:a16="http://schemas.microsoft.com/office/drawing/2014/main" id="{67369F78-B1F2-FA11-9911-2260F15F7BC1}"/>
              </a:ext>
            </a:extLst>
          </p:cNvPr>
          <p:cNvSpPr/>
          <p:nvPr/>
        </p:nvSpPr>
        <p:spPr>
          <a:xfrm>
            <a:off x="6972300" y="-1406864"/>
            <a:ext cx="2495550" cy="2466975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2" name="Ellipse 131">
            <a:extLst>
              <a:ext uri="{FF2B5EF4-FFF2-40B4-BE49-F238E27FC236}">
                <a16:creationId xmlns:a16="http://schemas.microsoft.com/office/drawing/2014/main" id="{CF820595-73F4-2B14-FCB2-D158113678AE}"/>
              </a:ext>
            </a:extLst>
          </p:cNvPr>
          <p:cNvSpPr/>
          <p:nvPr/>
        </p:nvSpPr>
        <p:spPr>
          <a:xfrm>
            <a:off x="7693901" y="-762409"/>
            <a:ext cx="3400425" cy="3437441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3" name="Ellipse 132">
            <a:extLst>
              <a:ext uri="{FF2B5EF4-FFF2-40B4-BE49-F238E27FC236}">
                <a16:creationId xmlns:a16="http://schemas.microsoft.com/office/drawing/2014/main" id="{63513A52-7840-AABE-4B7F-FAF51380C9F7}"/>
              </a:ext>
            </a:extLst>
          </p:cNvPr>
          <p:cNvSpPr/>
          <p:nvPr/>
        </p:nvSpPr>
        <p:spPr>
          <a:xfrm>
            <a:off x="-1137982" y="4243183"/>
            <a:ext cx="2149917" cy="2264132"/>
          </a:xfrm>
          <a:prstGeom prst="ellipse">
            <a:avLst/>
          </a:prstGeom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4" name="Google Shape;3368;p37">
            <a:extLst>
              <a:ext uri="{FF2B5EF4-FFF2-40B4-BE49-F238E27FC236}">
                <a16:creationId xmlns:a16="http://schemas.microsoft.com/office/drawing/2014/main" id="{E1FDC4BF-5A05-DDE9-C431-713F895152B4}"/>
              </a:ext>
            </a:extLst>
          </p:cNvPr>
          <p:cNvSpPr/>
          <p:nvPr/>
        </p:nvSpPr>
        <p:spPr>
          <a:xfrm>
            <a:off x="7183973" y="4796630"/>
            <a:ext cx="486039" cy="429385"/>
          </a:xfrm>
          <a:custGeom>
            <a:avLst/>
            <a:gdLst/>
            <a:ahLst/>
            <a:cxnLst/>
            <a:rect l="l" t="t" r="r" b="b"/>
            <a:pathLst>
              <a:path w="11942" h="10550" extrusionOk="0">
                <a:moveTo>
                  <a:pt x="7370" y="0"/>
                </a:moveTo>
                <a:lnTo>
                  <a:pt x="0" y="10549"/>
                </a:lnTo>
                <a:lnTo>
                  <a:pt x="4572" y="10549"/>
                </a:lnTo>
                <a:lnTo>
                  <a:pt x="1194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3369;p37">
            <a:extLst>
              <a:ext uri="{FF2B5EF4-FFF2-40B4-BE49-F238E27FC236}">
                <a16:creationId xmlns:a16="http://schemas.microsoft.com/office/drawing/2014/main" id="{08621B6F-37FB-A956-70DD-552F29F47A6E}"/>
              </a:ext>
            </a:extLst>
          </p:cNvPr>
          <p:cNvSpPr/>
          <p:nvPr/>
        </p:nvSpPr>
        <p:spPr>
          <a:xfrm>
            <a:off x="7484379" y="4796630"/>
            <a:ext cx="485592" cy="429385"/>
          </a:xfrm>
          <a:custGeom>
            <a:avLst/>
            <a:gdLst/>
            <a:ahLst/>
            <a:cxnLst/>
            <a:rect l="l" t="t" r="r" b="b"/>
            <a:pathLst>
              <a:path w="11931" h="10550" extrusionOk="0">
                <a:moveTo>
                  <a:pt x="7359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3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3370;p37">
            <a:extLst>
              <a:ext uri="{FF2B5EF4-FFF2-40B4-BE49-F238E27FC236}">
                <a16:creationId xmlns:a16="http://schemas.microsoft.com/office/drawing/2014/main" id="{58283A10-F43D-1FD0-81B7-7A13BDDF22E9}"/>
              </a:ext>
            </a:extLst>
          </p:cNvPr>
          <p:cNvSpPr/>
          <p:nvPr/>
        </p:nvSpPr>
        <p:spPr>
          <a:xfrm>
            <a:off x="7784826" y="4796630"/>
            <a:ext cx="485592" cy="429385"/>
          </a:xfrm>
          <a:custGeom>
            <a:avLst/>
            <a:gdLst/>
            <a:ahLst/>
            <a:cxnLst/>
            <a:rect l="l" t="t" r="r" b="b"/>
            <a:pathLst>
              <a:path w="11931" h="10550" extrusionOk="0">
                <a:moveTo>
                  <a:pt x="7359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3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3371;p37">
            <a:extLst>
              <a:ext uri="{FF2B5EF4-FFF2-40B4-BE49-F238E27FC236}">
                <a16:creationId xmlns:a16="http://schemas.microsoft.com/office/drawing/2014/main" id="{F7B3A634-160A-DCB0-EE73-88F529662E06}"/>
              </a:ext>
            </a:extLst>
          </p:cNvPr>
          <p:cNvSpPr/>
          <p:nvPr/>
        </p:nvSpPr>
        <p:spPr>
          <a:xfrm>
            <a:off x="8084784" y="4796630"/>
            <a:ext cx="486080" cy="429385"/>
          </a:xfrm>
          <a:custGeom>
            <a:avLst/>
            <a:gdLst/>
            <a:ahLst/>
            <a:cxnLst/>
            <a:rect l="l" t="t" r="r" b="b"/>
            <a:pathLst>
              <a:path w="11943" h="10550" extrusionOk="0">
                <a:moveTo>
                  <a:pt x="7371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4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3372;p37">
            <a:extLst>
              <a:ext uri="{FF2B5EF4-FFF2-40B4-BE49-F238E27FC236}">
                <a16:creationId xmlns:a16="http://schemas.microsoft.com/office/drawing/2014/main" id="{E4DF27C7-5620-6720-B5E8-8928D7F6DAA0}"/>
              </a:ext>
            </a:extLst>
          </p:cNvPr>
          <p:cNvSpPr/>
          <p:nvPr/>
        </p:nvSpPr>
        <p:spPr>
          <a:xfrm>
            <a:off x="8385231" y="4796630"/>
            <a:ext cx="485103" cy="429385"/>
          </a:xfrm>
          <a:custGeom>
            <a:avLst/>
            <a:gdLst/>
            <a:ahLst/>
            <a:cxnLst/>
            <a:rect l="l" t="t" r="r" b="b"/>
            <a:pathLst>
              <a:path w="11919" h="10550" extrusionOk="0">
                <a:moveTo>
                  <a:pt x="7359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19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3373;p37">
            <a:extLst>
              <a:ext uri="{FF2B5EF4-FFF2-40B4-BE49-F238E27FC236}">
                <a16:creationId xmlns:a16="http://schemas.microsoft.com/office/drawing/2014/main" id="{02EA4C9C-89ED-D7D2-474E-599138DD18A2}"/>
              </a:ext>
            </a:extLst>
          </p:cNvPr>
          <p:cNvSpPr/>
          <p:nvPr/>
        </p:nvSpPr>
        <p:spPr>
          <a:xfrm>
            <a:off x="8685678" y="4796630"/>
            <a:ext cx="485103" cy="429385"/>
          </a:xfrm>
          <a:custGeom>
            <a:avLst/>
            <a:gdLst/>
            <a:ahLst/>
            <a:cxnLst/>
            <a:rect l="l" t="t" r="r" b="b"/>
            <a:pathLst>
              <a:path w="11919" h="10550" extrusionOk="0">
                <a:moveTo>
                  <a:pt x="7359" y="0"/>
                </a:moveTo>
                <a:lnTo>
                  <a:pt x="1" y="10549"/>
                </a:lnTo>
                <a:lnTo>
                  <a:pt x="4561" y="10549"/>
                </a:lnTo>
                <a:lnTo>
                  <a:pt x="11919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3374;p37">
            <a:extLst>
              <a:ext uri="{FF2B5EF4-FFF2-40B4-BE49-F238E27FC236}">
                <a16:creationId xmlns:a16="http://schemas.microsoft.com/office/drawing/2014/main" id="{688723FF-4A43-E299-F110-582395F11C65}"/>
              </a:ext>
            </a:extLst>
          </p:cNvPr>
          <p:cNvSpPr/>
          <p:nvPr/>
        </p:nvSpPr>
        <p:spPr>
          <a:xfrm>
            <a:off x="8982747" y="4796630"/>
            <a:ext cx="485103" cy="429385"/>
          </a:xfrm>
          <a:custGeom>
            <a:avLst/>
            <a:gdLst/>
            <a:ahLst/>
            <a:cxnLst/>
            <a:rect l="l" t="t" r="r" b="b"/>
            <a:pathLst>
              <a:path w="11919" h="10550" extrusionOk="0">
                <a:moveTo>
                  <a:pt x="7346" y="0"/>
                </a:moveTo>
                <a:lnTo>
                  <a:pt x="0" y="10549"/>
                </a:lnTo>
                <a:lnTo>
                  <a:pt x="4560" y="10549"/>
                </a:lnTo>
                <a:lnTo>
                  <a:pt x="11918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3438;p37">
            <a:extLst>
              <a:ext uri="{FF2B5EF4-FFF2-40B4-BE49-F238E27FC236}">
                <a16:creationId xmlns:a16="http://schemas.microsoft.com/office/drawing/2014/main" id="{DAC825D8-AC5C-7708-0441-23E4530ECB8B}"/>
              </a:ext>
            </a:extLst>
          </p:cNvPr>
          <p:cNvSpPr/>
          <p:nvPr/>
        </p:nvSpPr>
        <p:spPr>
          <a:xfrm>
            <a:off x="5109898" y="4796630"/>
            <a:ext cx="486039" cy="429385"/>
          </a:xfrm>
          <a:custGeom>
            <a:avLst/>
            <a:gdLst/>
            <a:ahLst/>
            <a:cxnLst/>
            <a:rect l="l" t="t" r="r" b="b"/>
            <a:pathLst>
              <a:path w="11942" h="10550" extrusionOk="0">
                <a:moveTo>
                  <a:pt x="7370" y="0"/>
                </a:moveTo>
                <a:lnTo>
                  <a:pt x="0" y="10549"/>
                </a:lnTo>
                <a:lnTo>
                  <a:pt x="4572" y="10549"/>
                </a:lnTo>
                <a:lnTo>
                  <a:pt x="1194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3439;p37">
            <a:extLst>
              <a:ext uri="{FF2B5EF4-FFF2-40B4-BE49-F238E27FC236}">
                <a16:creationId xmlns:a16="http://schemas.microsoft.com/office/drawing/2014/main" id="{AF94F079-DA94-69BB-73AF-82BE3014F665}"/>
              </a:ext>
            </a:extLst>
          </p:cNvPr>
          <p:cNvSpPr/>
          <p:nvPr/>
        </p:nvSpPr>
        <p:spPr>
          <a:xfrm>
            <a:off x="5410304" y="4796630"/>
            <a:ext cx="485592" cy="429385"/>
          </a:xfrm>
          <a:custGeom>
            <a:avLst/>
            <a:gdLst/>
            <a:ahLst/>
            <a:cxnLst/>
            <a:rect l="l" t="t" r="r" b="b"/>
            <a:pathLst>
              <a:path w="11931" h="10550" extrusionOk="0">
                <a:moveTo>
                  <a:pt x="7359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3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3440;p37">
            <a:extLst>
              <a:ext uri="{FF2B5EF4-FFF2-40B4-BE49-F238E27FC236}">
                <a16:creationId xmlns:a16="http://schemas.microsoft.com/office/drawing/2014/main" id="{616A0132-0354-BB16-842C-12CE361021D1}"/>
              </a:ext>
            </a:extLst>
          </p:cNvPr>
          <p:cNvSpPr/>
          <p:nvPr/>
        </p:nvSpPr>
        <p:spPr>
          <a:xfrm>
            <a:off x="5710751" y="4796630"/>
            <a:ext cx="485592" cy="429385"/>
          </a:xfrm>
          <a:custGeom>
            <a:avLst/>
            <a:gdLst/>
            <a:ahLst/>
            <a:cxnLst/>
            <a:rect l="l" t="t" r="r" b="b"/>
            <a:pathLst>
              <a:path w="11931" h="10550" extrusionOk="0">
                <a:moveTo>
                  <a:pt x="7359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3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3441;p37">
            <a:extLst>
              <a:ext uri="{FF2B5EF4-FFF2-40B4-BE49-F238E27FC236}">
                <a16:creationId xmlns:a16="http://schemas.microsoft.com/office/drawing/2014/main" id="{D4C2BC67-3EB2-CBAC-8858-E038832159E8}"/>
              </a:ext>
            </a:extLst>
          </p:cNvPr>
          <p:cNvSpPr/>
          <p:nvPr/>
        </p:nvSpPr>
        <p:spPr>
          <a:xfrm>
            <a:off x="6010709" y="4796630"/>
            <a:ext cx="486080" cy="429385"/>
          </a:xfrm>
          <a:custGeom>
            <a:avLst/>
            <a:gdLst/>
            <a:ahLst/>
            <a:cxnLst/>
            <a:rect l="l" t="t" r="r" b="b"/>
            <a:pathLst>
              <a:path w="11943" h="10550" extrusionOk="0">
                <a:moveTo>
                  <a:pt x="7371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4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3442;p37">
            <a:extLst>
              <a:ext uri="{FF2B5EF4-FFF2-40B4-BE49-F238E27FC236}">
                <a16:creationId xmlns:a16="http://schemas.microsoft.com/office/drawing/2014/main" id="{6BFCD2F7-1730-5466-D2C4-F539DD88ECF9}"/>
              </a:ext>
            </a:extLst>
          </p:cNvPr>
          <p:cNvSpPr/>
          <p:nvPr/>
        </p:nvSpPr>
        <p:spPr>
          <a:xfrm>
            <a:off x="6311156" y="4796630"/>
            <a:ext cx="485103" cy="429385"/>
          </a:xfrm>
          <a:custGeom>
            <a:avLst/>
            <a:gdLst/>
            <a:ahLst/>
            <a:cxnLst/>
            <a:rect l="l" t="t" r="r" b="b"/>
            <a:pathLst>
              <a:path w="11919" h="10550" extrusionOk="0">
                <a:moveTo>
                  <a:pt x="7359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19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3443;p37">
            <a:extLst>
              <a:ext uri="{FF2B5EF4-FFF2-40B4-BE49-F238E27FC236}">
                <a16:creationId xmlns:a16="http://schemas.microsoft.com/office/drawing/2014/main" id="{ABF9F635-0D20-40C6-BB25-2FE54AB14B75}"/>
              </a:ext>
            </a:extLst>
          </p:cNvPr>
          <p:cNvSpPr/>
          <p:nvPr/>
        </p:nvSpPr>
        <p:spPr>
          <a:xfrm>
            <a:off x="6611603" y="4796630"/>
            <a:ext cx="485103" cy="429385"/>
          </a:xfrm>
          <a:custGeom>
            <a:avLst/>
            <a:gdLst/>
            <a:ahLst/>
            <a:cxnLst/>
            <a:rect l="l" t="t" r="r" b="b"/>
            <a:pathLst>
              <a:path w="11919" h="10550" extrusionOk="0">
                <a:moveTo>
                  <a:pt x="7359" y="0"/>
                </a:moveTo>
                <a:lnTo>
                  <a:pt x="1" y="10549"/>
                </a:lnTo>
                <a:lnTo>
                  <a:pt x="4561" y="10549"/>
                </a:lnTo>
                <a:lnTo>
                  <a:pt x="11919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3444;p37">
            <a:extLst>
              <a:ext uri="{FF2B5EF4-FFF2-40B4-BE49-F238E27FC236}">
                <a16:creationId xmlns:a16="http://schemas.microsoft.com/office/drawing/2014/main" id="{B364F340-7BF1-4774-22CD-41814628287E}"/>
              </a:ext>
            </a:extLst>
          </p:cNvPr>
          <p:cNvSpPr/>
          <p:nvPr/>
        </p:nvSpPr>
        <p:spPr>
          <a:xfrm>
            <a:off x="6908672" y="4796630"/>
            <a:ext cx="485103" cy="429385"/>
          </a:xfrm>
          <a:custGeom>
            <a:avLst/>
            <a:gdLst/>
            <a:ahLst/>
            <a:cxnLst/>
            <a:rect l="l" t="t" r="r" b="b"/>
            <a:pathLst>
              <a:path w="11919" h="10550" extrusionOk="0">
                <a:moveTo>
                  <a:pt x="7346" y="0"/>
                </a:moveTo>
                <a:lnTo>
                  <a:pt x="0" y="10549"/>
                </a:lnTo>
                <a:lnTo>
                  <a:pt x="4560" y="10549"/>
                </a:lnTo>
                <a:lnTo>
                  <a:pt x="11918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3368;p37">
            <a:extLst>
              <a:ext uri="{FF2B5EF4-FFF2-40B4-BE49-F238E27FC236}">
                <a16:creationId xmlns:a16="http://schemas.microsoft.com/office/drawing/2014/main" id="{72BCF738-44B1-6624-C28B-C09E5EAF6DDA}"/>
              </a:ext>
            </a:extLst>
          </p:cNvPr>
          <p:cNvSpPr/>
          <p:nvPr/>
        </p:nvSpPr>
        <p:spPr>
          <a:xfrm>
            <a:off x="1639503" y="-183865"/>
            <a:ext cx="486039" cy="429385"/>
          </a:xfrm>
          <a:custGeom>
            <a:avLst/>
            <a:gdLst/>
            <a:ahLst/>
            <a:cxnLst/>
            <a:rect l="l" t="t" r="r" b="b"/>
            <a:pathLst>
              <a:path w="11942" h="10550" extrusionOk="0">
                <a:moveTo>
                  <a:pt x="7370" y="0"/>
                </a:moveTo>
                <a:lnTo>
                  <a:pt x="0" y="10549"/>
                </a:lnTo>
                <a:lnTo>
                  <a:pt x="4572" y="10549"/>
                </a:lnTo>
                <a:lnTo>
                  <a:pt x="1194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3369;p37">
            <a:extLst>
              <a:ext uri="{FF2B5EF4-FFF2-40B4-BE49-F238E27FC236}">
                <a16:creationId xmlns:a16="http://schemas.microsoft.com/office/drawing/2014/main" id="{D1BCEAC6-E856-3F38-005B-EF13007F50C7}"/>
              </a:ext>
            </a:extLst>
          </p:cNvPr>
          <p:cNvSpPr/>
          <p:nvPr/>
        </p:nvSpPr>
        <p:spPr>
          <a:xfrm>
            <a:off x="1939909" y="-183865"/>
            <a:ext cx="485592" cy="429385"/>
          </a:xfrm>
          <a:custGeom>
            <a:avLst/>
            <a:gdLst/>
            <a:ahLst/>
            <a:cxnLst/>
            <a:rect l="l" t="t" r="r" b="b"/>
            <a:pathLst>
              <a:path w="11931" h="10550" extrusionOk="0">
                <a:moveTo>
                  <a:pt x="7359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3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3370;p37">
            <a:extLst>
              <a:ext uri="{FF2B5EF4-FFF2-40B4-BE49-F238E27FC236}">
                <a16:creationId xmlns:a16="http://schemas.microsoft.com/office/drawing/2014/main" id="{F7554BBA-23EB-2A07-84BB-7607C8368056}"/>
              </a:ext>
            </a:extLst>
          </p:cNvPr>
          <p:cNvSpPr/>
          <p:nvPr/>
        </p:nvSpPr>
        <p:spPr>
          <a:xfrm>
            <a:off x="2240356" y="-183865"/>
            <a:ext cx="485592" cy="429385"/>
          </a:xfrm>
          <a:custGeom>
            <a:avLst/>
            <a:gdLst/>
            <a:ahLst/>
            <a:cxnLst/>
            <a:rect l="l" t="t" r="r" b="b"/>
            <a:pathLst>
              <a:path w="11931" h="10550" extrusionOk="0">
                <a:moveTo>
                  <a:pt x="7359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3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3371;p37">
            <a:extLst>
              <a:ext uri="{FF2B5EF4-FFF2-40B4-BE49-F238E27FC236}">
                <a16:creationId xmlns:a16="http://schemas.microsoft.com/office/drawing/2014/main" id="{81CC1B07-712A-10AE-6F41-BE6FBF1B78B7}"/>
              </a:ext>
            </a:extLst>
          </p:cNvPr>
          <p:cNvSpPr/>
          <p:nvPr/>
        </p:nvSpPr>
        <p:spPr>
          <a:xfrm>
            <a:off x="2540314" y="-183865"/>
            <a:ext cx="486080" cy="429385"/>
          </a:xfrm>
          <a:custGeom>
            <a:avLst/>
            <a:gdLst/>
            <a:ahLst/>
            <a:cxnLst/>
            <a:rect l="l" t="t" r="r" b="b"/>
            <a:pathLst>
              <a:path w="11943" h="10550" extrusionOk="0">
                <a:moveTo>
                  <a:pt x="7371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4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3372;p37">
            <a:extLst>
              <a:ext uri="{FF2B5EF4-FFF2-40B4-BE49-F238E27FC236}">
                <a16:creationId xmlns:a16="http://schemas.microsoft.com/office/drawing/2014/main" id="{EE4759E0-BD71-BEA8-CDEB-055423456C89}"/>
              </a:ext>
            </a:extLst>
          </p:cNvPr>
          <p:cNvSpPr/>
          <p:nvPr/>
        </p:nvSpPr>
        <p:spPr>
          <a:xfrm>
            <a:off x="2840761" y="-183865"/>
            <a:ext cx="485103" cy="429385"/>
          </a:xfrm>
          <a:custGeom>
            <a:avLst/>
            <a:gdLst/>
            <a:ahLst/>
            <a:cxnLst/>
            <a:rect l="l" t="t" r="r" b="b"/>
            <a:pathLst>
              <a:path w="11919" h="10550" extrusionOk="0">
                <a:moveTo>
                  <a:pt x="7359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19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3373;p37">
            <a:extLst>
              <a:ext uri="{FF2B5EF4-FFF2-40B4-BE49-F238E27FC236}">
                <a16:creationId xmlns:a16="http://schemas.microsoft.com/office/drawing/2014/main" id="{7C3E0462-057A-5512-2046-6D69C5AA57C4}"/>
              </a:ext>
            </a:extLst>
          </p:cNvPr>
          <p:cNvSpPr/>
          <p:nvPr/>
        </p:nvSpPr>
        <p:spPr>
          <a:xfrm>
            <a:off x="3141208" y="-183865"/>
            <a:ext cx="485103" cy="429385"/>
          </a:xfrm>
          <a:custGeom>
            <a:avLst/>
            <a:gdLst/>
            <a:ahLst/>
            <a:cxnLst/>
            <a:rect l="l" t="t" r="r" b="b"/>
            <a:pathLst>
              <a:path w="11919" h="10550" extrusionOk="0">
                <a:moveTo>
                  <a:pt x="7359" y="0"/>
                </a:moveTo>
                <a:lnTo>
                  <a:pt x="1" y="10549"/>
                </a:lnTo>
                <a:lnTo>
                  <a:pt x="4561" y="10549"/>
                </a:lnTo>
                <a:lnTo>
                  <a:pt x="11919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3374;p37">
            <a:extLst>
              <a:ext uri="{FF2B5EF4-FFF2-40B4-BE49-F238E27FC236}">
                <a16:creationId xmlns:a16="http://schemas.microsoft.com/office/drawing/2014/main" id="{E371EE19-0021-117E-DC63-8E513ACAA680}"/>
              </a:ext>
            </a:extLst>
          </p:cNvPr>
          <p:cNvSpPr/>
          <p:nvPr/>
        </p:nvSpPr>
        <p:spPr>
          <a:xfrm>
            <a:off x="3438277" y="-183865"/>
            <a:ext cx="485103" cy="429385"/>
          </a:xfrm>
          <a:custGeom>
            <a:avLst/>
            <a:gdLst/>
            <a:ahLst/>
            <a:cxnLst/>
            <a:rect l="l" t="t" r="r" b="b"/>
            <a:pathLst>
              <a:path w="11919" h="10550" extrusionOk="0">
                <a:moveTo>
                  <a:pt x="7346" y="0"/>
                </a:moveTo>
                <a:lnTo>
                  <a:pt x="0" y="10549"/>
                </a:lnTo>
                <a:lnTo>
                  <a:pt x="4560" y="10549"/>
                </a:lnTo>
                <a:lnTo>
                  <a:pt x="11918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3438;p37">
            <a:extLst>
              <a:ext uri="{FF2B5EF4-FFF2-40B4-BE49-F238E27FC236}">
                <a16:creationId xmlns:a16="http://schemas.microsoft.com/office/drawing/2014/main" id="{C394204A-DBA1-294D-A910-AAA2F529B864}"/>
              </a:ext>
            </a:extLst>
          </p:cNvPr>
          <p:cNvSpPr/>
          <p:nvPr/>
        </p:nvSpPr>
        <p:spPr>
          <a:xfrm>
            <a:off x="-434572" y="-183865"/>
            <a:ext cx="486039" cy="429385"/>
          </a:xfrm>
          <a:custGeom>
            <a:avLst/>
            <a:gdLst/>
            <a:ahLst/>
            <a:cxnLst/>
            <a:rect l="l" t="t" r="r" b="b"/>
            <a:pathLst>
              <a:path w="11942" h="10550" extrusionOk="0">
                <a:moveTo>
                  <a:pt x="7370" y="0"/>
                </a:moveTo>
                <a:lnTo>
                  <a:pt x="0" y="10549"/>
                </a:lnTo>
                <a:lnTo>
                  <a:pt x="4572" y="10549"/>
                </a:lnTo>
                <a:lnTo>
                  <a:pt x="1194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3439;p37">
            <a:extLst>
              <a:ext uri="{FF2B5EF4-FFF2-40B4-BE49-F238E27FC236}">
                <a16:creationId xmlns:a16="http://schemas.microsoft.com/office/drawing/2014/main" id="{B504A162-86C9-FF08-9E35-201C16AEE2AE}"/>
              </a:ext>
            </a:extLst>
          </p:cNvPr>
          <p:cNvSpPr/>
          <p:nvPr/>
        </p:nvSpPr>
        <p:spPr>
          <a:xfrm>
            <a:off x="-134166" y="-183865"/>
            <a:ext cx="485592" cy="429385"/>
          </a:xfrm>
          <a:custGeom>
            <a:avLst/>
            <a:gdLst/>
            <a:ahLst/>
            <a:cxnLst/>
            <a:rect l="l" t="t" r="r" b="b"/>
            <a:pathLst>
              <a:path w="11931" h="10550" extrusionOk="0">
                <a:moveTo>
                  <a:pt x="7359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3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3440;p37">
            <a:extLst>
              <a:ext uri="{FF2B5EF4-FFF2-40B4-BE49-F238E27FC236}">
                <a16:creationId xmlns:a16="http://schemas.microsoft.com/office/drawing/2014/main" id="{C4111B7B-94EE-DE15-252D-2E386F94ED12}"/>
              </a:ext>
            </a:extLst>
          </p:cNvPr>
          <p:cNvSpPr/>
          <p:nvPr/>
        </p:nvSpPr>
        <p:spPr>
          <a:xfrm>
            <a:off x="166281" y="-183865"/>
            <a:ext cx="485592" cy="429385"/>
          </a:xfrm>
          <a:custGeom>
            <a:avLst/>
            <a:gdLst/>
            <a:ahLst/>
            <a:cxnLst/>
            <a:rect l="l" t="t" r="r" b="b"/>
            <a:pathLst>
              <a:path w="11931" h="10550" extrusionOk="0">
                <a:moveTo>
                  <a:pt x="7359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3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3441;p37">
            <a:extLst>
              <a:ext uri="{FF2B5EF4-FFF2-40B4-BE49-F238E27FC236}">
                <a16:creationId xmlns:a16="http://schemas.microsoft.com/office/drawing/2014/main" id="{A0B43F95-EBE0-567D-28B5-E5086A49A4C5}"/>
              </a:ext>
            </a:extLst>
          </p:cNvPr>
          <p:cNvSpPr/>
          <p:nvPr/>
        </p:nvSpPr>
        <p:spPr>
          <a:xfrm>
            <a:off x="466239" y="-183865"/>
            <a:ext cx="486080" cy="429385"/>
          </a:xfrm>
          <a:custGeom>
            <a:avLst/>
            <a:gdLst/>
            <a:ahLst/>
            <a:cxnLst/>
            <a:rect l="l" t="t" r="r" b="b"/>
            <a:pathLst>
              <a:path w="11943" h="10550" extrusionOk="0">
                <a:moveTo>
                  <a:pt x="7371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4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3442;p37">
            <a:extLst>
              <a:ext uri="{FF2B5EF4-FFF2-40B4-BE49-F238E27FC236}">
                <a16:creationId xmlns:a16="http://schemas.microsoft.com/office/drawing/2014/main" id="{7D3AE22B-EA3D-94A5-E101-096D9F885A48}"/>
              </a:ext>
            </a:extLst>
          </p:cNvPr>
          <p:cNvSpPr/>
          <p:nvPr/>
        </p:nvSpPr>
        <p:spPr>
          <a:xfrm>
            <a:off x="766686" y="-183865"/>
            <a:ext cx="485103" cy="429385"/>
          </a:xfrm>
          <a:custGeom>
            <a:avLst/>
            <a:gdLst/>
            <a:ahLst/>
            <a:cxnLst/>
            <a:rect l="l" t="t" r="r" b="b"/>
            <a:pathLst>
              <a:path w="11919" h="10550" extrusionOk="0">
                <a:moveTo>
                  <a:pt x="7359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19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3443;p37">
            <a:extLst>
              <a:ext uri="{FF2B5EF4-FFF2-40B4-BE49-F238E27FC236}">
                <a16:creationId xmlns:a16="http://schemas.microsoft.com/office/drawing/2014/main" id="{6921F70E-15DB-2AC5-3689-0AE928393028}"/>
              </a:ext>
            </a:extLst>
          </p:cNvPr>
          <p:cNvSpPr/>
          <p:nvPr/>
        </p:nvSpPr>
        <p:spPr>
          <a:xfrm>
            <a:off x="1067133" y="-183865"/>
            <a:ext cx="485103" cy="429385"/>
          </a:xfrm>
          <a:custGeom>
            <a:avLst/>
            <a:gdLst/>
            <a:ahLst/>
            <a:cxnLst/>
            <a:rect l="l" t="t" r="r" b="b"/>
            <a:pathLst>
              <a:path w="11919" h="10550" extrusionOk="0">
                <a:moveTo>
                  <a:pt x="7359" y="0"/>
                </a:moveTo>
                <a:lnTo>
                  <a:pt x="1" y="10549"/>
                </a:lnTo>
                <a:lnTo>
                  <a:pt x="4561" y="10549"/>
                </a:lnTo>
                <a:lnTo>
                  <a:pt x="11919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3444;p37">
            <a:extLst>
              <a:ext uri="{FF2B5EF4-FFF2-40B4-BE49-F238E27FC236}">
                <a16:creationId xmlns:a16="http://schemas.microsoft.com/office/drawing/2014/main" id="{88CBB03B-FC35-A7B0-9A18-86E9B86C9381}"/>
              </a:ext>
            </a:extLst>
          </p:cNvPr>
          <p:cNvSpPr/>
          <p:nvPr/>
        </p:nvSpPr>
        <p:spPr>
          <a:xfrm>
            <a:off x="1364202" y="-183865"/>
            <a:ext cx="485103" cy="429385"/>
          </a:xfrm>
          <a:custGeom>
            <a:avLst/>
            <a:gdLst/>
            <a:ahLst/>
            <a:cxnLst/>
            <a:rect l="l" t="t" r="r" b="b"/>
            <a:pathLst>
              <a:path w="11919" h="10550" extrusionOk="0">
                <a:moveTo>
                  <a:pt x="7346" y="0"/>
                </a:moveTo>
                <a:lnTo>
                  <a:pt x="0" y="10549"/>
                </a:lnTo>
                <a:lnTo>
                  <a:pt x="4560" y="10549"/>
                </a:lnTo>
                <a:lnTo>
                  <a:pt x="11918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6762362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5" name="Google Shape;1795;p29"/>
          <p:cNvGrpSpPr/>
          <p:nvPr/>
        </p:nvGrpSpPr>
        <p:grpSpPr>
          <a:xfrm>
            <a:off x="481238" y="2773601"/>
            <a:ext cx="1483226" cy="1417400"/>
            <a:chOff x="481238" y="2773600"/>
            <a:chExt cx="1483226" cy="1907455"/>
          </a:xfrm>
        </p:grpSpPr>
        <p:sp>
          <p:nvSpPr>
            <p:cNvPr id="1796" name="Google Shape;1796;p29"/>
            <p:cNvSpPr/>
            <p:nvPr/>
          </p:nvSpPr>
          <p:spPr>
            <a:xfrm>
              <a:off x="481238" y="3072384"/>
              <a:ext cx="1483214" cy="1608671"/>
            </a:xfrm>
            <a:custGeom>
              <a:avLst/>
              <a:gdLst/>
              <a:ahLst/>
              <a:cxnLst/>
              <a:rect l="l" t="t" r="r" b="b"/>
              <a:pathLst>
                <a:path w="42077" h="48352" extrusionOk="0">
                  <a:moveTo>
                    <a:pt x="1619" y="0"/>
                  </a:moveTo>
                  <a:cubicBezTo>
                    <a:pt x="714" y="0"/>
                    <a:pt x="0" y="714"/>
                    <a:pt x="0" y="1607"/>
                  </a:cubicBezTo>
                  <a:lnTo>
                    <a:pt x="0" y="46744"/>
                  </a:lnTo>
                  <a:cubicBezTo>
                    <a:pt x="0" y="47637"/>
                    <a:pt x="714" y="48351"/>
                    <a:pt x="1619" y="48351"/>
                  </a:cubicBezTo>
                  <a:lnTo>
                    <a:pt x="40458" y="48351"/>
                  </a:lnTo>
                  <a:cubicBezTo>
                    <a:pt x="41350" y="48351"/>
                    <a:pt x="42077" y="47637"/>
                    <a:pt x="42077" y="46744"/>
                  </a:cubicBezTo>
                  <a:lnTo>
                    <a:pt x="42077" y="1607"/>
                  </a:lnTo>
                  <a:cubicBezTo>
                    <a:pt x="42077" y="714"/>
                    <a:pt x="41350" y="0"/>
                    <a:pt x="404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29"/>
            <p:cNvSpPr/>
            <p:nvPr/>
          </p:nvSpPr>
          <p:spPr>
            <a:xfrm>
              <a:off x="481250" y="2773600"/>
              <a:ext cx="1483214" cy="1874607"/>
            </a:xfrm>
            <a:custGeom>
              <a:avLst/>
              <a:gdLst/>
              <a:ahLst/>
              <a:cxnLst/>
              <a:rect l="l" t="t" r="r" b="b"/>
              <a:pathLst>
                <a:path w="42077" h="48352" extrusionOk="0">
                  <a:moveTo>
                    <a:pt x="1619" y="0"/>
                  </a:moveTo>
                  <a:cubicBezTo>
                    <a:pt x="714" y="0"/>
                    <a:pt x="0" y="714"/>
                    <a:pt x="0" y="1607"/>
                  </a:cubicBezTo>
                  <a:lnTo>
                    <a:pt x="0" y="46744"/>
                  </a:lnTo>
                  <a:cubicBezTo>
                    <a:pt x="0" y="47637"/>
                    <a:pt x="714" y="48351"/>
                    <a:pt x="1619" y="48351"/>
                  </a:cubicBezTo>
                  <a:lnTo>
                    <a:pt x="40458" y="48351"/>
                  </a:lnTo>
                  <a:cubicBezTo>
                    <a:pt x="41350" y="48351"/>
                    <a:pt x="42077" y="47637"/>
                    <a:pt x="42077" y="46744"/>
                  </a:cubicBezTo>
                  <a:lnTo>
                    <a:pt x="42077" y="1607"/>
                  </a:lnTo>
                  <a:cubicBezTo>
                    <a:pt x="42077" y="714"/>
                    <a:pt x="41350" y="0"/>
                    <a:pt x="40458" y="0"/>
                  </a:cubicBez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02" name="Google Shape;1802;p29"/>
          <p:cNvGrpSpPr/>
          <p:nvPr/>
        </p:nvGrpSpPr>
        <p:grpSpPr>
          <a:xfrm>
            <a:off x="2708852" y="2786523"/>
            <a:ext cx="1492314" cy="1404478"/>
            <a:chOff x="2698740" y="2786522"/>
            <a:chExt cx="1492314" cy="1894533"/>
          </a:xfrm>
        </p:grpSpPr>
        <p:sp>
          <p:nvSpPr>
            <p:cNvPr id="1803" name="Google Shape;1803;p29"/>
            <p:cNvSpPr/>
            <p:nvPr/>
          </p:nvSpPr>
          <p:spPr>
            <a:xfrm>
              <a:off x="2698740" y="3072384"/>
              <a:ext cx="1483214" cy="1608671"/>
            </a:xfrm>
            <a:custGeom>
              <a:avLst/>
              <a:gdLst/>
              <a:ahLst/>
              <a:cxnLst/>
              <a:rect l="l" t="t" r="r" b="b"/>
              <a:pathLst>
                <a:path w="42077" h="48352" extrusionOk="0">
                  <a:moveTo>
                    <a:pt x="1619" y="0"/>
                  </a:moveTo>
                  <a:cubicBezTo>
                    <a:pt x="714" y="0"/>
                    <a:pt x="0" y="714"/>
                    <a:pt x="0" y="1607"/>
                  </a:cubicBezTo>
                  <a:lnTo>
                    <a:pt x="0" y="46744"/>
                  </a:lnTo>
                  <a:cubicBezTo>
                    <a:pt x="0" y="47637"/>
                    <a:pt x="714" y="48351"/>
                    <a:pt x="1619" y="48351"/>
                  </a:cubicBezTo>
                  <a:lnTo>
                    <a:pt x="40458" y="48351"/>
                  </a:lnTo>
                  <a:cubicBezTo>
                    <a:pt x="41350" y="48351"/>
                    <a:pt x="42077" y="47637"/>
                    <a:pt x="42077" y="46744"/>
                  </a:cubicBezTo>
                  <a:lnTo>
                    <a:pt x="42077" y="1607"/>
                  </a:lnTo>
                  <a:cubicBezTo>
                    <a:pt x="42077" y="714"/>
                    <a:pt x="41350" y="0"/>
                    <a:pt x="404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29"/>
            <p:cNvSpPr/>
            <p:nvPr/>
          </p:nvSpPr>
          <p:spPr>
            <a:xfrm>
              <a:off x="2707804" y="2786522"/>
              <a:ext cx="1483250" cy="1861697"/>
            </a:xfrm>
            <a:custGeom>
              <a:avLst/>
              <a:gdLst/>
              <a:ahLst/>
              <a:cxnLst/>
              <a:rect l="l" t="t" r="r" b="b"/>
              <a:pathLst>
                <a:path w="42078" h="48019" extrusionOk="0">
                  <a:moveTo>
                    <a:pt x="1263" y="0"/>
                  </a:moveTo>
                  <a:cubicBezTo>
                    <a:pt x="560" y="0"/>
                    <a:pt x="1" y="560"/>
                    <a:pt x="1" y="1262"/>
                  </a:cubicBezTo>
                  <a:lnTo>
                    <a:pt x="1" y="46756"/>
                  </a:lnTo>
                  <a:cubicBezTo>
                    <a:pt x="1" y="47459"/>
                    <a:pt x="560" y="48018"/>
                    <a:pt x="1263" y="48018"/>
                  </a:cubicBezTo>
                  <a:lnTo>
                    <a:pt x="40803" y="48018"/>
                  </a:lnTo>
                  <a:cubicBezTo>
                    <a:pt x="41506" y="48018"/>
                    <a:pt x="42077" y="47459"/>
                    <a:pt x="42077" y="46756"/>
                  </a:cubicBezTo>
                  <a:lnTo>
                    <a:pt x="42077" y="1262"/>
                  </a:lnTo>
                  <a:cubicBezTo>
                    <a:pt x="42077" y="560"/>
                    <a:pt x="41506" y="0"/>
                    <a:pt x="40803" y="0"/>
                  </a:cubicBez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07" name="Google Shape;1807;p29"/>
          <p:cNvGrpSpPr/>
          <p:nvPr/>
        </p:nvGrpSpPr>
        <p:grpSpPr>
          <a:xfrm>
            <a:off x="2724049" y="1444380"/>
            <a:ext cx="1483248" cy="1115906"/>
            <a:chOff x="2636961" y="3290876"/>
            <a:chExt cx="940789" cy="707703"/>
          </a:xfrm>
        </p:grpSpPr>
        <p:sp>
          <p:nvSpPr>
            <p:cNvPr id="1808" name="Google Shape;1808;p29"/>
            <p:cNvSpPr/>
            <p:nvPr/>
          </p:nvSpPr>
          <p:spPr>
            <a:xfrm>
              <a:off x="2636961" y="3303699"/>
              <a:ext cx="940789" cy="694879"/>
            </a:xfrm>
            <a:custGeom>
              <a:avLst/>
              <a:gdLst/>
              <a:ahLst/>
              <a:cxnLst/>
              <a:rect l="l" t="t" r="r" b="b"/>
              <a:pathLst>
                <a:path w="42768" h="31589" extrusionOk="0">
                  <a:moveTo>
                    <a:pt x="1763" y="1"/>
                  </a:moveTo>
                  <a:cubicBezTo>
                    <a:pt x="786" y="1"/>
                    <a:pt x="0" y="787"/>
                    <a:pt x="0" y="1775"/>
                  </a:cubicBezTo>
                  <a:lnTo>
                    <a:pt x="0" y="29814"/>
                  </a:lnTo>
                  <a:cubicBezTo>
                    <a:pt x="0" y="30802"/>
                    <a:pt x="786" y="31588"/>
                    <a:pt x="1763" y="31588"/>
                  </a:cubicBezTo>
                  <a:lnTo>
                    <a:pt x="40994" y="31588"/>
                  </a:lnTo>
                  <a:cubicBezTo>
                    <a:pt x="41982" y="31588"/>
                    <a:pt x="42768" y="30802"/>
                    <a:pt x="42768" y="29814"/>
                  </a:cubicBezTo>
                  <a:lnTo>
                    <a:pt x="42768" y="1775"/>
                  </a:lnTo>
                  <a:cubicBezTo>
                    <a:pt x="42768" y="787"/>
                    <a:pt x="41982" y="1"/>
                    <a:pt x="40994" y="1"/>
                  </a:cubicBezTo>
                  <a:close/>
                </a:path>
              </a:pathLst>
            </a:custGeom>
            <a:solidFill>
              <a:srgbClr val="000000"/>
            </a:solidFill>
            <a:ln w="22925" cap="flat" cmpd="sng">
              <a:solidFill>
                <a:srgbClr val="000000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29"/>
            <p:cNvSpPr/>
            <p:nvPr/>
          </p:nvSpPr>
          <p:spPr>
            <a:xfrm>
              <a:off x="2911169" y="3747365"/>
              <a:ext cx="103740" cy="130445"/>
            </a:xfrm>
            <a:custGeom>
              <a:avLst/>
              <a:gdLst/>
              <a:ahLst/>
              <a:cxnLst/>
              <a:rect l="l" t="t" r="r" b="b"/>
              <a:pathLst>
                <a:path w="4716" h="5930" extrusionOk="0">
                  <a:moveTo>
                    <a:pt x="0" y="0"/>
                  </a:moveTo>
                  <a:lnTo>
                    <a:pt x="560" y="4322"/>
                  </a:lnTo>
                  <a:lnTo>
                    <a:pt x="1846" y="3346"/>
                  </a:lnTo>
                  <a:lnTo>
                    <a:pt x="3822" y="5929"/>
                  </a:lnTo>
                  <a:lnTo>
                    <a:pt x="4715" y="5239"/>
                  </a:lnTo>
                  <a:lnTo>
                    <a:pt x="2739" y="2655"/>
                  </a:lnTo>
                  <a:lnTo>
                    <a:pt x="4013" y="16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29"/>
            <p:cNvSpPr/>
            <p:nvPr/>
          </p:nvSpPr>
          <p:spPr>
            <a:xfrm>
              <a:off x="2749583" y="3536794"/>
              <a:ext cx="212430" cy="181787"/>
            </a:xfrm>
            <a:custGeom>
              <a:avLst/>
              <a:gdLst/>
              <a:ahLst/>
              <a:cxnLst/>
              <a:rect l="l" t="t" r="r" b="b"/>
              <a:pathLst>
                <a:path w="9657" h="8264" extrusionOk="0">
                  <a:moveTo>
                    <a:pt x="4132" y="1"/>
                  </a:moveTo>
                  <a:cubicBezTo>
                    <a:pt x="1846" y="1"/>
                    <a:pt x="0" y="1846"/>
                    <a:pt x="0" y="4132"/>
                  </a:cubicBezTo>
                  <a:cubicBezTo>
                    <a:pt x="0" y="6406"/>
                    <a:pt x="1846" y="8252"/>
                    <a:pt x="4132" y="8263"/>
                  </a:cubicBezTo>
                  <a:lnTo>
                    <a:pt x="9656" y="8263"/>
                  </a:lnTo>
                  <a:lnTo>
                    <a:pt x="965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29"/>
            <p:cNvSpPr/>
            <p:nvPr/>
          </p:nvSpPr>
          <p:spPr>
            <a:xfrm>
              <a:off x="2962222" y="3536794"/>
              <a:ext cx="529612" cy="181787"/>
            </a:xfrm>
            <a:custGeom>
              <a:avLst/>
              <a:gdLst/>
              <a:ahLst/>
              <a:cxnLst/>
              <a:rect l="l" t="t" r="r" b="b"/>
              <a:pathLst>
                <a:path w="24076" h="8264" extrusionOk="0">
                  <a:moveTo>
                    <a:pt x="1" y="1"/>
                  </a:moveTo>
                  <a:lnTo>
                    <a:pt x="1" y="8263"/>
                  </a:lnTo>
                  <a:lnTo>
                    <a:pt x="19944" y="8263"/>
                  </a:lnTo>
                  <a:cubicBezTo>
                    <a:pt x="22218" y="8252"/>
                    <a:pt x="24075" y="6406"/>
                    <a:pt x="24075" y="4132"/>
                  </a:cubicBezTo>
                  <a:cubicBezTo>
                    <a:pt x="24075" y="1846"/>
                    <a:pt x="22218" y="1"/>
                    <a:pt x="1994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29"/>
            <p:cNvSpPr/>
            <p:nvPr/>
          </p:nvSpPr>
          <p:spPr>
            <a:xfrm>
              <a:off x="2829452" y="3567435"/>
              <a:ext cx="73890" cy="115531"/>
            </a:xfrm>
            <a:custGeom>
              <a:avLst/>
              <a:gdLst/>
              <a:ahLst/>
              <a:cxnLst/>
              <a:rect l="l" t="t" r="r" b="b"/>
              <a:pathLst>
                <a:path w="3359" h="5252" extrusionOk="0">
                  <a:moveTo>
                    <a:pt x="1679" y="417"/>
                  </a:moveTo>
                  <a:cubicBezTo>
                    <a:pt x="2179" y="417"/>
                    <a:pt x="2584" y="822"/>
                    <a:pt x="2584" y="1322"/>
                  </a:cubicBezTo>
                  <a:lnTo>
                    <a:pt x="2584" y="2441"/>
                  </a:lnTo>
                  <a:lnTo>
                    <a:pt x="774" y="2441"/>
                  </a:lnTo>
                  <a:lnTo>
                    <a:pt x="774" y="1322"/>
                  </a:lnTo>
                  <a:cubicBezTo>
                    <a:pt x="774" y="822"/>
                    <a:pt x="1179" y="417"/>
                    <a:pt x="1679" y="417"/>
                  </a:cubicBezTo>
                  <a:close/>
                  <a:moveTo>
                    <a:pt x="1679" y="1"/>
                  </a:moveTo>
                  <a:cubicBezTo>
                    <a:pt x="953" y="1"/>
                    <a:pt x="358" y="596"/>
                    <a:pt x="358" y="1322"/>
                  </a:cubicBezTo>
                  <a:lnTo>
                    <a:pt x="358" y="2441"/>
                  </a:lnTo>
                  <a:lnTo>
                    <a:pt x="239" y="2441"/>
                  </a:lnTo>
                  <a:cubicBezTo>
                    <a:pt x="233" y="2441"/>
                    <a:pt x="227" y="2440"/>
                    <a:pt x="221" y="2440"/>
                  </a:cubicBezTo>
                  <a:cubicBezTo>
                    <a:pt x="98" y="2440"/>
                    <a:pt x="1" y="2555"/>
                    <a:pt x="1" y="2679"/>
                  </a:cubicBezTo>
                  <a:lnTo>
                    <a:pt x="1" y="5001"/>
                  </a:lnTo>
                  <a:cubicBezTo>
                    <a:pt x="1" y="5132"/>
                    <a:pt x="108" y="5251"/>
                    <a:pt x="239" y="5251"/>
                  </a:cubicBezTo>
                  <a:lnTo>
                    <a:pt x="3120" y="5251"/>
                  </a:lnTo>
                  <a:cubicBezTo>
                    <a:pt x="3251" y="5251"/>
                    <a:pt x="3358" y="5132"/>
                    <a:pt x="3358" y="5001"/>
                  </a:cubicBezTo>
                  <a:lnTo>
                    <a:pt x="3358" y="2679"/>
                  </a:lnTo>
                  <a:cubicBezTo>
                    <a:pt x="3358" y="2555"/>
                    <a:pt x="3261" y="2440"/>
                    <a:pt x="3138" y="2440"/>
                  </a:cubicBezTo>
                  <a:cubicBezTo>
                    <a:pt x="3132" y="2440"/>
                    <a:pt x="3126" y="2441"/>
                    <a:pt x="3120" y="2441"/>
                  </a:cubicBezTo>
                  <a:lnTo>
                    <a:pt x="3001" y="2441"/>
                  </a:lnTo>
                  <a:lnTo>
                    <a:pt x="3001" y="1322"/>
                  </a:lnTo>
                  <a:cubicBezTo>
                    <a:pt x="3001" y="596"/>
                    <a:pt x="2406" y="1"/>
                    <a:pt x="167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29"/>
            <p:cNvSpPr/>
            <p:nvPr/>
          </p:nvSpPr>
          <p:spPr>
            <a:xfrm>
              <a:off x="3044203" y="3603839"/>
              <a:ext cx="106622" cy="66806"/>
            </a:xfrm>
            <a:custGeom>
              <a:avLst/>
              <a:gdLst/>
              <a:ahLst/>
              <a:cxnLst/>
              <a:rect l="l" t="t" r="r" b="b"/>
              <a:pathLst>
                <a:path w="4847" h="3037" extrusionOk="0">
                  <a:moveTo>
                    <a:pt x="1" y="1"/>
                  </a:moveTo>
                  <a:lnTo>
                    <a:pt x="822" y="3037"/>
                  </a:lnTo>
                  <a:lnTo>
                    <a:pt x="1929" y="3037"/>
                  </a:lnTo>
                  <a:lnTo>
                    <a:pt x="2239" y="1751"/>
                  </a:lnTo>
                  <a:cubicBezTo>
                    <a:pt x="2263" y="1620"/>
                    <a:pt x="2322" y="1298"/>
                    <a:pt x="2406" y="810"/>
                  </a:cubicBezTo>
                  <a:lnTo>
                    <a:pt x="2430" y="810"/>
                  </a:lnTo>
                  <a:lnTo>
                    <a:pt x="2477" y="1155"/>
                  </a:lnTo>
                  <a:lnTo>
                    <a:pt x="2560" y="1596"/>
                  </a:lnTo>
                  <a:lnTo>
                    <a:pt x="2906" y="3037"/>
                  </a:lnTo>
                  <a:lnTo>
                    <a:pt x="4025" y="3037"/>
                  </a:lnTo>
                  <a:lnTo>
                    <a:pt x="4846" y="1"/>
                  </a:lnTo>
                  <a:lnTo>
                    <a:pt x="3846" y="1"/>
                  </a:lnTo>
                  <a:lnTo>
                    <a:pt x="3573" y="1167"/>
                  </a:lnTo>
                  <a:cubicBezTo>
                    <a:pt x="3549" y="1286"/>
                    <a:pt x="3513" y="1453"/>
                    <a:pt x="3489" y="1655"/>
                  </a:cubicBezTo>
                  <a:cubicBezTo>
                    <a:pt x="3465" y="1858"/>
                    <a:pt x="3453" y="2025"/>
                    <a:pt x="3442" y="2167"/>
                  </a:cubicBezTo>
                  <a:lnTo>
                    <a:pt x="3418" y="2167"/>
                  </a:lnTo>
                  <a:cubicBezTo>
                    <a:pt x="3406" y="1941"/>
                    <a:pt x="3346" y="1632"/>
                    <a:pt x="3263" y="1239"/>
                  </a:cubicBezTo>
                  <a:lnTo>
                    <a:pt x="3013" y="1"/>
                  </a:lnTo>
                  <a:lnTo>
                    <a:pt x="1858" y="1"/>
                  </a:lnTo>
                  <a:lnTo>
                    <a:pt x="1572" y="1227"/>
                  </a:lnTo>
                  <a:cubicBezTo>
                    <a:pt x="1489" y="1691"/>
                    <a:pt x="1429" y="2001"/>
                    <a:pt x="1429" y="2167"/>
                  </a:cubicBezTo>
                  <a:lnTo>
                    <a:pt x="1417" y="2167"/>
                  </a:lnTo>
                  <a:cubicBezTo>
                    <a:pt x="1406" y="1894"/>
                    <a:pt x="1358" y="1572"/>
                    <a:pt x="1275" y="1167"/>
                  </a:cubicBezTo>
                  <a:lnTo>
                    <a:pt x="103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29"/>
            <p:cNvSpPr/>
            <p:nvPr/>
          </p:nvSpPr>
          <p:spPr>
            <a:xfrm>
              <a:off x="3162324" y="3603839"/>
              <a:ext cx="106622" cy="66806"/>
            </a:xfrm>
            <a:custGeom>
              <a:avLst/>
              <a:gdLst/>
              <a:ahLst/>
              <a:cxnLst/>
              <a:rect l="l" t="t" r="r" b="b"/>
              <a:pathLst>
                <a:path w="4847" h="3037" extrusionOk="0">
                  <a:moveTo>
                    <a:pt x="0" y="1"/>
                  </a:moveTo>
                  <a:lnTo>
                    <a:pt x="822" y="3037"/>
                  </a:lnTo>
                  <a:lnTo>
                    <a:pt x="1917" y="3037"/>
                  </a:lnTo>
                  <a:lnTo>
                    <a:pt x="2227" y="1751"/>
                  </a:lnTo>
                  <a:cubicBezTo>
                    <a:pt x="2263" y="1620"/>
                    <a:pt x="2322" y="1298"/>
                    <a:pt x="2405" y="810"/>
                  </a:cubicBezTo>
                  <a:lnTo>
                    <a:pt x="2417" y="810"/>
                  </a:lnTo>
                  <a:lnTo>
                    <a:pt x="2477" y="1155"/>
                  </a:lnTo>
                  <a:lnTo>
                    <a:pt x="2560" y="1596"/>
                  </a:lnTo>
                  <a:lnTo>
                    <a:pt x="2894" y="3037"/>
                  </a:lnTo>
                  <a:lnTo>
                    <a:pt x="4013" y="3037"/>
                  </a:lnTo>
                  <a:lnTo>
                    <a:pt x="4846" y="1"/>
                  </a:lnTo>
                  <a:lnTo>
                    <a:pt x="3834" y="1"/>
                  </a:lnTo>
                  <a:lnTo>
                    <a:pt x="3572" y="1167"/>
                  </a:lnTo>
                  <a:cubicBezTo>
                    <a:pt x="3537" y="1286"/>
                    <a:pt x="3513" y="1453"/>
                    <a:pt x="3489" y="1655"/>
                  </a:cubicBezTo>
                  <a:cubicBezTo>
                    <a:pt x="3465" y="1858"/>
                    <a:pt x="3441" y="2025"/>
                    <a:pt x="3429" y="2167"/>
                  </a:cubicBezTo>
                  <a:lnTo>
                    <a:pt x="3417" y="2167"/>
                  </a:lnTo>
                  <a:cubicBezTo>
                    <a:pt x="3394" y="1941"/>
                    <a:pt x="3346" y="1632"/>
                    <a:pt x="3263" y="1239"/>
                  </a:cubicBezTo>
                  <a:lnTo>
                    <a:pt x="3013" y="1"/>
                  </a:lnTo>
                  <a:lnTo>
                    <a:pt x="1858" y="1"/>
                  </a:lnTo>
                  <a:lnTo>
                    <a:pt x="1572" y="1227"/>
                  </a:lnTo>
                  <a:cubicBezTo>
                    <a:pt x="1477" y="1691"/>
                    <a:pt x="1429" y="2001"/>
                    <a:pt x="1429" y="2167"/>
                  </a:cubicBezTo>
                  <a:lnTo>
                    <a:pt x="1405" y="2167"/>
                  </a:lnTo>
                  <a:cubicBezTo>
                    <a:pt x="1393" y="1894"/>
                    <a:pt x="1346" y="1572"/>
                    <a:pt x="1274" y="1167"/>
                  </a:cubicBezTo>
                  <a:lnTo>
                    <a:pt x="102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29"/>
            <p:cNvSpPr/>
            <p:nvPr/>
          </p:nvSpPr>
          <p:spPr>
            <a:xfrm>
              <a:off x="3239048" y="3603839"/>
              <a:ext cx="106622" cy="66806"/>
            </a:xfrm>
            <a:custGeom>
              <a:avLst/>
              <a:gdLst/>
              <a:ahLst/>
              <a:cxnLst/>
              <a:rect l="l" t="t" r="r" b="b"/>
              <a:pathLst>
                <a:path w="4847" h="3037" extrusionOk="0">
                  <a:moveTo>
                    <a:pt x="1" y="1"/>
                  </a:moveTo>
                  <a:lnTo>
                    <a:pt x="822" y="3037"/>
                  </a:lnTo>
                  <a:lnTo>
                    <a:pt x="1930" y="3037"/>
                  </a:lnTo>
                  <a:lnTo>
                    <a:pt x="2227" y="1751"/>
                  </a:lnTo>
                  <a:cubicBezTo>
                    <a:pt x="2263" y="1620"/>
                    <a:pt x="2323" y="1298"/>
                    <a:pt x="2406" y="810"/>
                  </a:cubicBezTo>
                  <a:lnTo>
                    <a:pt x="2430" y="810"/>
                  </a:lnTo>
                  <a:lnTo>
                    <a:pt x="2477" y="1155"/>
                  </a:lnTo>
                  <a:lnTo>
                    <a:pt x="2561" y="1596"/>
                  </a:lnTo>
                  <a:lnTo>
                    <a:pt x="2906" y="3037"/>
                  </a:lnTo>
                  <a:lnTo>
                    <a:pt x="4013" y="3037"/>
                  </a:lnTo>
                  <a:lnTo>
                    <a:pt x="4847" y="1"/>
                  </a:lnTo>
                  <a:lnTo>
                    <a:pt x="3847" y="1"/>
                  </a:lnTo>
                  <a:lnTo>
                    <a:pt x="3573" y="1167"/>
                  </a:lnTo>
                  <a:cubicBezTo>
                    <a:pt x="3549" y="1286"/>
                    <a:pt x="3513" y="1453"/>
                    <a:pt x="3489" y="1655"/>
                  </a:cubicBezTo>
                  <a:cubicBezTo>
                    <a:pt x="3466" y="1858"/>
                    <a:pt x="3454" y="2025"/>
                    <a:pt x="3442" y="2167"/>
                  </a:cubicBezTo>
                  <a:lnTo>
                    <a:pt x="3418" y="2167"/>
                  </a:lnTo>
                  <a:cubicBezTo>
                    <a:pt x="3406" y="1941"/>
                    <a:pt x="3347" y="1632"/>
                    <a:pt x="3263" y="1239"/>
                  </a:cubicBezTo>
                  <a:lnTo>
                    <a:pt x="3013" y="1"/>
                  </a:lnTo>
                  <a:lnTo>
                    <a:pt x="1858" y="1"/>
                  </a:lnTo>
                  <a:lnTo>
                    <a:pt x="1573" y="1227"/>
                  </a:lnTo>
                  <a:cubicBezTo>
                    <a:pt x="1477" y="1691"/>
                    <a:pt x="1430" y="2001"/>
                    <a:pt x="1430" y="2167"/>
                  </a:cubicBezTo>
                  <a:lnTo>
                    <a:pt x="1418" y="2167"/>
                  </a:lnTo>
                  <a:cubicBezTo>
                    <a:pt x="1394" y="1894"/>
                    <a:pt x="1358" y="1572"/>
                    <a:pt x="1275" y="1167"/>
                  </a:cubicBezTo>
                  <a:lnTo>
                    <a:pt x="1025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29"/>
            <p:cNvSpPr/>
            <p:nvPr/>
          </p:nvSpPr>
          <p:spPr>
            <a:xfrm>
              <a:off x="2636961" y="3290876"/>
              <a:ext cx="940789" cy="694593"/>
            </a:xfrm>
            <a:custGeom>
              <a:avLst/>
              <a:gdLst/>
              <a:ahLst/>
              <a:cxnLst/>
              <a:rect l="l" t="t" r="r" b="b"/>
              <a:pathLst>
                <a:path w="42768" h="31576" extrusionOk="0">
                  <a:moveTo>
                    <a:pt x="1763" y="1"/>
                  </a:moveTo>
                  <a:cubicBezTo>
                    <a:pt x="786" y="1"/>
                    <a:pt x="0" y="786"/>
                    <a:pt x="0" y="1763"/>
                  </a:cubicBezTo>
                  <a:lnTo>
                    <a:pt x="0" y="29814"/>
                  </a:lnTo>
                  <a:cubicBezTo>
                    <a:pt x="0" y="30790"/>
                    <a:pt x="786" y="31576"/>
                    <a:pt x="1763" y="31576"/>
                  </a:cubicBezTo>
                  <a:lnTo>
                    <a:pt x="40994" y="31576"/>
                  </a:lnTo>
                  <a:cubicBezTo>
                    <a:pt x="41982" y="31576"/>
                    <a:pt x="42768" y="30790"/>
                    <a:pt x="42768" y="29814"/>
                  </a:cubicBezTo>
                  <a:lnTo>
                    <a:pt x="42768" y="1763"/>
                  </a:lnTo>
                  <a:cubicBezTo>
                    <a:pt x="42768" y="786"/>
                    <a:pt x="41982" y="1"/>
                    <a:pt x="40994" y="1"/>
                  </a:cubicBezTo>
                  <a:close/>
                </a:path>
              </a:pathLst>
            </a:custGeom>
            <a:solidFill>
              <a:srgbClr val="FFFFFF"/>
            </a:solidFill>
            <a:ln w="22925" cap="flat" cmpd="sng">
              <a:solidFill>
                <a:schemeClr val="accent3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29"/>
            <p:cNvSpPr/>
            <p:nvPr/>
          </p:nvSpPr>
          <p:spPr>
            <a:xfrm>
              <a:off x="2911169" y="3734519"/>
              <a:ext cx="103740" cy="130203"/>
            </a:xfrm>
            <a:custGeom>
              <a:avLst/>
              <a:gdLst/>
              <a:ahLst/>
              <a:cxnLst/>
              <a:rect l="l" t="t" r="r" b="b"/>
              <a:pathLst>
                <a:path w="4716" h="5919" extrusionOk="0">
                  <a:moveTo>
                    <a:pt x="0" y="1"/>
                  </a:moveTo>
                  <a:lnTo>
                    <a:pt x="560" y="4323"/>
                  </a:lnTo>
                  <a:lnTo>
                    <a:pt x="1846" y="3334"/>
                  </a:lnTo>
                  <a:lnTo>
                    <a:pt x="3822" y="5918"/>
                  </a:lnTo>
                  <a:lnTo>
                    <a:pt x="4715" y="5239"/>
                  </a:lnTo>
                  <a:lnTo>
                    <a:pt x="2739" y="2656"/>
                  </a:lnTo>
                  <a:lnTo>
                    <a:pt x="4013" y="166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29"/>
            <p:cNvSpPr/>
            <p:nvPr/>
          </p:nvSpPr>
          <p:spPr>
            <a:xfrm>
              <a:off x="2749583" y="3523706"/>
              <a:ext cx="212430" cy="181787"/>
            </a:xfrm>
            <a:custGeom>
              <a:avLst/>
              <a:gdLst/>
              <a:ahLst/>
              <a:cxnLst/>
              <a:rect l="l" t="t" r="r" b="b"/>
              <a:pathLst>
                <a:path w="9657" h="8264" extrusionOk="0">
                  <a:moveTo>
                    <a:pt x="4132" y="0"/>
                  </a:moveTo>
                  <a:cubicBezTo>
                    <a:pt x="1846" y="0"/>
                    <a:pt x="0" y="1846"/>
                    <a:pt x="0" y="4132"/>
                  </a:cubicBezTo>
                  <a:cubicBezTo>
                    <a:pt x="0" y="6418"/>
                    <a:pt x="1846" y="8263"/>
                    <a:pt x="4132" y="8263"/>
                  </a:cubicBezTo>
                  <a:lnTo>
                    <a:pt x="9656" y="8263"/>
                  </a:lnTo>
                  <a:lnTo>
                    <a:pt x="965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29"/>
            <p:cNvSpPr/>
            <p:nvPr/>
          </p:nvSpPr>
          <p:spPr>
            <a:xfrm>
              <a:off x="2962222" y="3523706"/>
              <a:ext cx="529612" cy="181787"/>
            </a:xfrm>
            <a:custGeom>
              <a:avLst/>
              <a:gdLst/>
              <a:ahLst/>
              <a:cxnLst/>
              <a:rect l="l" t="t" r="r" b="b"/>
              <a:pathLst>
                <a:path w="24076" h="8264" extrusionOk="0">
                  <a:moveTo>
                    <a:pt x="1" y="0"/>
                  </a:moveTo>
                  <a:lnTo>
                    <a:pt x="1" y="8263"/>
                  </a:lnTo>
                  <a:lnTo>
                    <a:pt x="19944" y="8263"/>
                  </a:lnTo>
                  <a:cubicBezTo>
                    <a:pt x="22218" y="8263"/>
                    <a:pt x="24075" y="6418"/>
                    <a:pt x="24075" y="4132"/>
                  </a:cubicBezTo>
                  <a:cubicBezTo>
                    <a:pt x="24075" y="1846"/>
                    <a:pt x="22218" y="0"/>
                    <a:pt x="1994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29"/>
            <p:cNvSpPr/>
            <p:nvPr/>
          </p:nvSpPr>
          <p:spPr>
            <a:xfrm>
              <a:off x="2829452" y="3554347"/>
              <a:ext cx="74132" cy="115509"/>
            </a:xfrm>
            <a:custGeom>
              <a:avLst/>
              <a:gdLst/>
              <a:ahLst/>
              <a:cxnLst/>
              <a:rect l="l" t="t" r="r" b="b"/>
              <a:pathLst>
                <a:path w="3370" h="5251" extrusionOk="0">
                  <a:moveTo>
                    <a:pt x="1679" y="417"/>
                  </a:moveTo>
                  <a:cubicBezTo>
                    <a:pt x="2179" y="417"/>
                    <a:pt x="2584" y="822"/>
                    <a:pt x="2584" y="1322"/>
                  </a:cubicBezTo>
                  <a:lnTo>
                    <a:pt x="2584" y="2441"/>
                  </a:lnTo>
                  <a:lnTo>
                    <a:pt x="774" y="2441"/>
                  </a:lnTo>
                  <a:lnTo>
                    <a:pt x="774" y="1322"/>
                  </a:lnTo>
                  <a:cubicBezTo>
                    <a:pt x="774" y="822"/>
                    <a:pt x="1179" y="417"/>
                    <a:pt x="1679" y="417"/>
                  </a:cubicBezTo>
                  <a:close/>
                  <a:moveTo>
                    <a:pt x="1679" y="0"/>
                  </a:moveTo>
                  <a:cubicBezTo>
                    <a:pt x="953" y="0"/>
                    <a:pt x="358" y="596"/>
                    <a:pt x="358" y="1322"/>
                  </a:cubicBezTo>
                  <a:lnTo>
                    <a:pt x="358" y="2441"/>
                  </a:lnTo>
                  <a:lnTo>
                    <a:pt x="239" y="2441"/>
                  </a:lnTo>
                  <a:cubicBezTo>
                    <a:pt x="233" y="2440"/>
                    <a:pt x="227" y="2440"/>
                    <a:pt x="221" y="2440"/>
                  </a:cubicBezTo>
                  <a:cubicBezTo>
                    <a:pt x="98" y="2440"/>
                    <a:pt x="1" y="2554"/>
                    <a:pt x="1" y="2679"/>
                  </a:cubicBezTo>
                  <a:lnTo>
                    <a:pt x="1" y="5001"/>
                  </a:lnTo>
                  <a:cubicBezTo>
                    <a:pt x="1" y="5132"/>
                    <a:pt x="108" y="5251"/>
                    <a:pt x="239" y="5251"/>
                  </a:cubicBezTo>
                  <a:lnTo>
                    <a:pt x="3120" y="5251"/>
                  </a:lnTo>
                  <a:cubicBezTo>
                    <a:pt x="3251" y="5251"/>
                    <a:pt x="3358" y="5132"/>
                    <a:pt x="3358" y="5001"/>
                  </a:cubicBezTo>
                  <a:lnTo>
                    <a:pt x="3358" y="2691"/>
                  </a:lnTo>
                  <a:cubicBezTo>
                    <a:pt x="3369" y="2555"/>
                    <a:pt x="3272" y="2440"/>
                    <a:pt x="3140" y="2440"/>
                  </a:cubicBezTo>
                  <a:cubicBezTo>
                    <a:pt x="3133" y="2440"/>
                    <a:pt x="3127" y="2440"/>
                    <a:pt x="3120" y="2441"/>
                  </a:cubicBezTo>
                  <a:lnTo>
                    <a:pt x="3001" y="2441"/>
                  </a:lnTo>
                  <a:lnTo>
                    <a:pt x="3001" y="1322"/>
                  </a:lnTo>
                  <a:cubicBezTo>
                    <a:pt x="3001" y="596"/>
                    <a:pt x="2406" y="0"/>
                    <a:pt x="167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29"/>
            <p:cNvSpPr/>
            <p:nvPr/>
          </p:nvSpPr>
          <p:spPr>
            <a:xfrm>
              <a:off x="3044203" y="3591015"/>
              <a:ext cx="106622" cy="66542"/>
            </a:xfrm>
            <a:custGeom>
              <a:avLst/>
              <a:gdLst/>
              <a:ahLst/>
              <a:cxnLst/>
              <a:rect l="l" t="t" r="r" b="b"/>
              <a:pathLst>
                <a:path w="4847" h="3025" extrusionOk="0">
                  <a:moveTo>
                    <a:pt x="1" y="0"/>
                  </a:moveTo>
                  <a:lnTo>
                    <a:pt x="822" y="3024"/>
                  </a:lnTo>
                  <a:lnTo>
                    <a:pt x="1929" y="3024"/>
                  </a:lnTo>
                  <a:lnTo>
                    <a:pt x="2239" y="1738"/>
                  </a:lnTo>
                  <a:cubicBezTo>
                    <a:pt x="2263" y="1607"/>
                    <a:pt x="2322" y="1298"/>
                    <a:pt x="2406" y="798"/>
                  </a:cubicBezTo>
                  <a:lnTo>
                    <a:pt x="2430" y="798"/>
                  </a:lnTo>
                  <a:lnTo>
                    <a:pt x="2477" y="1155"/>
                  </a:lnTo>
                  <a:lnTo>
                    <a:pt x="2560" y="1584"/>
                  </a:lnTo>
                  <a:lnTo>
                    <a:pt x="2906" y="3024"/>
                  </a:lnTo>
                  <a:lnTo>
                    <a:pt x="4025" y="3024"/>
                  </a:lnTo>
                  <a:lnTo>
                    <a:pt x="4846" y="0"/>
                  </a:lnTo>
                  <a:lnTo>
                    <a:pt x="3846" y="0"/>
                  </a:lnTo>
                  <a:lnTo>
                    <a:pt x="3573" y="1167"/>
                  </a:lnTo>
                  <a:cubicBezTo>
                    <a:pt x="3549" y="1286"/>
                    <a:pt x="3513" y="1453"/>
                    <a:pt x="3489" y="1655"/>
                  </a:cubicBezTo>
                  <a:cubicBezTo>
                    <a:pt x="3465" y="1857"/>
                    <a:pt x="3453" y="2024"/>
                    <a:pt x="3442" y="2155"/>
                  </a:cubicBezTo>
                  <a:lnTo>
                    <a:pt x="3418" y="2155"/>
                  </a:lnTo>
                  <a:cubicBezTo>
                    <a:pt x="3406" y="1941"/>
                    <a:pt x="3346" y="1631"/>
                    <a:pt x="3263" y="1238"/>
                  </a:cubicBezTo>
                  <a:lnTo>
                    <a:pt x="3013" y="0"/>
                  </a:lnTo>
                  <a:lnTo>
                    <a:pt x="1858" y="0"/>
                  </a:lnTo>
                  <a:lnTo>
                    <a:pt x="1572" y="1226"/>
                  </a:lnTo>
                  <a:cubicBezTo>
                    <a:pt x="1489" y="1679"/>
                    <a:pt x="1429" y="1988"/>
                    <a:pt x="1429" y="2155"/>
                  </a:cubicBezTo>
                  <a:lnTo>
                    <a:pt x="1417" y="2155"/>
                  </a:lnTo>
                  <a:cubicBezTo>
                    <a:pt x="1406" y="1893"/>
                    <a:pt x="1358" y="1560"/>
                    <a:pt x="1275" y="1167"/>
                  </a:cubicBezTo>
                  <a:lnTo>
                    <a:pt x="103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29"/>
            <p:cNvSpPr/>
            <p:nvPr/>
          </p:nvSpPr>
          <p:spPr>
            <a:xfrm>
              <a:off x="3162324" y="3591015"/>
              <a:ext cx="106622" cy="66542"/>
            </a:xfrm>
            <a:custGeom>
              <a:avLst/>
              <a:gdLst/>
              <a:ahLst/>
              <a:cxnLst/>
              <a:rect l="l" t="t" r="r" b="b"/>
              <a:pathLst>
                <a:path w="4847" h="3025" extrusionOk="0">
                  <a:moveTo>
                    <a:pt x="0" y="0"/>
                  </a:moveTo>
                  <a:lnTo>
                    <a:pt x="822" y="3024"/>
                  </a:lnTo>
                  <a:lnTo>
                    <a:pt x="1917" y="3024"/>
                  </a:lnTo>
                  <a:lnTo>
                    <a:pt x="2227" y="1738"/>
                  </a:lnTo>
                  <a:cubicBezTo>
                    <a:pt x="2263" y="1607"/>
                    <a:pt x="2322" y="1298"/>
                    <a:pt x="2405" y="798"/>
                  </a:cubicBezTo>
                  <a:lnTo>
                    <a:pt x="2417" y="798"/>
                  </a:lnTo>
                  <a:lnTo>
                    <a:pt x="2477" y="1155"/>
                  </a:lnTo>
                  <a:lnTo>
                    <a:pt x="2560" y="1584"/>
                  </a:lnTo>
                  <a:lnTo>
                    <a:pt x="2894" y="3024"/>
                  </a:lnTo>
                  <a:lnTo>
                    <a:pt x="4013" y="3024"/>
                  </a:lnTo>
                  <a:lnTo>
                    <a:pt x="4846" y="0"/>
                  </a:lnTo>
                  <a:lnTo>
                    <a:pt x="3834" y="0"/>
                  </a:lnTo>
                  <a:lnTo>
                    <a:pt x="3572" y="1167"/>
                  </a:lnTo>
                  <a:cubicBezTo>
                    <a:pt x="3537" y="1286"/>
                    <a:pt x="3513" y="1453"/>
                    <a:pt x="3489" y="1655"/>
                  </a:cubicBezTo>
                  <a:cubicBezTo>
                    <a:pt x="3465" y="1857"/>
                    <a:pt x="3441" y="2024"/>
                    <a:pt x="3429" y="2155"/>
                  </a:cubicBezTo>
                  <a:lnTo>
                    <a:pt x="3417" y="2155"/>
                  </a:lnTo>
                  <a:cubicBezTo>
                    <a:pt x="3394" y="1941"/>
                    <a:pt x="3346" y="1631"/>
                    <a:pt x="3263" y="1238"/>
                  </a:cubicBezTo>
                  <a:lnTo>
                    <a:pt x="3013" y="0"/>
                  </a:lnTo>
                  <a:lnTo>
                    <a:pt x="1858" y="0"/>
                  </a:lnTo>
                  <a:lnTo>
                    <a:pt x="1572" y="1226"/>
                  </a:lnTo>
                  <a:cubicBezTo>
                    <a:pt x="1477" y="1679"/>
                    <a:pt x="1429" y="1988"/>
                    <a:pt x="1429" y="2155"/>
                  </a:cubicBezTo>
                  <a:lnTo>
                    <a:pt x="1405" y="2155"/>
                  </a:lnTo>
                  <a:cubicBezTo>
                    <a:pt x="1393" y="1893"/>
                    <a:pt x="1346" y="1560"/>
                    <a:pt x="1274" y="1167"/>
                  </a:cubicBezTo>
                  <a:lnTo>
                    <a:pt x="102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29"/>
            <p:cNvSpPr/>
            <p:nvPr/>
          </p:nvSpPr>
          <p:spPr>
            <a:xfrm>
              <a:off x="3280434" y="3591015"/>
              <a:ext cx="106622" cy="66542"/>
            </a:xfrm>
            <a:custGeom>
              <a:avLst/>
              <a:gdLst/>
              <a:ahLst/>
              <a:cxnLst/>
              <a:rect l="l" t="t" r="r" b="b"/>
              <a:pathLst>
                <a:path w="4847" h="3025" extrusionOk="0">
                  <a:moveTo>
                    <a:pt x="1" y="0"/>
                  </a:moveTo>
                  <a:lnTo>
                    <a:pt x="822" y="3024"/>
                  </a:lnTo>
                  <a:lnTo>
                    <a:pt x="1930" y="3024"/>
                  </a:lnTo>
                  <a:lnTo>
                    <a:pt x="2227" y="1738"/>
                  </a:lnTo>
                  <a:cubicBezTo>
                    <a:pt x="2263" y="1607"/>
                    <a:pt x="2323" y="1298"/>
                    <a:pt x="2406" y="798"/>
                  </a:cubicBezTo>
                  <a:lnTo>
                    <a:pt x="2430" y="798"/>
                  </a:lnTo>
                  <a:lnTo>
                    <a:pt x="2477" y="1155"/>
                  </a:lnTo>
                  <a:lnTo>
                    <a:pt x="2561" y="1584"/>
                  </a:lnTo>
                  <a:lnTo>
                    <a:pt x="2906" y="3024"/>
                  </a:lnTo>
                  <a:lnTo>
                    <a:pt x="4013" y="3024"/>
                  </a:lnTo>
                  <a:lnTo>
                    <a:pt x="4847" y="0"/>
                  </a:lnTo>
                  <a:lnTo>
                    <a:pt x="3847" y="0"/>
                  </a:lnTo>
                  <a:lnTo>
                    <a:pt x="3573" y="1167"/>
                  </a:lnTo>
                  <a:cubicBezTo>
                    <a:pt x="3549" y="1286"/>
                    <a:pt x="3513" y="1453"/>
                    <a:pt x="3489" y="1655"/>
                  </a:cubicBezTo>
                  <a:cubicBezTo>
                    <a:pt x="3466" y="1857"/>
                    <a:pt x="3454" y="2024"/>
                    <a:pt x="3442" y="2155"/>
                  </a:cubicBezTo>
                  <a:lnTo>
                    <a:pt x="3418" y="2155"/>
                  </a:lnTo>
                  <a:cubicBezTo>
                    <a:pt x="3406" y="1941"/>
                    <a:pt x="3347" y="1631"/>
                    <a:pt x="3263" y="1238"/>
                  </a:cubicBezTo>
                  <a:lnTo>
                    <a:pt x="3013" y="0"/>
                  </a:lnTo>
                  <a:lnTo>
                    <a:pt x="1858" y="0"/>
                  </a:lnTo>
                  <a:lnTo>
                    <a:pt x="1573" y="1226"/>
                  </a:lnTo>
                  <a:cubicBezTo>
                    <a:pt x="1477" y="1679"/>
                    <a:pt x="1430" y="1988"/>
                    <a:pt x="1430" y="2155"/>
                  </a:cubicBezTo>
                  <a:lnTo>
                    <a:pt x="1418" y="2155"/>
                  </a:lnTo>
                  <a:cubicBezTo>
                    <a:pt x="1394" y="1893"/>
                    <a:pt x="1358" y="1560"/>
                    <a:pt x="1275" y="1167"/>
                  </a:cubicBezTo>
                  <a:lnTo>
                    <a:pt x="102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24" name="Google Shape;1824;p29"/>
          <p:cNvGrpSpPr/>
          <p:nvPr/>
        </p:nvGrpSpPr>
        <p:grpSpPr>
          <a:xfrm>
            <a:off x="2772363" y="2534200"/>
            <a:ext cx="1441500" cy="1466300"/>
            <a:chOff x="2762251" y="2534200"/>
            <a:chExt cx="1441500" cy="1466300"/>
          </a:xfrm>
        </p:grpSpPr>
        <p:sp>
          <p:nvSpPr>
            <p:cNvPr id="1827" name="Google Shape;1827;p29"/>
            <p:cNvSpPr txBox="1"/>
            <p:nvPr/>
          </p:nvSpPr>
          <p:spPr>
            <a:xfrm>
              <a:off x="2762251" y="2933700"/>
              <a:ext cx="1441500" cy="1066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2875" tIns="91425" rIns="182875" bIns="91425" anchor="ctr" anchorCtr="0">
              <a:noAutofit/>
            </a:bodyPr>
            <a:lstStyle/>
            <a:p>
              <a:r>
                <a:rPr lang="de-DE" dirty="0">
                  <a:latin typeface="Fira Sans" panose="020B0503050000020004" pitchFamily="34" charset="0"/>
                </a:rPr>
                <a:t>Arbeitsfähigkeit des BMI vorhanden</a:t>
              </a:r>
            </a:p>
          </p:txBody>
        </p:sp>
        <p:cxnSp>
          <p:nvCxnSpPr>
            <p:cNvPr id="1828" name="Google Shape;1828;p29"/>
            <p:cNvCxnSpPr/>
            <p:nvPr/>
          </p:nvCxnSpPr>
          <p:spPr>
            <a:xfrm>
              <a:off x="3440338" y="2534200"/>
              <a:ext cx="0" cy="2334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829" name="Google Shape;1829;p29"/>
          <p:cNvGrpSpPr/>
          <p:nvPr/>
        </p:nvGrpSpPr>
        <p:grpSpPr>
          <a:xfrm>
            <a:off x="4185681" y="1991600"/>
            <a:ext cx="752600" cy="0"/>
            <a:chOff x="2010725" y="2618750"/>
            <a:chExt cx="752600" cy="0"/>
          </a:xfrm>
        </p:grpSpPr>
        <p:cxnSp>
          <p:nvCxnSpPr>
            <p:cNvPr id="1830" name="Google Shape;1830;p29"/>
            <p:cNvCxnSpPr/>
            <p:nvPr/>
          </p:nvCxnSpPr>
          <p:spPr>
            <a:xfrm>
              <a:off x="2010725" y="2618750"/>
              <a:ext cx="4476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831" name="Google Shape;1831;p29"/>
            <p:cNvCxnSpPr/>
            <p:nvPr/>
          </p:nvCxnSpPr>
          <p:spPr>
            <a:xfrm>
              <a:off x="2316925" y="2618750"/>
              <a:ext cx="4464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832" name="Google Shape;1832;p29"/>
          <p:cNvGrpSpPr/>
          <p:nvPr/>
        </p:nvGrpSpPr>
        <p:grpSpPr>
          <a:xfrm>
            <a:off x="6408750" y="1991600"/>
            <a:ext cx="752600" cy="0"/>
            <a:chOff x="2010725" y="2618750"/>
            <a:chExt cx="752600" cy="0"/>
          </a:xfrm>
        </p:grpSpPr>
        <p:cxnSp>
          <p:nvCxnSpPr>
            <p:cNvPr id="1833" name="Google Shape;1833;p29"/>
            <p:cNvCxnSpPr/>
            <p:nvPr/>
          </p:nvCxnSpPr>
          <p:spPr>
            <a:xfrm>
              <a:off x="2010725" y="2618750"/>
              <a:ext cx="4476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834" name="Google Shape;1834;p29"/>
            <p:cNvCxnSpPr/>
            <p:nvPr/>
          </p:nvCxnSpPr>
          <p:spPr>
            <a:xfrm>
              <a:off x="2316925" y="2618750"/>
              <a:ext cx="4464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835" name="Google Shape;1835;p29"/>
          <p:cNvGrpSpPr/>
          <p:nvPr/>
        </p:nvGrpSpPr>
        <p:grpSpPr>
          <a:xfrm>
            <a:off x="1962613" y="1991600"/>
            <a:ext cx="752600" cy="0"/>
            <a:chOff x="2010725" y="2618750"/>
            <a:chExt cx="752600" cy="0"/>
          </a:xfrm>
        </p:grpSpPr>
        <p:cxnSp>
          <p:nvCxnSpPr>
            <p:cNvPr id="1836" name="Google Shape;1836;p29"/>
            <p:cNvCxnSpPr/>
            <p:nvPr/>
          </p:nvCxnSpPr>
          <p:spPr>
            <a:xfrm>
              <a:off x="2010725" y="2618750"/>
              <a:ext cx="4476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837" name="Google Shape;1837;p29"/>
            <p:cNvCxnSpPr/>
            <p:nvPr/>
          </p:nvCxnSpPr>
          <p:spPr>
            <a:xfrm>
              <a:off x="2316925" y="2618750"/>
              <a:ext cx="4464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838" name="Google Shape;1838;p29"/>
          <p:cNvSpPr txBox="1">
            <a:spLocks noGrp="1"/>
          </p:cNvSpPr>
          <p:nvPr>
            <p:ph type="title"/>
          </p:nvPr>
        </p:nvSpPr>
        <p:spPr>
          <a:xfrm>
            <a:off x="457200" y="2926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6"/>
                </a:solidFill>
              </a:rPr>
              <a:t>Status &amp; Folgen</a:t>
            </a:r>
            <a:endParaRPr dirty="0">
              <a:solidFill>
                <a:schemeClr val="accent6"/>
              </a:solidFill>
            </a:endParaRPr>
          </a:p>
        </p:txBody>
      </p:sp>
      <p:grpSp>
        <p:nvGrpSpPr>
          <p:cNvPr id="1839" name="Google Shape;1839;p29"/>
          <p:cNvGrpSpPr/>
          <p:nvPr/>
        </p:nvGrpSpPr>
        <p:grpSpPr>
          <a:xfrm>
            <a:off x="481241" y="1444163"/>
            <a:ext cx="1493659" cy="2442037"/>
            <a:chOff x="481241" y="1444163"/>
            <a:chExt cx="1493659" cy="2442037"/>
          </a:xfrm>
        </p:grpSpPr>
        <p:grpSp>
          <p:nvGrpSpPr>
            <p:cNvPr id="1840" name="Google Shape;1840;p29"/>
            <p:cNvGrpSpPr/>
            <p:nvPr/>
          </p:nvGrpSpPr>
          <p:grpSpPr>
            <a:xfrm>
              <a:off x="533400" y="2534200"/>
              <a:ext cx="1441500" cy="1352000"/>
              <a:chOff x="533400" y="2534200"/>
              <a:chExt cx="1441500" cy="1352000"/>
            </a:xfrm>
          </p:grpSpPr>
          <p:sp>
            <p:nvSpPr>
              <p:cNvPr id="1843" name="Google Shape;1843;p29"/>
              <p:cNvSpPr txBox="1"/>
              <p:nvPr/>
            </p:nvSpPr>
            <p:spPr>
              <a:xfrm>
                <a:off x="533400" y="2990850"/>
                <a:ext cx="1441500" cy="895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82875" tIns="91425" rIns="182875" bIns="91425" anchor="ctr" anchorCtr="0">
                <a:noAutofit/>
              </a:bodyPr>
              <a:lstStyle/>
              <a:p>
                <a:r>
                  <a:rPr lang="de-DE" dirty="0">
                    <a:latin typeface="Fira Sans" panose="020B0503050000020004" pitchFamily="34" charset="0"/>
                  </a:rPr>
                  <a:t>Systeme gesichert, Beobachtung läuft</a:t>
                </a:r>
              </a:p>
            </p:txBody>
          </p:sp>
          <p:cxnSp>
            <p:nvCxnSpPr>
              <p:cNvPr id="1844" name="Google Shape;1844;p29"/>
              <p:cNvCxnSpPr/>
              <p:nvPr/>
            </p:nvCxnSpPr>
            <p:spPr>
              <a:xfrm>
                <a:off x="1222813" y="2534200"/>
                <a:ext cx="0" cy="233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845" name="Google Shape;1845;p29"/>
            <p:cNvGrpSpPr/>
            <p:nvPr/>
          </p:nvGrpSpPr>
          <p:grpSpPr>
            <a:xfrm>
              <a:off x="481241" y="1444163"/>
              <a:ext cx="1483248" cy="1115906"/>
              <a:chOff x="784101" y="3290876"/>
              <a:chExt cx="940789" cy="707703"/>
            </a:xfrm>
          </p:grpSpPr>
          <p:sp>
            <p:nvSpPr>
              <p:cNvPr id="1846" name="Google Shape;1846;p29"/>
              <p:cNvSpPr/>
              <p:nvPr/>
            </p:nvSpPr>
            <p:spPr>
              <a:xfrm>
                <a:off x="784101" y="3303699"/>
                <a:ext cx="940789" cy="694879"/>
              </a:xfrm>
              <a:custGeom>
                <a:avLst/>
                <a:gdLst/>
                <a:ahLst/>
                <a:cxnLst/>
                <a:rect l="l" t="t" r="r" b="b"/>
                <a:pathLst>
                  <a:path w="42768" h="31589" extrusionOk="0">
                    <a:moveTo>
                      <a:pt x="1763" y="1"/>
                    </a:moveTo>
                    <a:cubicBezTo>
                      <a:pt x="786" y="1"/>
                      <a:pt x="1" y="787"/>
                      <a:pt x="1" y="1775"/>
                    </a:cubicBezTo>
                    <a:lnTo>
                      <a:pt x="1" y="29814"/>
                    </a:lnTo>
                    <a:cubicBezTo>
                      <a:pt x="1" y="30802"/>
                      <a:pt x="786" y="31588"/>
                      <a:pt x="1763" y="31588"/>
                    </a:cubicBezTo>
                    <a:lnTo>
                      <a:pt x="41006" y="31588"/>
                    </a:lnTo>
                    <a:cubicBezTo>
                      <a:pt x="41982" y="31588"/>
                      <a:pt x="42768" y="30802"/>
                      <a:pt x="42768" y="29814"/>
                    </a:cubicBezTo>
                    <a:lnTo>
                      <a:pt x="42768" y="1775"/>
                    </a:lnTo>
                    <a:cubicBezTo>
                      <a:pt x="42768" y="787"/>
                      <a:pt x="41982" y="1"/>
                      <a:pt x="4100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 w="22925" cap="flat" cmpd="sng">
                <a:solidFill>
                  <a:srgbClr val="000000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7" name="Google Shape;1847;p29"/>
              <p:cNvSpPr/>
              <p:nvPr/>
            </p:nvSpPr>
            <p:spPr>
              <a:xfrm>
                <a:off x="1091039" y="3777477"/>
                <a:ext cx="337112" cy="91422"/>
              </a:xfrm>
              <a:custGeom>
                <a:avLst/>
                <a:gdLst/>
                <a:ahLst/>
                <a:cxnLst/>
                <a:rect l="l" t="t" r="r" b="b"/>
                <a:pathLst>
                  <a:path w="15325" h="4156" extrusionOk="0">
                    <a:moveTo>
                      <a:pt x="1" y="0"/>
                    </a:moveTo>
                    <a:lnTo>
                      <a:pt x="1" y="4156"/>
                    </a:lnTo>
                    <a:lnTo>
                      <a:pt x="15324" y="4156"/>
                    </a:lnTo>
                    <a:lnTo>
                      <a:pt x="1532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Google Shape;1848;p29"/>
              <p:cNvSpPr/>
              <p:nvPr/>
            </p:nvSpPr>
            <p:spPr>
              <a:xfrm>
                <a:off x="963504" y="3596514"/>
                <a:ext cx="592195" cy="145118"/>
              </a:xfrm>
              <a:custGeom>
                <a:avLst/>
                <a:gdLst/>
                <a:ahLst/>
                <a:cxnLst/>
                <a:rect l="l" t="t" r="r" b="b"/>
                <a:pathLst>
                  <a:path w="26921" h="6597" extrusionOk="0">
                    <a:moveTo>
                      <a:pt x="3298" y="0"/>
                    </a:moveTo>
                    <a:cubicBezTo>
                      <a:pt x="1477" y="0"/>
                      <a:pt x="0" y="1476"/>
                      <a:pt x="0" y="3298"/>
                    </a:cubicBezTo>
                    <a:cubicBezTo>
                      <a:pt x="0" y="5120"/>
                      <a:pt x="1477" y="6596"/>
                      <a:pt x="3298" y="6596"/>
                    </a:cubicBezTo>
                    <a:lnTo>
                      <a:pt x="23634" y="6596"/>
                    </a:lnTo>
                    <a:cubicBezTo>
                      <a:pt x="25444" y="6596"/>
                      <a:pt x="26920" y="5120"/>
                      <a:pt x="26920" y="3298"/>
                    </a:cubicBezTo>
                    <a:cubicBezTo>
                      <a:pt x="26920" y="1476"/>
                      <a:pt x="25444" y="0"/>
                      <a:pt x="2363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9" name="Google Shape;1849;p29"/>
              <p:cNvSpPr/>
              <p:nvPr/>
            </p:nvSpPr>
            <p:spPr>
              <a:xfrm>
                <a:off x="1112266" y="3424987"/>
                <a:ext cx="294657" cy="114717"/>
              </a:xfrm>
              <a:custGeom>
                <a:avLst/>
                <a:gdLst/>
                <a:ahLst/>
                <a:cxnLst/>
                <a:rect l="l" t="t" r="r" b="b"/>
                <a:pathLst>
                  <a:path w="13395" h="5215" extrusionOk="0">
                    <a:moveTo>
                      <a:pt x="2425" y="1331"/>
                    </a:moveTo>
                    <a:cubicBezTo>
                      <a:pt x="2992" y="1331"/>
                      <a:pt x="3536" y="1768"/>
                      <a:pt x="3536" y="2428"/>
                    </a:cubicBezTo>
                    <a:cubicBezTo>
                      <a:pt x="3536" y="3036"/>
                      <a:pt x="3048" y="3536"/>
                      <a:pt x="2441" y="3536"/>
                    </a:cubicBezTo>
                    <a:cubicBezTo>
                      <a:pt x="1453" y="3536"/>
                      <a:pt x="965" y="2345"/>
                      <a:pt x="1655" y="1655"/>
                    </a:cubicBezTo>
                    <a:cubicBezTo>
                      <a:pt x="1879" y="1431"/>
                      <a:pt x="2154" y="1331"/>
                      <a:pt x="2425" y="1331"/>
                    </a:cubicBezTo>
                    <a:close/>
                    <a:moveTo>
                      <a:pt x="2430" y="0"/>
                    </a:moveTo>
                    <a:cubicBezTo>
                      <a:pt x="2319" y="0"/>
                      <a:pt x="2208" y="8"/>
                      <a:pt x="2096" y="23"/>
                    </a:cubicBezTo>
                    <a:cubicBezTo>
                      <a:pt x="893" y="190"/>
                      <a:pt x="0" y="1226"/>
                      <a:pt x="0" y="2428"/>
                    </a:cubicBezTo>
                    <a:cubicBezTo>
                      <a:pt x="0" y="3643"/>
                      <a:pt x="893" y="4667"/>
                      <a:pt x="2096" y="4833"/>
                    </a:cubicBezTo>
                    <a:cubicBezTo>
                      <a:pt x="2209" y="4849"/>
                      <a:pt x="2322" y="4857"/>
                      <a:pt x="2434" y="4857"/>
                    </a:cubicBezTo>
                    <a:cubicBezTo>
                      <a:pt x="3505" y="4857"/>
                      <a:pt x="4461" y="4152"/>
                      <a:pt x="4763" y="3095"/>
                    </a:cubicBezTo>
                    <a:lnTo>
                      <a:pt x="9954" y="3095"/>
                    </a:lnTo>
                    <a:lnTo>
                      <a:pt x="9954" y="3976"/>
                    </a:lnTo>
                    <a:cubicBezTo>
                      <a:pt x="9930" y="4345"/>
                      <a:pt x="10240" y="4667"/>
                      <a:pt x="10609" y="4667"/>
                    </a:cubicBezTo>
                    <a:cubicBezTo>
                      <a:pt x="10990" y="4667"/>
                      <a:pt x="11287" y="4345"/>
                      <a:pt x="11275" y="3976"/>
                    </a:cubicBezTo>
                    <a:lnTo>
                      <a:pt x="11275" y="3095"/>
                    </a:lnTo>
                    <a:lnTo>
                      <a:pt x="12049" y="3095"/>
                    </a:lnTo>
                    <a:lnTo>
                      <a:pt x="12049" y="4512"/>
                    </a:lnTo>
                    <a:cubicBezTo>
                      <a:pt x="12037" y="4893"/>
                      <a:pt x="12335" y="5214"/>
                      <a:pt x="12716" y="5214"/>
                    </a:cubicBezTo>
                    <a:cubicBezTo>
                      <a:pt x="13097" y="5214"/>
                      <a:pt x="13395" y="4893"/>
                      <a:pt x="13383" y="4512"/>
                    </a:cubicBezTo>
                    <a:lnTo>
                      <a:pt x="13383" y="2428"/>
                    </a:lnTo>
                    <a:cubicBezTo>
                      <a:pt x="13383" y="2071"/>
                      <a:pt x="13085" y="1774"/>
                      <a:pt x="12716" y="1774"/>
                    </a:cubicBezTo>
                    <a:lnTo>
                      <a:pt x="4763" y="1774"/>
                    </a:lnTo>
                    <a:cubicBezTo>
                      <a:pt x="4460" y="716"/>
                      <a:pt x="3502" y="0"/>
                      <a:pt x="243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0" name="Google Shape;1850;p29"/>
              <p:cNvSpPr/>
              <p:nvPr/>
            </p:nvSpPr>
            <p:spPr>
              <a:xfrm>
                <a:off x="1091039" y="3868872"/>
                <a:ext cx="337112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5325" h="620" extrusionOk="0">
                    <a:moveTo>
                      <a:pt x="1" y="1"/>
                    </a:moveTo>
                    <a:lnTo>
                      <a:pt x="1" y="620"/>
                    </a:lnTo>
                    <a:lnTo>
                      <a:pt x="15324" y="620"/>
                    </a:lnTo>
                    <a:lnTo>
                      <a:pt x="15324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1" name="Google Shape;1851;p29"/>
              <p:cNvSpPr/>
              <p:nvPr/>
            </p:nvSpPr>
            <p:spPr>
              <a:xfrm>
                <a:off x="1021640" y="3648623"/>
                <a:ext cx="40871" cy="41135"/>
              </a:xfrm>
              <a:custGeom>
                <a:avLst/>
                <a:gdLst/>
                <a:ahLst/>
                <a:cxnLst/>
                <a:rect l="l" t="t" r="r" b="b"/>
                <a:pathLst>
                  <a:path w="1858" h="1870" extrusionOk="0">
                    <a:moveTo>
                      <a:pt x="929" y="0"/>
                    </a:moveTo>
                    <a:cubicBezTo>
                      <a:pt x="417" y="0"/>
                      <a:pt x="1" y="417"/>
                      <a:pt x="1" y="929"/>
                    </a:cubicBezTo>
                    <a:cubicBezTo>
                      <a:pt x="1" y="1453"/>
                      <a:pt x="417" y="1870"/>
                      <a:pt x="929" y="1870"/>
                    </a:cubicBezTo>
                    <a:cubicBezTo>
                      <a:pt x="1441" y="1870"/>
                      <a:pt x="1858" y="1453"/>
                      <a:pt x="1858" y="929"/>
                    </a:cubicBezTo>
                    <a:cubicBezTo>
                      <a:pt x="1858" y="417"/>
                      <a:pt x="1441" y="0"/>
                      <a:pt x="9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2" name="Google Shape;1852;p29"/>
              <p:cNvSpPr/>
              <p:nvPr/>
            </p:nvSpPr>
            <p:spPr>
              <a:xfrm>
                <a:off x="1107536" y="3648623"/>
                <a:ext cx="41157" cy="4113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70" extrusionOk="0">
                    <a:moveTo>
                      <a:pt x="941" y="0"/>
                    </a:moveTo>
                    <a:cubicBezTo>
                      <a:pt x="418" y="0"/>
                      <a:pt x="1" y="417"/>
                      <a:pt x="1" y="929"/>
                    </a:cubicBezTo>
                    <a:cubicBezTo>
                      <a:pt x="1" y="1453"/>
                      <a:pt x="418" y="1870"/>
                      <a:pt x="941" y="1870"/>
                    </a:cubicBezTo>
                    <a:cubicBezTo>
                      <a:pt x="1453" y="1870"/>
                      <a:pt x="1870" y="1453"/>
                      <a:pt x="1870" y="929"/>
                    </a:cubicBezTo>
                    <a:cubicBezTo>
                      <a:pt x="1870" y="417"/>
                      <a:pt x="1453" y="0"/>
                      <a:pt x="94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3" name="Google Shape;1853;p29"/>
              <p:cNvSpPr/>
              <p:nvPr/>
            </p:nvSpPr>
            <p:spPr>
              <a:xfrm>
                <a:off x="1193718" y="3648623"/>
                <a:ext cx="40871" cy="41135"/>
              </a:xfrm>
              <a:custGeom>
                <a:avLst/>
                <a:gdLst/>
                <a:ahLst/>
                <a:cxnLst/>
                <a:rect l="l" t="t" r="r" b="b"/>
                <a:pathLst>
                  <a:path w="1858" h="1870" extrusionOk="0">
                    <a:moveTo>
                      <a:pt x="929" y="0"/>
                    </a:moveTo>
                    <a:cubicBezTo>
                      <a:pt x="417" y="0"/>
                      <a:pt x="0" y="417"/>
                      <a:pt x="0" y="929"/>
                    </a:cubicBezTo>
                    <a:cubicBezTo>
                      <a:pt x="0" y="1453"/>
                      <a:pt x="417" y="1870"/>
                      <a:pt x="929" y="1870"/>
                    </a:cubicBezTo>
                    <a:cubicBezTo>
                      <a:pt x="1441" y="1870"/>
                      <a:pt x="1857" y="1453"/>
                      <a:pt x="1857" y="929"/>
                    </a:cubicBezTo>
                    <a:cubicBezTo>
                      <a:pt x="1857" y="417"/>
                      <a:pt x="1441" y="0"/>
                      <a:pt x="9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4" name="Google Shape;1854;p29"/>
              <p:cNvSpPr/>
              <p:nvPr/>
            </p:nvSpPr>
            <p:spPr>
              <a:xfrm>
                <a:off x="1279879" y="3648623"/>
                <a:ext cx="40871" cy="41135"/>
              </a:xfrm>
              <a:custGeom>
                <a:avLst/>
                <a:gdLst/>
                <a:ahLst/>
                <a:cxnLst/>
                <a:rect l="l" t="t" r="r" b="b"/>
                <a:pathLst>
                  <a:path w="1858" h="1870" extrusionOk="0">
                    <a:moveTo>
                      <a:pt x="929" y="0"/>
                    </a:moveTo>
                    <a:cubicBezTo>
                      <a:pt x="417" y="0"/>
                      <a:pt x="0" y="417"/>
                      <a:pt x="0" y="929"/>
                    </a:cubicBezTo>
                    <a:cubicBezTo>
                      <a:pt x="0" y="1453"/>
                      <a:pt x="417" y="1870"/>
                      <a:pt x="929" y="1870"/>
                    </a:cubicBezTo>
                    <a:cubicBezTo>
                      <a:pt x="1441" y="1870"/>
                      <a:pt x="1858" y="1453"/>
                      <a:pt x="1858" y="929"/>
                    </a:cubicBezTo>
                    <a:cubicBezTo>
                      <a:pt x="1858" y="417"/>
                      <a:pt x="1441" y="0"/>
                      <a:pt x="9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5" name="Google Shape;1855;p29"/>
              <p:cNvSpPr/>
              <p:nvPr/>
            </p:nvSpPr>
            <p:spPr>
              <a:xfrm>
                <a:off x="1366039" y="3648623"/>
                <a:ext cx="40871" cy="41135"/>
              </a:xfrm>
              <a:custGeom>
                <a:avLst/>
                <a:gdLst/>
                <a:ahLst/>
                <a:cxnLst/>
                <a:rect l="l" t="t" r="r" b="b"/>
                <a:pathLst>
                  <a:path w="1858" h="1870" extrusionOk="0">
                    <a:moveTo>
                      <a:pt x="929" y="0"/>
                    </a:moveTo>
                    <a:cubicBezTo>
                      <a:pt x="417" y="0"/>
                      <a:pt x="0" y="417"/>
                      <a:pt x="0" y="929"/>
                    </a:cubicBezTo>
                    <a:cubicBezTo>
                      <a:pt x="0" y="1453"/>
                      <a:pt x="417" y="1870"/>
                      <a:pt x="929" y="1870"/>
                    </a:cubicBezTo>
                    <a:cubicBezTo>
                      <a:pt x="1441" y="1870"/>
                      <a:pt x="1858" y="1453"/>
                      <a:pt x="1858" y="929"/>
                    </a:cubicBezTo>
                    <a:cubicBezTo>
                      <a:pt x="1858" y="417"/>
                      <a:pt x="1441" y="0"/>
                      <a:pt x="9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6" name="Google Shape;1856;p29"/>
              <p:cNvSpPr/>
              <p:nvPr/>
            </p:nvSpPr>
            <p:spPr>
              <a:xfrm>
                <a:off x="1456642" y="3648623"/>
                <a:ext cx="40893" cy="41135"/>
              </a:xfrm>
              <a:custGeom>
                <a:avLst/>
                <a:gdLst/>
                <a:ahLst/>
                <a:cxnLst/>
                <a:rect l="l" t="t" r="r" b="b"/>
                <a:pathLst>
                  <a:path w="1859" h="1870" extrusionOk="0">
                    <a:moveTo>
                      <a:pt x="930" y="0"/>
                    </a:moveTo>
                    <a:cubicBezTo>
                      <a:pt x="418" y="0"/>
                      <a:pt x="1" y="417"/>
                      <a:pt x="1" y="929"/>
                    </a:cubicBezTo>
                    <a:cubicBezTo>
                      <a:pt x="1" y="1453"/>
                      <a:pt x="418" y="1870"/>
                      <a:pt x="930" y="1870"/>
                    </a:cubicBezTo>
                    <a:cubicBezTo>
                      <a:pt x="1442" y="1870"/>
                      <a:pt x="1858" y="1453"/>
                      <a:pt x="1858" y="929"/>
                    </a:cubicBezTo>
                    <a:cubicBezTo>
                      <a:pt x="1858" y="417"/>
                      <a:pt x="1442" y="0"/>
                      <a:pt x="93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7" name="Google Shape;1857;p29"/>
              <p:cNvSpPr/>
              <p:nvPr/>
            </p:nvSpPr>
            <p:spPr>
              <a:xfrm>
                <a:off x="1147086" y="3823054"/>
                <a:ext cx="225012" cy="0"/>
              </a:xfrm>
              <a:custGeom>
                <a:avLst/>
                <a:gdLst/>
                <a:ahLst/>
                <a:cxnLst/>
                <a:rect l="l" t="t" r="r" b="b"/>
                <a:pathLst>
                  <a:path w="10229" fill="none" extrusionOk="0">
                    <a:moveTo>
                      <a:pt x="1" y="0"/>
                    </a:moveTo>
                    <a:lnTo>
                      <a:pt x="10228" y="0"/>
                    </a:lnTo>
                  </a:path>
                </a:pathLst>
              </a:custGeom>
              <a:noFill/>
              <a:ln w="3875" cap="rnd" cmpd="sng">
                <a:solidFill>
                  <a:srgbClr val="000000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8" name="Google Shape;1858;p29"/>
              <p:cNvSpPr/>
              <p:nvPr/>
            </p:nvSpPr>
            <p:spPr>
              <a:xfrm>
                <a:off x="784101" y="3290876"/>
                <a:ext cx="940789" cy="694593"/>
              </a:xfrm>
              <a:custGeom>
                <a:avLst/>
                <a:gdLst/>
                <a:ahLst/>
                <a:cxnLst/>
                <a:rect l="l" t="t" r="r" b="b"/>
                <a:pathLst>
                  <a:path w="42768" h="31576" extrusionOk="0">
                    <a:moveTo>
                      <a:pt x="1763" y="1"/>
                    </a:moveTo>
                    <a:cubicBezTo>
                      <a:pt x="786" y="1"/>
                      <a:pt x="1" y="786"/>
                      <a:pt x="1" y="1763"/>
                    </a:cubicBezTo>
                    <a:lnTo>
                      <a:pt x="1" y="29814"/>
                    </a:lnTo>
                    <a:cubicBezTo>
                      <a:pt x="1" y="30790"/>
                      <a:pt x="786" y="31576"/>
                      <a:pt x="1763" y="31576"/>
                    </a:cubicBezTo>
                    <a:lnTo>
                      <a:pt x="41006" y="31576"/>
                    </a:lnTo>
                    <a:cubicBezTo>
                      <a:pt x="41982" y="31576"/>
                      <a:pt x="42768" y="30790"/>
                      <a:pt x="42768" y="29814"/>
                    </a:cubicBezTo>
                    <a:lnTo>
                      <a:pt x="42768" y="1763"/>
                    </a:lnTo>
                    <a:cubicBezTo>
                      <a:pt x="42768" y="786"/>
                      <a:pt x="41982" y="1"/>
                      <a:pt x="4100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925" cap="flat" cmpd="sng">
                <a:solidFill>
                  <a:schemeClr val="accent2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9" name="Google Shape;1859;p29"/>
              <p:cNvSpPr/>
              <p:nvPr/>
            </p:nvSpPr>
            <p:spPr>
              <a:xfrm>
                <a:off x="1091039" y="3764390"/>
                <a:ext cx="337112" cy="91422"/>
              </a:xfrm>
              <a:custGeom>
                <a:avLst/>
                <a:gdLst/>
                <a:ahLst/>
                <a:cxnLst/>
                <a:rect l="l" t="t" r="r" b="b"/>
                <a:pathLst>
                  <a:path w="15325" h="4156" extrusionOk="0">
                    <a:moveTo>
                      <a:pt x="1" y="0"/>
                    </a:moveTo>
                    <a:lnTo>
                      <a:pt x="1" y="4155"/>
                    </a:lnTo>
                    <a:lnTo>
                      <a:pt x="15324" y="4155"/>
                    </a:lnTo>
                    <a:lnTo>
                      <a:pt x="15324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0" name="Google Shape;1860;p29"/>
              <p:cNvSpPr/>
              <p:nvPr/>
            </p:nvSpPr>
            <p:spPr>
              <a:xfrm>
                <a:off x="963504" y="3583668"/>
                <a:ext cx="592195" cy="145118"/>
              </a:xfrm>
              <a:custGeom>
                <a:avLst/>
                <a:gdLst/>
                <a:ahLst/>
                <a:cxnLst/>
                <a:rect l="l" t="t" r="r" b="b"/>
                <a:pathLst>
                  <a:path w="26921" h="6597" extrusionOk="0">
                    <a:moveTo>
                      <a:pt x="3298" y="1"/>
                    </a:moveTo>
                    <a:cubicBezTo>
                      <a:pt x="1477" y="1"/>
                      <a:pt x="0" y="1477"/>
                      <a:pt x="0" y="3299"/>
                    </a:cubicBezTo>
                    <a:cubicBezTo>
                      <a:pt x="0" y="5120"/>
                      <a:pt x="1477" y="6597"/>
                      <a:pt x="3298" y="6597"/>
                    </a:cubicBezTo>
                    <a:lnTo>
                      <a:pt x="23634" y="6597"/>
                    </a:lnTo>
                    <a:cubicBezTo>
                      <a:pt x="25444" y="6597"/>
                      <a:pt x="26920" y="5120"/>
                      <a:pt x="26920" y="3299"/>
                    </a:cubicBezTo>
                    <a:cubicBezTo>
                      <a:pt x="26920" y="1477"/>
                      <a:pt x="25444" y="1"/>
                      <a:pt x="2363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1" name="Google Shape;1861;p29"/>
              <p:cNvSpPr/>
              <p:nvPr/>
            </p:nvSpPr>
            <p:spPr>
              <a:xfrm>
                <a:off x="1112266" y="3412141"/>
                <a:ext cx="294657" cy="114739"/>
              </a:xfrm>
              <a:custGeom>
                <a:avLst/>
                <a:gdLst/>
                <a:ahLst/>
                <a:cxnLst/>
                <a:rect l="l" t="t" r="r" b="b"/>
                <a:pathLst>
                  <a:path w="13395" h="5216" extrusionOk="0">
                    <a:moveTo>
                      <a:pt x="2426" y="1326"/>
                    </a:moveTo>
                    <a:cubicBezTo>
                      <a:pt x="2992" y="1326"/>
                      <a:pt x="3536" y="1769"/>
                      <a:pt x="3536" y="2429"/>
                    </a:cubicBezTo>
                    <a:cubicBezTo>
                      <a:pt x="3536" y="3036"/>
                      <a:pt x="3048" y="3524"/>
                      <a:pt x="2441" y="3524"/>
                    </a:cubicBezTo>
                    <a:cubicBezTo>
                      <a:pt x="2436" y="3524"/>
                      <a:pt x="2431" y="3524"/>
                      <a:pt x="2426" y="3524"/>
                    </a:cubicBezTo>
                    <a:cubicBezTo>
                      <a:pt x="1448" y="3524"/>
                      <a:pt x="968" y="2342"/>
                      <a:pt x="1655" y="1655"/>
                    </a:cubicBezTo>
                    <a:cubicBezTo>
                      <a:pt x="1879" y="1428"/>
                      <a:pt x="2155" y="1326"/>
                      <a:pt x="2426" y="1326"/>
                    </a:cubicBezTo>
                    <a:close/>
                    <a:moveTo>
                      <a:pt x="2434" y="1"/>
                    </a:moveTo>
                    <a:cubicBezTo>
                      <a:pt x="2322" y="1"/>
                      <a:pt x="2209" y="8"/>
                      <a:pt x="2096" y="24"/>
                    </a:cubicBezTo>
                    <a:cubicBezTo>
                      <a:pt x="893" y="191"/>
                      <a:pt x="0" y="1215"/>
                      <a:pt x="0" y="2429"/>
                    </a:cubicBezTo>
                    <a:cubicBezTo>
                      <a:pt x="0" y="3643"/>
                      <a:pt x="893" y="4667"/>
                      <a:pt x="2096" y="4834"/>
                    </a:cubicBezTo>
                    <a:cubicBezTo>
                      <a:pt x="2209" y="4850"/>
                      <a:pt x="2322" y="4857"/>
                      <a:pt x="2434" y="4857"/>
                    </a:cubicBezTo>
                    <a:cubicBezTo>
                      <a:pt x="3505" y="4857"/>
                      <a:pt x="4461" y="4152"/>
                      <a:pt x="4763" y="3096"/>
                    </a:cubicBezTo>
                    <a:lnTo>
                      <a:pt x="9954" y="3096"/>
                    </a:lnTo>
                    <a:lnTo>
                      <a:pt x="9954" y="3965"/>
                    </a:lnTo>
                    <a:cubicBezTo>
                      <a:pt x="9930" y="4346"/>
                      <a:pt x="10240" y="4667"/>
                      <a:pt x="10609" y="4667"/>
                    </a:cubicBezTo>
                    <a:cubicBezTo>
                      <a:pt x="10990" y="4667"/>
                      <a:pt x="11287" y="4346"/>
                      <a:pt x="11275" y="3965"/>
                    </a:cubicBezTo>
                    <a:lnTo>
                      <a:pt x="11275" y="3096"/>
                    </a:lnTo>
                    <a:lnTo>
                      <a:pt x="12049" y="3096"/>
                    </a:lnTo>
                    <a:lnTo>
                      <a:pt x="12049" y="4513"/>
                    </a:lnTo>
                    <a:cubicBezTo>
                      <a:pt x="12037" y="4894"/>
                      <a:pt x="12335" y="5215"/>
                      <a:pt x="12716" y="5215"/>
                    </a:cubicBezTo>
                    <a:cubicBezTo>
                      <a:pt x="13097" y="5215"/>
                      <a:pt x="13395" y="4894"/>
                      <a:pt x="13383" y="4513"/>
                    </a:cubicBezTo>
                    <a:lnTo>
                      <a:pt x="13383" y="2429"/>
                    </a:lnTo>
                    <a:cubicBezTo>
                      <a:pt x="13383" y="2060"/>
                      <a:pt x="13085" y="1762"/>
                      <a:pt x="12716" y="1762"/>
                    </a:cubicBezTo>
                    <a:lnTo>
                      <a:pt x="4763" y="1762"/>
                    </a:lnTo>
                    <a:cubicBezTo>
                      <a:pt x="4461" y="706"/>
                      <a:pt x="3505" y="1"/>
                      <a:pt x="243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2" name="Google Shape;1862;p29"/>
              <p:cNvSpPr/>
              <p:nvPr/>
            </p:nvSpPr>
            <p:spPr>
              <a:xfrm>
                <a:off x="1091039" y="3855784"/>
                <a:ext cx="337112" cy="13902"/>
              </a:xfrm>
              <a:custGeom>
                <a:avLst/>
                <a:gdLst/>
                <a:ahLst/>
                <a:cxnLst/>
                <a:rect l="l" t="t" r="r" b="b"/>
                <a:pathLst>
                  <a:path w="15325" h="632" extrusionOk="0">
                    <a:moveTo>
                      <a:pt x="1" y="0"/>
                    </a:moveTo>
                    <a:lnTo>
                      <a:pt x="1" y="631"/>
                    </a:lnTo>
                    <a:lnTo>
                      <a:pt x="15324" y="631"/>
                    </a:lnTo>
                    <a:lnTo>
                      <a:pt x="153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3" name="Google Shape;1863;p29"/>
              <p:cNvSpPr/>
              <p:nvPr/>
            </p:nvSpPr>
            <p:spPr>
              <a:xfrm>
                <a:off x="1021640" y="3635535"/>
                <a:ext cx="40871" cy="41135"/>
              </a:xfrm>
              <a:custGeom>
                <a:avLst/>
                <a:gdLst/>
                <a:ahLst/>
                <a:cxnLst/>
                <a:rect l="l" t="t" r="r" b="b"/>
                <a:pathLst>
                  <a:path w="1858" h="1870" extrusionOk="0">
                    <a:moveTo>
                      <a:pt x="929" y="0"/>
                    </a:moveTo>
                    <a:cubicBezTo>
                      <a:pt x="417" y="0"/>
                      <a:pt x="1" y="417"/>
                      <a:pt x="1" y="941"/>
                    </a:cubicBezTo>
                    <a:cubicBezTo>
                      <a:pt x="1" y="1453"/>
                      <a:pt x="417" y="1869"/>
                      <a:pt x="929" y="1869"/>
                    </a:cubicBezTo>
                    <a:cubicBezTo>
                      <a:pt x="1441" y="1869"/>
                      <a:pt x="1858" y="1453"/>
                      <a:pt x="1858" y="941"/>
                    </a:cubicBezTo>
                    <a:cubicBezTo>
                      <a:pt x="1858" y="417"/>
                      <a:pt x="1441" y="0"/>
                      <a:pt x="92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4" name="Google Shape;1864;p29"/>
              <p:cNvSpPr/>
              <p:nvPr/>
            </p:nvSpPr>
            <p:spPr>
              <a:xfrm>
                <a:off x="1107536" y="3635535"/>
                <a:ext cx="41157" cy="4113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70" extrusionOk="0">
                    <a:moveTo>
                      <a:pt x="941" y="0"/>
                    </a:moveTo>
                    <a:cubicBezTo>
                      <a:pt x="418" y="0"/>
                      <a:pt x="1" y="417"/>
                      <a:pt x="1" y="941"/>
                    </a:cubicBezTo>
                    <a:cubicBezTo>
                      <a:pt x="1" y="1453"/>
                      <a:pt x="418" y="1869"/>
                      <a:pt x="941" y="1869"/>
                    </a:cubicBezTo>
                    <a:cubicBezTo>
                      <a:pt x="1453" y="1869"/>
                      <a:pt x="1870" y="1453"/>
                      <a:pt x="1870" y="941"/>
                    </a:cubicBezTo>
                    <a:cubicBezTo>
                      <a:pt x="1870" y="417"/>
                      <a:pt x="1453" y="0"/>
                      <a:pt x="94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5" name="Google Shape;1865;p29"/>
              <p:cNvSpPr/>
              <p:nvPr/>
            </p:nvSpPr>
            <p:spPr>
              <a:xfrm>
                <a:off x="1193718" y="3635535"/>
                <a:ext cx="40871" cy="41135"/>
              </a:xfrm>
              <a:custGeom>
                <a:avLst/>
                <a:gdLst/>
                <a:ahLst/>
                <a:cxnLst/>
                <a:rect l="l" t="t" r="r" b="b"/>
                <a:pathLst>
                  <a:path w="1858" h="1870" extrusionOk="0">
                    <a:moveTo>
                      <a:pt x="929" y="0"/>
                    </a:moveTo>
                    <a:cubicBezTo>
                      <a:pt x="417" y="0"/>
                      <a:pt x="0" y="417"/>
                      <a:pt x="0" y="941"/>
                    </a:cubicBezTo>
                    <a:cubicBezTo>
                      <a:pt x="0" y="1453"/>
                      <a:pt x="417" y="1869"/>
                      <a:pt x="929" y="1869"/>
                    </a:cubicBezTo>
                    <a:cubicBezTo>
                      <a:pt x="1441" y="1869"/>
                      <a:pt x="1857" y="1453"/>
                      <a:pt x="1857" y="941"/>
                    </a:cubicBezTo>
                    <a:cubicBezTo>
                      <a:pt x="1857" y="417"/>
                      <a:pt x="1441" y="0"/>
                      <a:pt x="92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6" name="Google Shape;1866;p29"/>
              <p:cNvSpPr/>
              <p:nvPr/>
            </p:nvSpPr>
            <p:spPr>
              <a:xfrm>
                <a:off x="1279879" y="3635535"/>
                <a:ext cx="40871" cy="41135"/>
              </a:xfrm>
              <a:custGeom>
                <a:avLst/>
                <a:gdLst/>
                <a:ahLst/>
                <a:cxnLst/>
                <a:rect l="l" t="t" r="r" b="b"/>
                <a:pathLst>
                  <a:path w="1858" h="1870" extrusionOk="0">
                    <a:moveTo>
                      <a:pt x="929" y="0"/>
                    </a:moveTo>
                    <a:cubicBezTo>
                      <a:pt x="417" y="0"/>
                      <a:pt x="0" y="417"/>
                      <a:pt x="0" y="941"/>
                    </a:cubicBezTo>
                    <a:cubicBezTo>
                      <a:pt x="0" y="1453"/>
                      <a:pt x="417" y="1869"/>
                      <a:pt x="929" y="1869"/>
                    </a:cubicBezTo>
                    <a:cubicBezTo>
                      <a:pt x="1441" y="1869"/>
                      <a:pt x="1858" y="1453"/>
                      <a:pt x="1858" y="941"/>
                    </a:cubicBezTo>
                    <a:cubicBezTo>
                      <a:pt x="1858" y="417"/>
                      <a:pt x="1441" y="0"/>
                      <a:pt x="92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7" name="Google Shape;1867;p29"/>
              <p:cNvSpPr/>
              <p:nvPr/>
            </p:nvSpPr>
            <p:spPr>
              <a:xfrm>
                <a:off x="1366039" y="3635535"/>
                <a:ext cx="40871" cy="41135"/>
              </a:xfrm>
              <a:custGeom>
                <a:avLst/>
                <a:gdLst/>
                <a:ahLst/>
                <a:cxnLst/>
                <a:rect l="l" t="t" r="r" b="b"/>
                <a:pathLst>
                  <a:path w="1858" h="1870" extrusionOk="0">
                    <a:moveTo>
                      <a:pt x="929" y="0"/>
                    </a:moveTo>
                    <a:cubicBezTo>
                      <a:pt x="417" y="0"/>
                      <a:pt x="0" y="417"/>
                      <a:pt x="0" y="941"/>
                    </a:cubicBezTo>
                    <a:cubicBezTo>
                      <a:pt x="0" y="1453"/>
                      <a:pt x="417" y="1869"/>
                      <a:pt x="929" y="1869"/>
                    </a:cubicBezTo>
                    <a:cubicBezTo>
                      <a:pt x="1441" y="1869"/>
                      <a:pt x="1858" y="1453"/>
                      <a:pt x="1858" y="941"/>
                    </a:cubicBezTo>
                    <a:cubicBezTo>
                      <a:pt x="1858" y="417"/>
                      <a:pt x="1441" y="0"/>
                      <a:pt x="92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8" name="Google Shape;1868;p29"/>
              <p:cNvSpPr/>
              <p:nvPr/>
            </p:nvSpPr>
            <p:spPr>
              <a:xfrm>
                <a:off x="1456642" y="3635535"/>
                <a:ext cx="40893" cy="41135"/>
              </a:xfrm>
              <a:custGeom>
                <a:avLst/>
                <a:gdLst/>
                <a:ahLst/>
                <a:cxnLst/>
                <a:rect l="l" t="t" r="r" b="b"/>
                <a:pathLst>
                  <a:path w="1859" h="1870" extrusionOk="0">
                    <a:moveTo>
                      <a:pt x="930" y="0"/>
                    </a:moveTo>
                    <a:cubicBezTo>
                      <a:pt x="418" y="0"/>
                      <a:pt x="1" y="417"/>
                      <a:pt x="1" y="941"/>
                    </a:cubicBezTo>
                    <a:cubicBezTo>
                      <a:pt x="1" y="1453"/>
                      <a:pt x="418" y="1869"/>
                      <a:pt x="930" y="1869"/>
                    </a:cubicBezTo>
                    <a:cubicBezTo>
                      <a:pt x="1442" y="1869"/>
                      <a:pt x="1858" y="1453"/>
                      <a:pt x="1858" y="941"/>
                    </a:cubicBezTo>
                    <a:cubicBezTo>
                      <a:pt x="1858" y="417"/>
                      <a:pt x="1442" y="0"/>
                      <a:pt x="93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9" name="Google Shape;1869;p29"/>
              <p:cNvSpPr/>
              <p:nvPr/>
            </p:nvSpPr>
            <p:spPr>
              <a:xfrm>
                <a:off x="1147086" y="3810208"/>
                <a:ext cx="225012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229" h="1" fill="none" extrusionOk="0">
                    <a:moveTo>
                      <a:pt x="1" y="1"/>
                    </a:moveTo>
                    <a:lnTo>
                      <a:pt x="10228" y="1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872" name="Google Shape;1872;p29"/>
          <p:cNvGrpSpPr/>
          <p:nvPr/>
        </p:nvGrpSpPr>
        <p:grpSpPr>
          <a:xfrm>
            <a:off x="4951709" y="2779585"/>
            <a:ext cx="1483251" cy="1459040"/>
            <a:chOff x="4946656" y="2779585"/>
            <a:chExt cx="1483251" cy="1901470"/>
          </a:xfrm>
        </p:grpSpPr>
        <p:sp>
          <p:nvSpPr>
            <p:cNvPr id="1873" name="Google Shape;1873;p29"/>
            <p:cNvSpPr/>
            <p:nvPr/>
          </p:nvSpPr>
          <p:spPr>
            <a:xfrm>
              <a:off x="4946656" y="3072384"/>
              <a:ext cx="1483214" cy="1608671"/>
            </a:xfrm>
            <a:custGeom>
              <a:avLst/>
              <a:gdLst/>
              <a:ahLst/>
              <a:cxnLst/>
              <a:rect l="l" t="t" r="r" b="b"/>
              <a:pathLst>
                <a:path w="42077" h="48352" extrusionOk="0">
                  <a:moveTo>
                    <a:pt x="1619" y="0"/>
                  </a:moveTo>
                  <a:cubicBezTo>
                    <a:pt x="714" y="0"/>
                    <a:pt x="0" y="714"/>
                    <a:pt x="0" y="1607"/>
                  </a:cubicBezTo>
                  <a:lnTo>
                    <a:pt x="0" y="46744"/>
                  </a:lnTo>
                  <a:cubicBezTo>
                    <a:pt x="0" y="47637"/>
                    <a:pt x="714" y="48351"/>
                    <a:pt x="1619" y="48351"/>
                  </a:cubicBezTo>
                  <a:lnTo>
                    <a:pt x="40458" y="48351"/>
                  </a:lnTo>
                  <a:cubicBezTo>
                    <a:pt x="41350" y="48351"/>
                    <a:pt x="42077" y="47637"/>
                    <a:pt x="42077" y="46744"/>
                  </a:cubicBezTo>
                  <a:lnTo>
                    <a:pt x="42077" y="1607"/>
                  </a:lnTo>
                  <a:cubicBezTo>
                    <a:pt x="42077" y="714"/>
                    <a:pt x="41350" y="0"/>
                    <a:pt x="404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29"/>
            <p:cNvSpPr/>
            <p:nvPr/>
          </p:nvSpPr>
          <p:spPr>
            <a:xfrm>
              <a:off x="4946658" y="2779585"/>
              <a:ext cx="1483249" cy="1868636"/>
            </a:xfrm>
            <a:custGeom>
              <a:avLst/>
              <a:gdLst/>
              <a:ahLst/>
              <a:cxnLst/>
              <a:rect l="l" t="t" r="r" b="b"/>
              <a:pathLst>
                <a:path w="42078" h="48198" extrusionOk="0">
                  <a:moveTo>
                    <a:pt x="1382" y="1"/>
                  </a:moveTo>
                  <a:cubicBezTo>
                    <a:pt x="608" y="1"/>
                    <a:pt x="0" y="620"/>
                    <a:pt x="0" y="1382"/>
                  </a:cubicBezTo>
                  <a:lnTo>
                    <a:pt x="0" y="46828"/>
                  </a:lnTo>
                  <a:cubicBezTo>
                    <a:pt x="0" y="47590"/>
                    <a:pt x="608" y="48197"/>
                    <a:pt x="1382" y="48197"/>
                  </a:cubicBezTo>
                  <a:lnTo>
                    <a:pt x="40696" y="48197"/>
                  </a:lnTo>
                  <a:cubicBezTo>
                    <a:pt x="41458" y="48197"/>
                    <a:pt x="42077" y="47590"/>
                    <a:pt x="42077" y="46828"/>
                  </a:cubicBezTo>
                  <a:lnTo>
                    <a:pt x="42077" y="1382"/>
                  </a:lnTo>
                  <a:cubicBezTo>
                    <a:pt x="42077" y="620"/>
                    <a:pt x="41458" y="1"/>
                    <a:pt x="40696" y="1"/>
                  </a:cubicBez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78" name="Google Shape;1878;p29"/>
          <p:cNvSpPr/>
          <p:nvPr/>
        </p:nvSpPr>
        <p:spPr>
          <a:xfrm>
            <a:off x="4951684" y="1464490"/>
            <a:ext cx="1483248" cy="1095685"/>
          </a:xfrm>
          <a:custGeom>
            <a:avLst/>
            <a:gdLst/>
            <a:ahLst/>
            <a:cxnLst/>
            <a:rect l="l" t="t" r="r" b="b"/>
            <a:pathLst>
              <a:path w="42768" h="31589" extrusionOk="0">
                <a:moveTo>
                  <a:pt x="1774" y="1"/>
                </a:moveTo>
                <a:cubicBezTo>
                  <a:pt x="786" y="1"/>
                  <a:pt x="0" y="787"/>
                  <a:pt x="0" y="1775"/>
                </a:cubicBezTo>
                <a:lnTo>
                  <a:pt x="0" y="29814"/>
                </a:lnTo>
                <a:cubicBezTo>
                  <a:pt x="0" y="30802"/>
                  <a:pt x="786" y="31588"/>
                  <a:pt x="1774" y="31588"/>
                </a:cubicBezTo>
                <a:lnTo>
                  <a:pt x="41005" y="31588"/>
                </a:lnTo>
                <a:cubicBezTo>
                  <a:pt x="41982" y="31588"/>
                  <a:pt x="42768" y="30802"/>
                  <a:pt x="42768" y="29814"/>
                </a:cubicBezTo>
                <a:lnTo>
                  <a:pt x="42768" y="1775"/>
                </a:lnTo>
                <a:cubicBezTo>
                  <a:pt x="42768" y="787"/>
                  <a:pt x="41982" y="1"/>
                  <a:pt x="41005" y="1"/>
                </a:cubicBezTo>
                <a:close/>
              </a:path>
            </a:pathLst>
          </a:custGeom>
          <a:solidFill>
            <a:srgbClr val="000000"/>
          </a:solidFill>
          <a:ln w="22925" cap="flat" cmpd="sng">
            <a:solidFill>
              <a:srgbClr val="000000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9" name="Google Shape;1879;p29"/>
          <p:cNvSpPr/>
          <p:nvPr/>
        </p:nvSpPr>
        <p:spPr>
          <a:xfrm>
            <a:off x="5215943" y="1755210"/>
            <a:ext cx="305160" cy="161531"/>
          </a:xfrm>
          <a:custGeom>
            <a:avLst/>
            <a:gdLst/>
            <a:ahLst/>
            <a:cxnLst/>
            <a:rect l="l" t="t" r="r" b="b"/>
            <a:pathLst>
              <a:path w="8799" h="4657" extrusionOk="0">
                <a:moveTo>
                  <a:pt x="369" y="1"/>
                </a:moveTo>
                <a:cubicBezTo>
                  <a:pt x="167" y="1"/>
                  <a:pt x="0" y="156"/>
                  <a:pt x="0" y="358"/>
                </a:cubicBezTo>
                <a:lnTo>
                  <a:pt x="0" y="4287"/>
                </a:lnTo>
                <a:cubicBezTo>
                  <a:pt x="0" y="4490"/>
                  <a:pt x="167" y="4656"/>
                  <a:pt x="369" y="4656"/>
                </a:cubicBezTo>
                <a:lnTo>
                  <a:pt x="8430" y="4656"/>
                </a:lnTo>
                <a:cubicBezTo>
                  <a:pt x="8632" y="4656"/>
                  <a:pt x="8799" y="4490"/>
                  <a:pt x="8799" y="4287"/>
                </a:cubicBezTo>
                <a:lnTo>
                  <a:pt x="8799" y="358"/>
                </a:lnTo>
                <a:cubicBezTo>
                  <a:pt x="8799" y="156"/>
                  <a:pt x="8632" y="1"/>
                  <a:pt x="8430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0" name="Google Shape;1880;p29"/>
          <p:cNvSpPr/>
          <p:nvPr/>
        </p:nvSpPr>
        <p:spPr>
          <a:xfrm>
            <a:off x="5551642" y="1755210"/>
            <a:ext cx="305160" cy="161531"/>
          </a:xfrm>
          <a:custGeom>
            <a:avLst/>
            <a:gdLst/>
            <a:ahLst/>
            <a:cxnLst/>
            <a:rect l="l" t="t" r="r" b="b"/>
            <a:pathLst>
              <a:path w="8799" h="4657" extrusionOk="0">
                <a:moveTo>
                  <a:pt x="369" y="1"/>
                </a:moveTo>
                <a:cubicBezTo>
                  <a:pt x="167" y="1"/>
                  <a:pt x="0" y="156"/>
                  <a:pt x="0" y="358"/>
                </a:cubicBezTo>
                <a:lnTo>
                  <a:pt x="0" y="4287"/>
                </a:lnTo>
                <a:cubicBezTo>
                  <a:pt x="0" y="4490"/>
                  <a:pt x="167" y="4656"/>
                  <a:pt x="369" y="4656"/>
                </a:cubicBezTo>
                <a:lnTo>
                  <a:pt x="8430" y="4656"/>
                </a:lnTo>
                <a:cubicBezTo>
                  <a:pt x="8632" y="4656"/>
                  <a:pt x="8799" y="4490"/>
                  <a:pt x="8799" y="4287"/>
                </a:cubicBezTo>
                <a:lnTo>
                  <a:pt x="8799" y="358"/>
                </a:lnTo>
                <a:cubicBezTo>
                  <a:pt x="8799" y="156"/>
                  <a:pt x="8632" y="1"/>
                  <a:pt x="8430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1" name="Google Shape;1881;p29"/>
          <p:cNvSpPr/>
          <p:nvPr/>
        </p:nvSpPr>
        <p:spPr>
          <a:xfrm>
            <a:off x="5887305" y="1755210"/>
            <a:ext cx="305195" cy="161531"/>
          </a:xfrm>
          <a:custGeom>
            <a:avLst/>
            <a:gdLst/>
            <a:ahLst/>
            <a:cxnLst/>
            <a:rect l="l" t="t" r="r" b="b"/>
            <a:pathLst>
              <a:path w="8800" h="4657" extrusionOk="0">
                <a:moveTo>
                  <a:pt x="370" y="1"/>
                </a:moveTo>
                <a:cubicBezTo>
                  <a:pt x="168" y="1"/>
                  <a:pt x="1" y="156"/>
                  <a:pt x="1" y="358"/>
                </a:cubicBezTo>
                <a:lnTo>
                  <a:pt x="1" y="4287"/>
                </a:lnTo>
                <a:cubicBezTo>
                  <a:pt x="1" y="4490"/>
                  <a:pt x="168" y="4656"/>
                  <a:pt x="370" y="4656"/>
                </a:cubicBezTo>
                <a:lnTo>
                  <a:pt x="8430" y="4656"/>
                </a:lnTo>
                <a:cubicBezTo>
                  <a:pt x="8633" y="4656"/>
                  <a:pt x="8800" y="4490"/>
                  <a:pt x="8800" y="4287"/>
                </a:cubicBezTo>
                <a:lnTo>
                  <a:pt x="8800" y="358"/>
                </a:lnTo>
                <a:cubicBezTo>
                  <a:pt x="8800" y="156"/>
                  <a:pt x="8633" y="1"/>
                  <a:pt x="8430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2" name="Google Shape;1882;p29"/>
          <p:cNvSpPr/>
          <p:nvPr/>
        </p:nvSpPr>
        <p:spPr>
          <a:xfrm>
            <a:off x="5215943" y="2143807"/>
            <a:ext cx="305160" cy="161531"/>
          </a:xfrm>
          <a:custGeom>
            <a:avLst/>
            <a:gdLst/>
            <a:ahLst/>
            <a:cxnLst/>
            <a:rect l="l" t="t" r="r" b="b"/>
            <a:pathLst>
              <a:path w="8799" h="4657" extrusionOk="0">
                <a:moveTo>
                  <a:pt x="369" y="1"/>
                </a:moveTo>
                <a:cubicBezTo>
                  <a:pt x="167" y="1"/>
                  <a:pt x="0" y="155"/>
                  <a:pt x="0" y="358"/>
                </a:cubicBezTo>
                <a:lnTo>
                  <a:pt x="0" y="4287"/>
                </a:lnTo>
                <a:cubicBezTo>
                  <a:pt x="0" y="4489"/>
                  <a:pt x="167" y="4656"/>
                  <a:pt x="369" y="4656"/>
                </a:cubicBezTo>
                <a:lnTo>
                  <a:pt x="8430" y="4656"/>
                </a:lnTo>
                <a:cubicBezTo>
                  <a:pt x="8632" y="4656"/>
                  <a:pt x="8799" y="4489"/>
                  <a:pt x="8799" y="4287"/>
                </a:cubicBezTo>
                <a:lnTo>
                  <a:pt x="8799" y="358"/>
                </a:lnTo>
                <a:cubicBezTo>
                  <a:pt x="8799" y="155"/>
                  <a:pt x="8632" y="1"/>
                  <a:pt x="8430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3" name="Google Shape;1883;p29"/>
          <p:cNvSpPr/>
          <p:nvPr/>
        </p:nvSpPr>
        <p:spPr>
          <a:xfrm>
            <a:off x="5551642" y="2143807"/>
            <a:ext cx="305160" cy="161531"/>
          </a:xfrm>
          <a:custGeom>
            <a:avLst/>
            <a:gdLst/>
            <a:ahLst/>
            <a:cxnLst/>
            <a:rect l="l" t="t" r="r" b="b"/>
            <a:pathLst>
              <a:path w="8799" h="4657" extrusionOk="0">
                <a:moveTo>
                  <a:pt x="369" y="1"/>
                </a:moveTo>
                <a:cubicBezTo>
                  <a:pt x="167" y="1"/>
                  <a:pt x="0" y="155"/>
                  <a:pt x="0" y="358"/>
                </a:cubicBezTo>
                <a:lnTo>
                  <a:pt x="0" y="4287"/>
                </a:lnTo>
                <a:cubicBezTo>
                  <a:pt x="0" y="4489"/>
                  <a:pt x="167" y="4656"/>
                  <a:pt x="369" y="4656"/>
                </a:cubicBezTo>
                <a:lnTo>
                  <a:pt x="8430" y="4656"/>
                </a:lnTo>
                <a:cubicBezTo>
                  <a:pt x="8632" y="4656"/>
                  <a:pt x="8799" y="4489"/>
                  <a:pt x="8799" y="4287"/>
                </a:cubicBezTo>
                <a:lnTo>
                  <a:pt x="8799" y="358"/>
                </a:lnTo>
                <a:cubicBezTo>
                  <a:pt x="8799" y="155"/>
                  <a:pt x="8632" y="1"/>
                  <a:pt x="8430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4" name="Google Shape;1884;p29"/>
          <p:cNvSpPr/>
          <p:nvPr/>
        </p:nvSpPr>
        <p:spPr>
          <a:xfrm>
            <a:off x="5887305" y="2143807"/>
            <a:ext cx="305195" cy="161531"/>
          </a:xfrm>
          <a:custGeom>
            <a:avLst/>
            <a:gdLst/>
            <a:ahLst/>
            <a:cxnLst/>
            <a:rect l="l" t="t" r="r" b="b"/>
            <a:pathLst>
              <a:path w="8800" h="4657" extrusionOk="0">
                <a:moveTo>
                  <a:pt x="370" y="1"/>
                </a:moveTo>
                <a:cubicBezTo>
                  <a:pt x="168" y="1"/>
                  <a:pt x="1" y="155"/>
                  <a:pt x="1" y="358"/>
                </a:cubicBezTo>
                <a:lnTo>
                  <a:pt x="1" y="4287"/>
                </a:lnTo>
                <a:cubicBezTo>
                  <a:pt x="1" y="4489"/>
                  <a:pt x="168" y="4656"/>
                  <a:pt x="370" y="4656"/>
                </a:cubicBezTo>
                <a:lnTo>
                  <a:pt x="8430" y="4656"/>
                </a:lnTo>
                <a:cubicBezTo>
                  <a:pt x="8633" y="4656"/>
                  <a:pt x="8800" y="4489"/>
                  <a:pt x="8800" y="4287"/>
                </a:cubicBezTo>
                <a:lnTo>
                  <a:pt x="8800" y="358"/>
                </a:lnTo>
                <a:cubicBezTo>
                  <a:pt x="8800" y="155"/>
                  <a:pt x="8633" y="1"/>
                  <a:pt x="8430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5" name="Google Shape;1885;p29"/>
          <p:cNvSpPr/>
          <p:nvPr/>
        </p:nvSpPr>
        <p:spPr>
          <a:xfrm>
            <a:off x="5215943" y="1949301"/>
            <a:ext cx="138344" cy="161531"/>
          </a:xfrm>
          <a:custGeom>
            <a:avLst/>
            <a:gdLst/>
            <a:ahLst/>
            <a:cxnLst/>
            <a:rect l="l" t="t" r="r" b="b"/>
            <a:pathLst>
              <a:path w="3989" h="4657" extrusionOk="0">
                <a:moveTo>
                  <a:pt x="369" y="1"/>
                </a:moveTo>
                <a:cubicBezTo>
                  <a:pt x="167" y="1"/>
                  <a:pt x="0" y="168"/>
                  <a:pt x="0" y="370"/>
                </a:cubicBezTo>
                <a:lnTo>
                  <a:pt x="0" y="4287"/>
                </a:lnTo>
                <a:cubicBezTo>
                  <a:pt x="0" y="4501"/>
                  <a:pt x="167" y="4656"/>
                  <a:pt x="369" y="4656"/>
                </a:cubicBezTo>
                <a:lnTo>
                  <a:pt x="3620" y="4656"/>
                </a:lnTo>
                <a:cubicBezTo>
                  <a:pt x="3822" y="4656"/>
                  <a:pt x="3989" y="4501"/>
                  <a:pt x="3989" y="4287"/>
                </a:cubicBezTo>
                <a:lnTo>
                  <a:pt x="3989" y="370"/>
                </a:lnTo>
                <a:cubicBezTo>
                  <a:pt x="3989" y="168"/>
                  <a:pt x="3822" y="1"/>
                  <a:pt x="3620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6" name="Google Shape;1886;p29"/>
          <p:cNvSpPr/>
          <p:nvPr/>
        </p:nvSpPr>
        <p:spPr>
          <a:xfrm>
            <a:off x="6053732" y="1949301"/>
            <a:ext cx="138760" cy="161531"/>
          </a:xfrm>
          <a:custGeom>
            <a:avLst/>
            <a:gdLst/>
            <a:ahLst/>
            <a:cxnLst/>
            <a:rect l="l" t="t" r="r" b="b"/>
            <a:pathLst>
              <a:path w="4001" h="4657" extrusionOk="0">
                <a:moveTo>
                  <a:pt x="369" y="1"/>
                </a:moveTo>
                <a:cubicBezTo>
                  <a:pt x="167" y="1"/>
                  <a:pt x="0" y="168"/>
                  <a:pt x="0" y="370"/>
                </a:cubicBezTo>
                <a:lnTo>
                  <a:pt x="0" y="4287"/>
                </a:lnTo>
                <a:cubicBezTo>
                  <a:pt x="0" y="4501"/>
                  <a:pt x="167" y="4656"/>
                  <a:pt x="369" y="4656"/>
                </a:cubicBezTo>
                <a:lnTo>
                  <a:pt x="3631" y="4656"/>
                </a:lnTo>
                <a:cubicBezTo>
                  <a:pt x="3834" y="4656"/>
                  <a:pt x="4001" y="4501"/>
                  <a:pt x="4001" y="4287"/>
                </a:cubicBezTo>
                <a:lnTo>
                  <a:pt x="4001" y="370"/>
                </a:lnTo>
                <a:cubicBezTo>
                  <a:pt x="4001" y="168"/>
                  <a:pt x="3834" y="1"/>
                  <a:pt x="3631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7" name="Google Shape;1887;p29"/>
          <p:cNvSpPr/>
          <p:nvPr/>
        </p:nvSpPr>
        <p:spPr>
          <a:xfrm>
            <a:off x="5384798" y="1949301"/>
            <a:ext cx="305195" cy="161531"/>
          </a:xfrm>
          <a:custGeom>
            <a:avLst/>
            <a:gdLst/>
            <a:ahLst/>
            <a:cxnLst/>
            <a:rect l="l" t="t" r="r" b="b"/>
            <a:pathLst>
              <a:path w="8800" h="4657" extrusionOk="0">
                <a:moveTo>
                  <a:pt x="370" y="1"/>
                </a:moveTo>
                <a:cubicBezTo>
                  <a:pt x="168" y="1"/>
                  <a:pt x="1" y="168"/>
                  <a:pt x="1" y="370"/>
                </a:cubicBezTo>
                <a:lnTo>
                  <a:pt x="1" y="4287"/>
                </a:lnTo>
                <a:cubicBezTo>
                  <a:pt x="1" y="4501"/>
                  <a:pt x="168" y="4656"/>
                  <a:pt x="370" y="4656"/>
                </a:cubicBezTo>
                <a:lnTo>
                  <a:pt x="8431" y="4656"/>
                </a:lnTo>
                <a:cubicBezTo>
                  <a:pt x="8633" y="4656"/>
                  <a:pt x="8800" y="4501"/>
                  <a:pt x="8800" y="4287"/>
                </a:cubicBezTo>
                <a:lnTo>
                  <a:pt x="8800" y="370"/>
                </a:lnTo>
                <a:cubicBezTo>
                  <a:pt x="8800" y="168"/>
                  <a:pt x="8633" y="1"/>
                  <a:pt x="8431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8" name="Google Shape;1888;p29"/>
          <p:cNvSpPr/>
          <p:nvPr/>
        </p:nvSpPr>
        <p:spPr>
          <a:xfrm>
            <a:off x="5720496" y="1949301"/>
            <a:ext cx="305195" cy="161531"/>
          </a:xfrm>
          <a:custGeom>
            <a:avLst/>
            <a:gdLst/>
            <a:ahLst/>
            <a:cxnLst/>
            <a:rect l="l" t="t" r="r" b="b"/>
            <a:pathLst>
              <a:path w="8800" h="4657" extrusionOk="0">
                <a:moveTo>
                  <a:pt x="370" y="1"/>
                </a:moveTo>
                <a:cubicBezTo>
                  <a:pt x="167" y="1"/>
                  <a:pt x="1" y="168"/>
                  <a:pt x="1" y="370"/>
                </a:cubicBezTo>
                <a:lnTo>
                  <a:pt x="1" y="4287"/>
                </a:lnTo>
                <a:cubicBezTo>
                  <a:pt x="1" y="4501"/>
                  <a:pt x="167" y="4656"/>
                  <a:pt x="370" y="4656"/>
                </a:cubicBezTo>
                <a:lnTo>
                  <a:pt x="8430" y="4656"/>
                </a:lnTo>
                <a:cubicBezTo>
                  <a:pt x="8633" y="4656"/>
                  <a:pt x="8799" y="4501"/>
                  <a:pt x="8799" y="4287"/>
                </a:cubicBezTo>
                <a:lnTo>
                  <a:pt x="8799" y="370"/>
                </a:lnTo>
                <a:cubicBezTo>
                  <a:pt x="8799" y="168"/>
                  <a:pt x="8633" y="1"/>
                  <a:pt x="8430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9" name="Google Shape;1889;p29"/>
          <p:cNvSpPr/>
          <p:nvPr/>
        </p:nvSpPr>
        <p:spPr>
          <a:xfrm>
            <a:off x="5516545" y="1715982"/>
            <a:ext cx="372893" cy="681539"/>
          </a:xfrm>
          <a:custGeom>
            <a:avLst/>
            <a:gdLst/>
            <a:ahLst/>
            <a:cxnLst/>
            <a:rect l="l" t="t" r="r" b="b"/>
            <a:pathLst>
              <a:path w="10752" h="19649" extrusionOk="0">
                <a:moveTo>
                  <a:pt x="5382" y="1"/>
                </a:moveTo>
                <a:cubicBezTo>
                  <a:pt x="4489" y="715"/>
                  <a:pt x="4179" y="1953"/>
                  <a:pt x="4179" y="3096"/>
                </a:cubicBezTo>
                <a:cubicBezTo>
                  <a:pt x="4179" y="4251"/>
                  <a:pt x="4441" y="5382"/>
                  <a:pt x="4465" y="6525"/>
                </a:cubicBezTo>
                <a:cubicBezTo>
                  <a:pt x="4489" y="7668"/>
                  <a:pt x="4227" y="8907"/>
                  <a:pt x="3381" y="9669"/>
                </a:cubicBezTo>
                <a:cubicBezTo>
                  <a:pt x="3239" y="8954"/>
                  <a:pt x="2846" y="8311"/>
                  <a:pt x="2274" y="7871"/>
                </a:cubicBezTo>
                <a:lnTo>
                  <a:pt x="2274" y="7871"/>
                </a:lnTo>
                <a:cubicBezTo>
                  <a:pt x="2536" y="9288"/>
                  <a:pt x="1691" y="10157"/>
                  <a:pt x="976" y="11193"/>
                </a:cubicBezTo>
                <a:cubicBezTo>
                  <a:pt x="226" y="12288"/>
                  <a:pt x="0" y="13848"/>
                  <a:pt x="202" y="15146"/>
                </a:cubicBezTo>
                <a:cubicBezTo>
                  <a:pt x="623" y="17776"/>
                  <a:pt x="2765" y="19648"/>
                  <a:pt x="5434" y="19648"/>
                </a:cubicBezTo>
                <a:cubicBezTo>
                  <a:pt x="5484" y="19648"/>
                  <a:pt x="5534" y="19647"/>
                  <a:pt x="5584" y="19646"/>
                </a:cubicBezTo>
                <a:cubicBezTo>
                  <a:pt x="5941" y="19634"/>
                  <a:pt x="6287" y="19587"/>
                  <a:pt x="6632" y="19515"/>
                </a:cubicBezTo>
                <a:cubicBezTo>
                  <a:pt x="8846" y="19003"/>
                  <a:pt x="10132" y="17086"/>
                  <a:pt x="10537" y="14943"/>
                </a:cubicBezTo>
                <a:cubicBezTo>
                  <a:pt x="10751" y="13741"/>
                  <a:pt x="10751" y="12514"/>
                  <a:pt x="10537" y="11300"/>
                </a:cubicBezTo>
                <a:cubicBezTo>
                  <a:pt x="10430" y="10633"/>
                  <a:pt x="10251" y="9966"/>
                  <a:pt x="10013" y="9335"/>
                </a:cubicBezTo>
                <a:cubicBezTo>
                  <a:pt x="9894" y="9014"/>
                  <a:pt x="9751" y="8704"/>
                  <a:pt x="9596" y="8395"/>
                </a:cubicBezTo>
                <a:cubicBezTo>
                  <a:pt x="9513" y="8228"/>
                  <a:pt x="9132" y="7764"/>
                  <a:pt x="9144" y="7585"/>
                </a:cubicBezTo>
                <a:lnTo>
                  <a:pt x="9144" y="7585"/>
                </a:lnTo>
                <a:cubicBezTo>
                  <a:pt x="9084" y="8466"/>
                  <a:pt x="8656" y="9276"/>
                  <a:pt x="7965" y="9812"/>
                </a:cubicBezTo>
                <a:cubicBezTo>
                  <a:pt x="8215" y="8383"/>
                  <a:pt x="8370" y="7192"/>
                  <a:pt x="8025" y="5775"/>
                </a:cubicBezTo>
                <a:cubicBezTo>
                  <a:pt x="7739" y="4597"/>
                  <a:pt x="7156" y="3692"/>
                  <a:pt x="6382" y="2775"/>
                </a:cubicBezTo>
                <a:cubicBezTo>
                  <a:pt x="5739" y="2037"/>
                  <a:pt x="5036" y="1049"/>
                  <a:pt x="5382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0" name="Google Shape;1890;p29"/>
          <p:cNvSpPr/>
          <p:nvPr/>
        </p:nvSpPr>
        <p:spPr>
          <a:xfrm>
            <a:off x="5598702" y="2048427"/>
            <a:ext cx="216410" cy="300689"/>
          </a:xfrm>
          <a:custGeom>
            <a:avLst/>
            <a:gdLst/>
            <a:ahLst/>
            <a:cxnLst/>
            <a:rect l="l" t="t" r="r" b="b"/>
            <a:pathLst>
              <a:path w="6240" h="8669" extrusionOk="0">
                <a:moveTo>
                  <a:pt x="3358" y="0"/>
                </a:moveTo>
                <a:cubicBezTo>
                  <a:pt x="3513" y="1227"/>
                  <a:pt x="3120" y="2477"/>
                  <a:pt x="2274" y="3394"/>
                </a:cubicBezTo>
                <a:lnTo>
                  <a:pt x="1691" y="1536"/>
                </a:lnTo>
                <a:lnTo>
                  <a:pt x="1691" y="1536"/>
                </a:lnTo>
                <a:cubicBezTo>
                  <a:pt x="1846" y="2501"/>
                  <a:pt x="1072" y="3322"/>
                  <a:pt x="608" y="4179"/>
                </a:cubicBezTo>
                <a:cubicBezTo>
                  <a:pt x="36" y="5239"/>
                  <a:pt x="0" y="6846"/>
                  <a:pt x="810" y="7811"/>
                </a:cubicBezTo>
                <a:cubicBezTo>
                  <a:pt x="1304" y="8401"/>
                  <a:pt x="2144" y="8668"/>
                  <a:pt x="2997" y="8668"/>
                </a:cubicBezTo>
                <a:cubicBezTo>
                  <a:pt x="3830" y="8668"/>
                  <a:pt x="4674" y="8413"/>
                  <a:pt x="5215" y="7954"/>
                </a:cubicBezTo>
                <a:cubicBezTo>
                  <a:pt x="5989" y="7299"/>
                  <a:pt x="6239" y="5953"/>
                  <a:pt x="6192" y="4989"/>
                </a:cubicBezTo>
                <a:cubicBezTo>
                  <a:pt x="6132" y="4048"/>
                  <a:pt x="5882" y="3144"/>
                  <a:pt x="5453" y="2298"/>
                </a:cubicBezTo>
                <a:cubicBezTo>
                  <a:pt x="5442" y="2775"/>
                  <a:pt x="5334" y="3239"/>
                  <a:pt x="5144" y="3667"/>
                </a:cubicBezTo>
                <a:cubicBezTo>
                  <a:pt x="4584" y="2417"/>
                  <a:pt x="3870" y="1262"/>
                  <a:pt x="3358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1" name="Google Shape;1891;p29"/>
          <p:cNvSpPr/>
          <p:nvPr/>
        </p:nvSpPr>
        <p:spPr>
          <a:xfrm>
            <a:off x="4951684" y="1444271"/>
            <a:ext cx="1483248" cy="1095234"/>
          </a:xfrm>
          <a:custGeom>
            <a:avLst/>
            <a:gdLst/>
            <a:ahLst/>
            <a:cxnLst/>
            <a:rect l="l" t="t" r="r" b="b"/>
            <a:pathLst>
              <a:path w="42768" h="31576" extrusionOk="0">
                <a:moveTo>
                  <a:pt x="1774" y="1"/>
                </a:moveTo>
                <a:cubicBezTo>
                  <a:pt x="786" y="1"/>
                  <a:pt x="0" y="786"/>
                  <a:pt x="0" y="1763"/>
                </a:cubicBezTo>
                <a:lnTo>
                  <a:pt x="0" y="29814"/>
                </a:lnTo>
                <a:cubicBezTo>
                  <a:pt x="0" y="30790"/>
                  <a:pt x="786" y="31576"/>
                  <a:pt x="1774" y="31576"/>
                </a:cubicBezTo>
                <a:lnTo>
                  <a:pt x="41005" y="31576"/>
                </a:lnTo>
                <a:cubicBezTo>
                  <a:pt x="41982" y="31576"/>
                  <a:pt x="42768" y="30790"/>
                  <a:pt x="42768" y="29814"/>
                </a:cubicBezTo>
                <a:lnTo>
                  <a:pt x="42768" y="1763"/>
                </a:lnTo>
                <a:cubicBezTo>
                  <a:pt x="42768" y="786"/>
                  <a:pt x="41982" y="1"/>
                  <a:pt x="41005" y="1"/>
                </a:cubicBezTo>
                <a:close/>
              </a:path>
            </a:pathLst>
          </a:custGeom>
          <a:solidFill>
            <a:srgbClr val="FFFFFF"/>
          </a:solidFill>
          <a:ln w="22925" cap="flat" cmpd="sng">
            <a:solidFill>
              <a:schemeClr val="accent4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2" name="Google Shape;1892;p29"/>
          <p:cNvSpPr/>
          <p:nvPr/>
        </p:nvSpPr>
        <p:spPr>
          <a:xfrm>
            <a:off x="5215943" y="1734572"/>
            <a:ext cx="305160" cy="161496"/>
          </a:xfrm>
          <a:custGeom>
            <a:avLst/>
            <a:gdLst/>
            <a:ahLst/>
            <a:cxnLst/>
            <a:rect l="l" t="t" r="r" b="b"/>
            <a:pathLst>
              <a:path w="8799" h="4656" extrusionOk="0">
                <a:moveTo>
                  <a:pt x="369" y="1"/>
                </a:moveTo>
                <a:cubicBezTo>
                  <a:pt x="167" y="1"/>
                  <a:pt x="0" y="167"/>
                  <a:pt x="0" y="370"/>
                </a:cubicBezTo>
                <a:lnTo>
                  <a:pt x="0" y="4299"/>
                </a:lnTo>
                <a:cubicBezTo>
                  <a:pt x="0" y="4501"/>
                  <a:pt x="167" y="4656"/>
                  <a:pt x="369" y="4656"/>
                </a:cubicBezTo>
                <a:lnTo>
                  <a:pt x="8430" y="4656"/>
                </a:lnTo>
                <a:cubicBezTo>
                  <a:pt x="8632" y="4656"/>
                  <a:pt x="8799" y="4501"/>
                  <a:pt x="8799" y="4299"/>
                </a:cubicBezTo>
                <a:lnTo>
                  <a:pt x="8799" y="370"/>
                </a:lnTo>
                <a:cubicBezTo>
                  <a:pt x="8799" y="167"/>
                  <a:pt x="8632" y="1"/>
                  <a:pt x="8430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3" name="Google Shape;1893;p29"/>
          <p:cNvSpPr/>
          <p:nvPr/>
        </p:nvSpPr>
        <p:spPr>
          <a:xfrm>
            <a:off x="5551642" y="1734572"/>
            <a:ext cx="305160" cy="161496"/>
          </a:xfrm>
          <a:custGeom>
            <a:avLst/>
            <a:gdLst/>
            <a:ahLst/>
            <a:cxnLst/>
            <a:rect l="l" t="t" r="r" b="b"/>
            <a:pathLst>
              <a:path w="8799" h="4656" extrusionOk="0">
                <a:moveTo>
                  <a:pt x="369" y="1"/>
                </a:moveTo>
                <a:cubicBezTo>
                  <a:pt x="167" y="1"/>
                  <a:pt x="0" y="167"/>
                  <a:pt x="0" y="370"/>
                </a:cubicBezTo>
                <a:lnTo>
                  <a:pt x="0" y="4299"/>
                </a:lnTo>
                <a:cubicBezTo>
                  <a:pt x="0" y="4501"/>
                  <a:pt x="167" y="4656"/>
                  <a:pt x="369" y="4656"/>
                </a:cubicBezTo>
                <a:lnTo>
                  <a:pt x="8430" y="4656"/>
                </a:lnTo>
                <a:cubicBezTo>
                  <a:pt x="8632" y="4656"/>
                  <a:pt x="8799" y="4501"/>
                  <a:pt x="8799" y="4299"/>
                </a:cubicBezTo>
                <a:lnTo>
                  <a:pt x="8799" y="370"/>
                </a:lnTo>
                <a:cubicBezTo>
                  <a:pt x="8799" y="167"/>
                  <a:pt x="8632" y="1"/>
                  <a:pt x="8430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4" name="Google Shape;1894;p29"/>
          <p:cNvSpPr/>
          <p:nvPr/>
        </p:nvSpPr>
        <p:spPr>
          <a:xfrm>
            <a:off x="5887305" y="1734572"/>
            <a:ext cx="305195" cy="161496"/>
          </a:xfrm>
          <a:custGeom>
            <a:avLst/>
            <a:gdLst/>
            <a:ahLst/>
            <a:cxnLst/>
            <a:rect l="l" t="t" r="r" b="b"/>
            <a:pathLst>
              <a:path w="8800" h="4656" extrusionOk="0">
                <a:moveTo>
                  <a:pt x="370" y="1"/>
                </a:moveTo>
                <a:cubicBezTo>
                  <a:pt x="168" y="1"/>
                  <a:pt x="1" y="167"/>
                  <a:pt x="1" y="370"/>
                </a:cubicBezTo>
                <a:lnTo>
                  <a:pt x="1" y="4299"/>
                </a:lnTo>
                <a:cubicBezTo>
                  <a:pt x="1" y="4501"/>
                  <a:pt x="168" y="4656"/>
                  <a:pt x="370" y="4656"/>
                </a:cubicBezTo>
                <a:lnTo>
                  <a:pt x="8430" y="4656"/>
                </a:lnTo>
                <a:cubicBezTo>
                  <a:pt x="8633" y="4656"/>
                  <a:pt x="8800" y="4501"/>
                  <a:pt x="8800" y="4299"/>
                </a:cubicBezTo>
                <a:lnTo>
                  <a:pt x="8800" y="370"/>
                </a:lnTo>
                <a:cubicBezTo>
                  <a:pt x="8800" y="167"/>
                  <a:pt x="8633" y="1"/>
                  <a:pt x="8430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5" name="Google Shape;1895;p29"/>
          <p:cNvSpPr/>
          <p:nvPr/>
        </p:nvSpPr>
        <p:spPr>
          <a:xfrm>
            <a:off x="5215943" y="2123170"/>
            <a:ext cx="305160" cy="161496"/>
          </a:xfrm>
          <a:custGeom>
            <a:avLst/>
            <a:gdLst/>
            <a:ahLst/>
            <a:cxnLst/>
            <a:rect l="l" t="t" r="r" b="b"/>
            <a:pathLst>
              <a:path w="8799" h="4656" extrusionOk="0">
                <a:moveTo>
                  <a:pt x="369" y="0"/>
                </a:moveTo>
                <a:cubicBezTo>
                  <a:pt x="167" y="0"/>
                  <a:pt x="0" y="167"/>
                  <a:pt x="0" y="369"/>
                </a:cubicBezTo>
                <a:lnTo>
                  <a:pt x="0" y="4287"/>
                </a:lnTo>
                <a:cubicBezTo>
                  <a:pt x="0" y="4501"/>
                  <a:pt x="167" y="4656"/>
                  <a:pt x="369" y="4656"/>
                </a:cubicBezTo>
                <a:lnTo>
                  <a:pt x="8430" y="4656"/>
                </a:lnTo>
                <a:cubicBezTo>
                  <a:pt x="8632" y="4656"/>
                  <a:pt x="8799" y="4501"/>
                  <a:pt x="8799" y="4287"/>
                </a:cubicBezTo>
                <a:lnTo>
                  <a:pt x="8799" y="369"/>
                </a:lnTo>
                <a:cubicBezTo>
                  <a:pt x="8799" y="167"/>
                  <a:pt x="8632" y="0"/>
                  <a:pt x="843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6" name="Google Shape;1896;p29"/>
          <p:cNvSpPr/>
          <p:nvPr/>
        </p:nvSpPr>
        <p:spPr>
          <a:xfrm>
            <a:off x="5551642" y="2123170"/>
            <a:ext cx="305160" cy="161496"/>
          </a:xfrm>
          <a:custGeom>
            <a:avLst/>
            <a:gdLst/>
            <a:ahLst/>
            <a:cxnLst/>
            <a:rect l="l" t="t" r="r" b="b"/>
            <a:pathLst>
              <a:path w="8799" h="4656" extrusionOk="0">
                <a:moveTo>
                  <a:pt x="369" y="0"/>
                </a:moveTo>
                <a:cubicBezTo>
                  <a:pt x="167" y="0"/>
                  <a:pt x="0" y="167"/>
                  <a:pt x="0" y="369"/>
                </a:cubicBezTo>
                <a:lnTo>
                  <a:pt x="0" y="4287"/>
                </a:lnTo>
                <a:cubicBezTo>
                  <a:pt x="0" y="4501"/>
                  <a:pt x="167" y="4656"/>
                  <a:pt x="369" y="4656"/>
                </a:cubicBezTo>
                <a:lnTo>
                  <a:pt x="8430" y="4656"/>
                </a:lnTo>
                <a:cubicBezTo>
                  <a:pt x="8632" y="4656"/>
                  <a:pt x="8799" y="4501"/>
                  <a:pt x="8799" y="4287"/>
                </a:cubicBezTo>
                <a:lnTo>
                  <a:pt x="8799" y="369"/>
                </a:lnTo>
                <a:cubicBezTo>
                  <a:pt x="8799" y="167"/>
                  <a:pt x="8632" y="0"/>
                  <a:pt x="8430" y="0"/>
                </a:cubicBezTo>
                <a:close/>
              </a:path>
            </a:pathLst>
          </a:custGeom>
          <a:solidFill>
            <a:srgbClr val="7060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7" name="Google Shape;1897;p29"/>
          <p:cNvSpPr/>
          <p:nvPr/>
        </p:nvSpPr>
        <p:spPr>
          <a:xfrm>
            <a:off x="5887305" y="2123170"/>
            <a:ext cx="305195" cy="161496"/>
          </a:xfrm>
          <a:custGeom>
            <a:avLst/>
            <a:gdLst/>
            <a:ahLst/>
            <a:cxnLst/>
            <a:rect l="l" t="t" r="r" b="b"/>
            <a:pathLst>
              <a:path w="8800" h="4656" extrusionOk="0">
                <a:moveTo>
                  <a:pt x="370" y="0"/>
                </a:moveTo>
                <a:cubicBezTo>
                  <a:pt x="168" y="0"/>
                  <a:pt x="1" y="167"/>
                  <a:pt x="1" y="369"/>
                </a:cubicBezTo>
                <a:lnTo>
                  <a:pt x="1" y="4287"/>
                </a:lnTo>
                <a:cubicBezTo>
                  <a:pt x="1" y="4501"/>
                  <a:pt x="168" y="4656"/>
                  <a:pt x="370" y="4656"/>
                </a:cubicBezTo>
                <a:lnTo>
                  <a:pt x="8430" y="4656"/>
                </a:lnTo>
                <a:cubicBezTo>
                  <a:pt x="8633" y="4656"/>
                  <a:pt x="8800" y="4501"/>
                  <a:pt x="8800" y="4287"/>
                </a:cubicBezTo>
                <a:lnTo>
                  <a:pt x="8800" y="369"/>
                </a:lnTo>
                <a:cubicBezTo>
                  <a:pt x="8800" y="167"/>
                  <a:pt x="8633" y="0"/>
                  <a:pt x="843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8" name="Google Shape;1898;p29"/>
          <p:cNvSpPr/>
          <p:nvPr/>
        </p:nvSpPr>
        <p:spPr>
          <a:xfrm>
            <a:off x="5215943" y="1928664"/>
            <a:ext cx="138344" cy="161912"/>
          </a:xfrm>
          <a:custGeom>
            <a:avLst/>
            <a:gdLst/>
            <a:ahLst/>
            <a:cxnLst/>
            <a:rect l="l" t="t" r="r" b="b"/>
            <a:pathLst>
              <a:path w="3989" h="4668" extrusionOk="0">
                <a:moveTo>
                  <a:pt x="369" y="1"/>
                </a:moveTo>
                <a:cubicBezTo>
                  <a:pt x="167" y="1"/>
                  <a:pt x="0" y="167"/>
                  <a:pt x="0" y="370"/>
                </a:cubicBezTo>
                <a:lnTo>
                  <a:pt x="0" y="4299"/>
                </a:lnTo>
                <a:cubicBezTo>
                  <a:pt x="0" y="4501"/>
                  <a:pt x="167" y="4668"/>
                  <a:pt x="369" y="4668"/>
                </a:cubicBezTo>
                <a:lnTo>
                  <a:pt x="3620" y="4668"/>
                </a:lnTo>
                <a:cubicBezTo>
                  <a:pt x="3822" y="4668"/>
                  <a:pt x="3989" y="4501"/>
                  <a:pt x="3989" y="4299"/>
                </a:cubicBezTo>
                <a:lnTo>
                  <a:pt x="3989" y="370"/>
                </a:lnTo>
                <a:cubicBezTo>
                  <a:pt x="3989" y="167"/>
                  <a:pt x="3822" y="1"/>
                  <a:pt x="3620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9" name="Google Shape;1899;p29"/>
          <p:cNvSpPr/>
          <p:nvPr/>
        </p:nvSpPr>
        <p:spPr>
          <a:xfrm>
            <a:off x="6053732" y="1928664"/>
            <a:ext cx="138760" cy="161912"/>
          </a:xfrm>
          <a:custGeom>
            <a:avLst/>
            <a:gdLst/>
            <a:ahLst/>
            <a:cxnLst/>
            <a:rect l="l" t="t" r="r" b="b"/>
            <a:pathLst>
              <a:path w="4001" h="4668" extrusionOk="0">
                <a:moveTo>
                  <a:pt x="369" y="1"/>
                </a:moveTo>
                <a:cubicBezTo>
                  <a:pt x="167" y="1"/>
                  <a:pt x="0" y="167"/>
                  <a:pt x="0" y="370"/>
                </a:cubicBezTo>
                <a:lnTo>
                  <a:pt x="0" y="4299"/>
                </a:lnTo>
                <a:cubicBezTo>
                  <a:pt x="0" y="4501"/>
                  <a:pt x="167" y="4668"/>
                  <a:pt x="369" y="4668"/>
                </a:cubicBezTo>
                <a:lnTo>
                  <a:pt x="3631" y="4668"/>
                </a:lnTo>
                <a:cubicBezTo>
                  <a:pt x="3834" y="4668"/>
                  <a:pt x="4001" y="4501"/>
                  <a:pt x="4001" y="4299"/>
                </a:cubicBezTo>
                <a:lnTo>
                  <a:pt x="4001" y="370"/>
                </a:lnTo>
                <a:cubicBezTo>
                  <a:pt x="4001" y="167"/>
                  <a:pt x="3834" y="1"/>
                  <a:pt x="3631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0" name="Google Shape;1900;p29"/>
          <p:cNvSpPr/>
          <p:nvPr/>
        </p:nvSpPr>
        <p:spPr>
          <a:xfrm>
            <a:off x="5384798" y="1928664"/>
            <a:ext cx="305195" cy="161912"/>
          </a:xfrm>
          <a:custGeom>
            <a:avLst/>
            <a:gdLst/>
            <a:ahLst/>
            <a:cxnLst/>
            <a:rect l="l" t="t" r="r" b="b"/>
            <a:pathLst>
              <a:path w="8800" h="4668" extrusionOk="0">
                <a:moveTo>
                  <a:pt x="370" y="1"/>
                </a:moveTo>
                <a:cubicBezTo>
                  <a:pt x="168" y="1"/>
                  <a:pt x="1" y="167"/>
                  <a:pt x="1" y="370"/>
                </a:cubicBezTo>
                <a:lnTo>
                  <a:pt x="1" y="4299"/>
                </a:lnTo>
                <a:cubicBezTo>
                  <a:pt x="1" y="4501"/>
                  <a:pt x="168" y="4668"/>
                  <a:pt x="370" y="4668"/>
                </a:cubicBezTo>
                <a:lnTo>
                  <a:pt x="8431" y="4668"/>
                </a:lnTo>
                <a:cubicBezTo>
                  <a:pt x="8633" y="4668"/>
                  <a:pt x="8800" y="4501"/>
                  <a:pt x="8800" y="4299"/>
                </a:cubicBezTo>
                <a:lnTo>
                  <a:pt x="8800" y="370"/>
                </a:lnTo>
                <a:cubicBezTo>
                  <a:pt x="8800" y="167"/>
                  <a:pt x="8633" y="1"/>
                  <a:pt x="8431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1" name="Google Shape;1901;p29"/>
          <p:cNvSpPr/>
          <p:nvPr/>
        </p:nvSpPr>
        <p:spPr>
          <a:xfrm>
            <a:off x="5720496" y="1928664"/>
            <a:ext cx="305195" cy="161912"/>
          </a:xfrm>
          <a:custGeom>
            <a:avLst/>
            <a:gdLst/>
            <a:ahLst/>
            <a:cxnLst/>
            <a:rect l="l" t="t" r="r" b="b"/>
            <a:pathLst>
              <a:path w="8800" h="4668" extrusionOk="0">
                <a:moveTo>
                  <a:pt x="370" y="1"/>
                </a:moveTo>
                <a:cubicBezTo>
                  <a:pt x="167" y="1"/>
                  <a:pt x="1" y="167"/>
                  <a:pt x="1" y="370"/>
                </a:cubicBezTo>
                <a:lnTo>
                  <a:pt x="1" y="4299"/>
                </a:lnTo>
                <a:cubicBezTo>
                  <a:pt x="1" y="4501"/>
                  <a:pt x="167" y="4668"/>
                  <a:pt x="370" y="4668"/>
                </a:cubicBezTo>
                <a:lnTo>
                  <a:pt x="8430" y="4668"/>
                </a:lnTo>
                <a:cubicBezTo>
                  <a:pt x="8633" y="4668"/>
                  <a:pt x="8799" y="4501"/>
                  <a:pt x="8799" y="4299"/>
                </a:cubicBezTo>
                <a:lnTo>
                  <a:pt x="8799" y="370"/>
                </a:lnTo>
                <a:cubicBezTo>
                  <a:pt x="8799" y="167"/>
                  <a:pt x="8633" y="1"/>
                  <a:pt x="8430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2" name="Google Shape;1902;p29"/>
          <p:cNvSpPr/>
          <p:nvPr/>
        </p:nvSpPr>
        <p:spPr>
          <a:xfrm>
            <a:off x="5516545" y="1695763"/>
            <a:ext cx="372893" cy="681088"/>
          </a:xfrm>
          <a:custGeom>
            <a:avLst/>
            <a:gdLst/>
            <a:ahLst/>
            <a:cxnLst/>
            <a:rect l="l" t="t" r="r" b="b"/>
            <a:pathLst>
              <a:path w="10752" h="19636" extrusionOk="0">
                <a:moveTo>
                  <a:pt x="5382" y="0"/>
                </a:moveTo>
                <a:cubicBezTo>
                  <a:pt x="4489" y="715"/>
                  <a:pt x="4179" y="1953"/>
                  <a:pt x="4179" y="3096"/>
                </a:cubicBezTo>
                <a:cubicBezTo>
                  <a:pt x="4179" y="4239"/>
                  <a:pt x="4441" y="5370"/>
                  <a:pt x="4465" y="6513"/>
                </a:cubicBezTo>
                <a:cubicBezTo>
                  <a:pt x="4489" y="7668"/>
                  <a:pt x="4227" y="8894"/>
                  <a:pt x="3381" y="9668"/>
                </a:cubicBezTo>
                <a:cubicBezTo>
                  <a:pt x="3239" y="8954"/>
                  <a:pt x="2846" y="8311"/>
                  <a:pt x="2274" y="7859"/>
                </a:cubicBezTo>
                <a:lnTo>
                  <a:pt x="2274" y="7859"/>
                </a:lnTo>
                <a:cubicBezTo>
                  <a:pt x="2536" y="9287"/>
                  <a:pt x="1691" y="10145"/>
                  <a:pt x="976" y="11192"/>
                </a:cubicBezTo>
                <a:cubicBezTo>
                  <a:pt x="226" y="12288"/>
                  <a:pt x="0" y="13847"/>
                  <a:pt x="202" y="15133"/>
                </a:cubicBezTo>
                <a:cubicBezTo>
                  <a:pt x="623" y="17763"/>
                  <a:pt x="2765" y="19636"/>
                  <a:pt x="5434" y="19636"/>
                </a:cubicBezTo>
                <a:cubicBezTo>
                  <a:pt x="5484" y="19636"/>
                  <a:pt x="5534" y="19635"/>
                  <a:pt x="5584" y="19634"/>
                </a:cubicBezTo>
                <a:cubicBezTo>
                  <a:pt x="5941" y="19622"/>
                  <a:pt x="6287" y="19586"/>
                  <a:pt x="6632" y="19503"/>
                </a:cubicBezTo>
                <a:cubicBezTo>
                  <a:pt x="8846" y="19003"/>
                  <a:pt x="10132" y="17074"/>
                  <a:pt x="10537" y="14943"/>
                </a:cubicBezTo>
                <a:cubicBezTo>
                  <a:pt x="10751" y="13740"/>
                  <a:pt x="10751" y="12502"/>
                  <a:pt x="10537" y="11299"/>
                </a:cubicBezTo>
                <a:cubicBezTo>
                  <a:pt x="10430" y="10621"/>
                  <a:pt x="10251" y="9966"/>
                  <a:pt x="10013" y="9323"/>
                </a:cubicBezTo>
                <a:cubicBezTo>
                  <a:pt x="9894" y="9002"/>
                  <a:pt x="9751" y="8692"/>
                  <a:pt x="9596" y="8394"/>
                </a:cubicBezTo>
                <a:cubicBezTo>
                  <a:pt x="9513" y="8216"/>
                  <a:pt x="9132" y="7751"/>
                  <a:pt x="9144" y="7573"/>
                </a:cubicBezTo>
                <a:lnTo>
                  <a:pt x="9144" y="7573"/>
                </a:lnTo>
                <a:cubicBezTo>
                  <a:pt x="9084" y="8454"/>
                  <a:pt x="8656" y="9264"/>
                  <a:pt x="7965" y="9811"/>
                </a:cubicBezTo>
                <a:cubicBezTo>
                  <a:pt x="8215" y="8382"/>
                  <a:pt x="8370" y="7180"/>
                  <a:pt x="8025" y="5775"/>
                </a:cubicBezTo>
                <a:cubicBezTo>
                  <a:pt x="7739" y="4596"/>
                  <a:pt x="7156" y="3679"/>
                  <a:pt x="6382" y="2775"/>
                </a:cubicBezTo>
                <a:cubicBezTo>
                  <a:pt x="5739" y="2025"/>
                  <a:pt x="5036" y="1048"/>
                  <a:pt x="538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3" name="Google Shape;1903;p29"/>
          <p:cNvSpPr/>
          <p:nvPr/>
        </p:nvSpPr>
        <p:spPr>
          <a:xfrm>
            <a:off x="5598702" y="2027789"/>
            <a:ext cx="216410" cy="301036"/>
          </a:xfrm>
          <a:custGeom>
            <a:avLst/>
            <a:gdLst/>
            <a:ahLst/>
            <a:cxnLst/>
            <a:rect l="l" t="t" r="r" b="b"/>
            <a:pathLst>
              <a:path w="6240" h="8679" extrusionOk="0">
                <a:moveTo>
                  <a:pt x="3358" y="0"/>
                </a:moveTo>
                <a:cubicBezTo>
                  <a:pt x="3513" y="1226"/>
                  <a:pt x="3120" y="2477"/>
                  <a:pt x="2274" y="3393"/>
                </a:cubicBezTo>
                <a:lnTo>
                  <a:pt x="1691" y="1536"/>
                </a:lnTo>
                <a:lnTo>
                  <a:pt x="1691" y="1536"/>
                </a:lnTo>
                <a:cubicBezTo>
                  <a:pt x="1846" y="2500"/>
                  <a:pt x="1072" y="3334"/>
                  <a:pt x="608" y="4179"/>
                </a:cubicBezTo>
                <a:cubicBezTo>
                  <a:pt x="36" y="5239"/>
                  <a:pt x="0" y="6846"/>
                  <a:pt x="810" y="7811"/>
                </a:cubicBezTo>
                <a:cubicBezTo>
                  <a:pt x="1305" y="8408"/>
                  <a:pt x="2149" y="8678"/>
                  <a:pt x="3004" y="8678"/>
                </a:cubicBezTo>
                <a:cubicBezTo>
                  <a:pt x="3835" y="8678"/>
                  <a:pt x="4675" y="8423"/>
                  <a:pt x="5215" y="7965"/>
                </a:cubicBezTo>
                <a:cubicBezTo>
                  <a:pt x="5989" y="7310"/>
                  <a:pt x="6239" y="5953"/>
                  <a:pt x="6192" y="5001"/>
                </a:cubicBezTo>
                <a:cubicBezTo>
                  <a:pt x="6132" y="4060"/>
                  <a:pt x="5882" y="3143"/>
                  <a:pt x="5453" y="2298"/>
                </a:cubicBezTo>
                <a:cubicBezTo>
                  <a:pt x="5442" y="2774"/>
                  <a:pt x="5334" y="3239"/>
                  <a:pt x="5144" y="3667"/>
                </a:cubicBezTo>
                <a:cubicBezTo>
                  <a:pt x="4584" y="2417"/>
                  <a:pt x="3870" y="1262"/>
                  <a:pt x="335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04" name="Google Shape;1904;p29"/>
          <p:cNvGrpSpPr/>
          <p:nvPr/>
        </p:nvGrpSpPr>
        <p:grpSpPr>
          <a:xfrm>
            <a:off x="5004194" y="2534200"/>
            <a:ext cx="1441500" cy="1505249"/>
            <a:chOff x="4999141" y="2534200"/>
            <a:chExt cx="1441500" cy="1505249"/>
          </a:xfrm>
        </p:grpSpPr>
        <p:sp>
          <p:nvSpPr>
            <p:cNvPr id="1907" name="Google Shape;1907;p29"/>
            <p:cNvSpPr txBox="1"/>
            <p:nvPr/>
          </p:nvSpPr>
          <p:spPr>
            <a:xfrm flipH="1">
              <a:off x="4999141" y="2914651"/>
              <a:ext cx="1441500" cy="11247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2875" tIns="91425" rIns="182875" bIns="91425" anchor="ctr" anchorCtr="0">
              <a:noAutofit/>
            </a:bodyPr>
            <a:lstStyle/>
            <a:p>
              <a:r>
                <a:rPr lang="de-DE" dirty="0">
                  <a:latin typeface="Fira Sans" panose="020B0503050000020004" pitchFamily="34" charset="0"/>
                </a:rPr>
                <a:t>Ermittlungen aktiv</a:t>
              </a:r>
            </a:p>
          </p:txBody>
        </p:sp>
        <p:cxnSp>
          <p:nvCxnSpPr>
            <p:cNvPr id="1908" name="Google Shape;1908;p29"/>
            <p:cNvCxnSpPr/>
            <p:nvPr/>
          </p:nvCxnSpPr>
          <p:spPr>
            <a:xfrm>
              <a:off x="5688263" y="2534200"/>
              <a:ext cx="0" cy="233400"/>
            </a:xfrm>
            <a:prstGeom prst="straightConnector1">
              <a:avLst/>
            </a:pr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910" name="Google Shape;1910;p29"/>
          <p:cNvGrpSpPr/>
          <p:nvPr/>
        </p:nvGrpSpPr>
        <p:grpSpPr>
          <a:xfrm>
            <a:off x="7179387" y="2786522"/>
            <a:ext cx="1483373" cy="1509253"/>
            <a:chOff x="7179387" y="2786522"/>
            <a:chExt cx="1483373" cy="1894533"/>
          </a:xfrm>
        </p:grpSpPr>
        <p:sp>
          <p:nvSpPr>
            <p:cNvPr id="1911" name="Google Shape;1911;p29"/>
            <p:cNvSpPr/>
            <p:nvPr/>
          </p:nvSpPr>
          <p:spPr>
            <a:xfrm>
              <a:off x="7179546" y="3072384"/>
              <a:ext cx="1483214" cy="1608671"/>
            </a:xfrm>
            <a:custGeom>
              <a:avLst/>
              <a:gdLst/>
              <a:ahLst/>
              <a:cxnLst/>
              <a:rect l="l" t="t" r="r" b="b"/>
              <a:pathLst>
                <a:path w="42077" h="48352" extrusionOk="0">
                  <a:moveTo>
                    <a:pt x="1619" y="0"/>
                  </a:moveTo>
                  <a:cubicBezTo>
                    <a:pt x="714" y="0"/>
                    <a:pt x="0" y="714"/>
                    <a:pt x="0" y="1607"/>
                  </a:cubicBezTo>
                  <a:lnTo>
                    <a:pt x="0" y="46744"/>
                  </a:lnTo>
                  <a:cubicBezTo>
                    <a:pt x="0" y="47637"/>
                    <a:pt x="714" y="48351"/>
                    <a:pt x="1619" y="48351"/>
                  </a:cubicBezTo>
                  <a:lnTo>
                    <a:pt x="40458" y="48351"/>
                  </a:lnTo>
                  <a:cubicBezTo>
                    <a:pt x="41350" y="48351"/>
                    <a:pt x="42077" y="47637"/>
                    <a:pt x="42077" y="46744"/>
                  </a:cubicBezTo>
                  <a:lnTo>
                    <a:pt x="42077" y="1607"/>
                  </a:lnTo>
                  <a:cubicBezTo>
                    <a:pt x="42077" y="714"/>
                    <a:pt x="41350" y="0"/>
                    <a:pt x="404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3" name="Google Shape;1913;p29"/>
            <p:cNvSpPr/>
            <p:nvPr/>
          </p:nvSpPr>
          <p:spPr>
            <a:xfrm>
              <a:off x="7179387" y="2786522"/>
              <a:ext cx="1483214" cy="1861697"/>
            </a:xfrm>
            <a:custGeom>
              <a:avLst/>
              <a:gdLst/>
              <a:ahLst/>
              <a:cxnLst/>
              <a:rect l="l" t="t" r="r" b="b"/>
              <a:pathLst>
                <a:path w="42077" h="48019" extrusionOk="0">
                  <a:moveTo>
                    <a:pt x="1393" y="0"/>
                  </a:moveTo>
                  <a:cubicBezTo>
                    <a:pt x="619" y="0"/>
                    <a:pt x="0" y="620"/>
                    <a:pt x="0" y="1382"/>
                  </a:cubicBezTo>
                  <a:lnTo>
                    <a:pt x="0" y="46637"/>
                  </a:lnTo>
                  <a:cubicBezTo>
                    <a:pt x="0" y="47399"/>
                    <a:pt x="619" y="48018"/>
                    <a:pt x="1393" y="48018"/>
                  </a:cubicBezTo>
                  <a:lnTo>
                    <a:pt x="40696" y="48018"/>
                  </a:lnTo>
                  <a:cubicBezTo>
                    <a:pt x="41458" y="48018"/>
                    <a:pt x="42077" y="47399"/>
                    <a:pt x="42077" y="46637"/>
                  </a:cubicBezTo>
                  <a:lnTo>
                    <a:pt x="42077" y="1382"/>
                  </a:lnTo>
                  <a:cubicBezTo>
                    <a:pt x="42077" y="620"/>
                    <a:pt x="41458" y="0"/>
                    <a:pt x="40696" y="0"/>
                  </a:cubicBez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15" name="Google Shape;1915;p29"/>
          <p:cNvGrpSpPr/>
          <p:nvPr/>
        </p:nvGrpSpPr>
        <p:grpSpPr>
          <a:xfrm>
            <a:off x="7179348" y="1444343"/>
            <a:ext cx="1483301" cy="1115966"/>
            <a:chOff x="4648050" y="3062263"/>
            <a:chExt cx="1069200" cy="804300"/>
          </a:xfrm>
        </p:grpSpPr>
        <p:sp>
          <p:nvSpPr>
            <p:cNvPr id="1916" name="Google Shape;1916;p29"/>
            <p:cNvSpPr/>
            <p:nvPr/>
          </p:nvSpPr>
          <p:spPr>
            <a:xfrm>
              <a:off x="4648050" y="3076838"/>
              <a:ext cx="1069200" cy="789725"/>
            </a:xfrm>
            <a:custGeom>
              <a:avLst/>
              <a:gdLst/>
              <a:ahLst/>
              <a:cxnLst/>
              <a:rect l="l" t="t" r="r" b="b"/>
              <a:pathLst>
                <a:path w="42768" h="31589" extrusionOk="0">
                  <a:moveTo>
                    <a:pt x="1762" y="1"/>
                  </a:moveTo>
                  <a:cubicBezTo>
                    <a:pt x="786" y="1"/>
                    <a:pt x="0" y="787"/>
                    <a:pt x="0" y="1775"/>
                  </a:cubicBezTo>
                  <a:lnTo>
                    <a:pt x="0" y="29814"/>
                  </a:lnTo>
                  <a:cubicBezTo>
                    <a:pt x="0" y="30802"/>
                    <a:pt x="786" y="31588"/>
                    <a:pt x="1762" y="31588"/>
                  </a:cubicBezTo>
                  <a:lnTo>
                    <a:pt x="40993" y="31588"/>
                  </a:lnTo>
                  <a:cubicBezTo>
                    <a:pt x="41981" y="31588"/>
                    <a:pt x="42767" y="30802"/>
                    <a:pt x="42767" y="29814"/>
                  </a:cubicBezTo>
                  <a:lnTo>
                    <a:pt x="42767" y="1775"/>
                  </a:lnTo>
                  <a:cubicBezTo>
                    <a:pt x="42767" y="787"/>
                    <a:pt x="41981" y="1"/>
                    <a:pt x="40993" y="1"/>
                  </a:cubicBezTo>
                  <a:close/>
                </a:path>
              </a:pathLst>
            </a:custGeom>
            <a:solidFill>
              <a:srgbClr val="000000"/>
            </a:solidFill>
            <a:ln w="22925" cap="flat" cmpd="sng">
              <a:solidFill>
                <a:srgbClr val="000000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7" name="Google Shape;1917;p29"/>
            <p:cNvSpPr/>
            <p:nvPr/>
          </p:nvSpPr>
          <p:spPr>
            <a:xfrm>
              <a:off x="5256750" y="3369138"/>
              <a:ext cx="348875" cy="226250"/>
            </a:xfrm>
            <a:custGeom>
              <a:avLst/>
              <a:gdLst/>
              <a:ahLst/>
              <a:cxnLst/>
              <a:rect l="l" t="t" r="r" b="b"/>
              <a:pathLst>
                <a:path w="13955" h="9050" extrusionOk="0">
                  <a:moveTo>
                    <a:pt x="1608" y="1"/>
                  </a:moveTo>
                  <a:lnTo>
                    <a:pt x="179" y="3763"/>
                  </a:lnTo>
                  <a:cubicBezTo>
                    <a:pt x="0" y="4239"/>
                    <a:pt x="238" y="4787"/>
                    <a:pt x="727" y="4966"/>
                  </a:cubicBezTo>
                  <a:lnTo>
                    <a:pt x="11323" y="8990"/>
                  </a:lnTo>
                  <a:cubicBezTo>
                    <a:pt x="11433" y="9030"/>
                    <a:pt x="11545" y="9049"/>
                    <a:pt x="11654" y="9049"/>
                  </a:cubicBezTo>
                  <a:cubicBezTo>
                    <a:pt x="12034" y="9049"/>
                    <a:pt x="12390" y="8821"/>
                    <a:pt x="12538" y="8442"/>
                  </a:cubicBezTo>
                  <a:lnTo>
                    <a:pt x="13954" y="4680"/>
                  </a:lnTo>
                  <a:lnTo>
                    <a:pt x="160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8" name="Google Shape;1918;p29"/>
            <p:cNvSpPr/>
            <p:nvPr/>
          </p:nvSpPr>
          <p:spPr>
            <a:xfrm>
              <a:off x="5308525" y="3315763"/>
              <a:ext cx="316150" cy="139125"/>
            </a:xfrm>
            <a:custGeom>
              <a:avLst/>
              <a:gdLst/>
              <a:ahLst/>
              <a:cxnLst/>
              <a:rect l="l" t="t" r="r" b="b"/>
              <a:pathLst>
                <a:path w="12646" h="5565" extrusionOk="0">
                  <a:moveTo>
                    <a:pt x="974" y="0"/>
                  </a:moveTo>
                  <a:cubicBezTo>
                    <a:pt x="597" y="0"/>
                    <a:pt x="246" y="235"/>
                    <a:pt x="108" y="612"/>
                  </a:cubicBezTo>
                  <a:lnTo>
                    <a:pt x="1" y="886"/>
                  </a:lnTo>
                  <a:lnTo>
                    <a:pt x="12348" y="5565"/>
                  </a:lnTo>
                  <a:lnTo>
                    <a:pt x="12455" y="5291"/>
                  </a:lnTo>
                  <a:cubicBezTo>
                    <a:pt x="12645" y="4803"/>
                    <a:pt x="12395" y="4267"/>
                    <a:pt x="11907" y="4077"/>
                  </a:cubicBezTo>
                  <a:lnTo>
                    <a:pt x="1311" y="64"/>
                  </a:lnTo>
                  <a:cubicBezTo>
                    <a:pt x="1199" y="21"/>
                    <a:pt x="1085" y="0"/>
                    <a:pt x="97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9" name="Google Shape;1919;p29"/>
            <p:cNvSpPr/>
            <p:nvPr/>
          </p:nvSpPr>
          <p:spPr>
            <a:xfrm>
              <a:off x="5296925" y="3337888"/>
              <a:ext cx="320300" cy="147975"/>
            </a:xfrm>
            <a:custGeom>
              <a:avLst/>
              <a:gdLst/>
              <a:ahLst/>
              <a:cxnLst/>
              <a:rect l="l" t="t" r="r" b="b"/>
              <a:pathLst>
                <a:path w="12812" h="5919" extrusionOk="0">
                  <a:moveTo>
                    <a:pt x="465" y="1"/>
                  </a:moveTo>
                  <a:lnTo>
                    <a:pt x="1" y="1239"/>
                  </a:lnTo>
                  <a:lnTo>
                    <a:pt x="12347" y="5918"/>
                  </a:lnTo>
                  <a:lnTo>
                    <a:pt x="12812" y="4680"/>
                  </a:lnTo>
                  <a:lnTo>
                    <a:pt x="465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0" name="Google Shape;1920;p29"/>
            <p:cNvSpPr/>
            <p:nvPr/>
          </p:nvSpPr>
          <p:spPr>
            <a:xfrm>
              <a:off x="5291875" y="3400288"/>
              <a:ext cx="150925" cy="111825"/>
            </a:xfrm>
            <a:custGeom>
              <a:avLst/>
              <a:gdLst/>
              <a:ahLst/>
              <a:cxnLst/>
              <a:rect l="l" t="t" r="r" b="b"/>
              <a:pathLst>
                <a:path w="6037" h="4473" extrusionOk="0">
                  <a:moveTo>
                    <a:pt x="1237" y="1"/>
                  </a:moveTo>
                  <a:cubicBezTo>
                    <a:pt x="1061" y="1"/>
                    <a:pt x="895" y="104"/>
                    <a:pt x="822" y="279"/>
                  </a:cubicBezTo>
                  <a:lnTo>
                    <a:pt x="84" y="2243"/>
                  </a:lnTo>
                  <a:cubicBezTo>
                    <a:pt x="0" y="2482"/>
                    <a:pt x="107" y="2732"/>
                    <a:pt x="334" y="2815"/>
                  </a:cubicBezTo>
                  <a:lnTo>
                    <a:pt x="4632" y="4446"/>
                  </a:lnTo>
                  <a:cubicBezTo>
                    <a:pt x="4683" y="4464"/>
                    <a:pt x="4736" y="4473"/>
                    <a:pt x="4787" y="4473"/>
                  </a:cubicBezTo>
                  <a:cubicBezTo>
                    <a:pt x="4971" y="4473"/>
                    <a:pt x="5138" y="4361"/>
                    <a:pt x="5203" y="4184"/>
                  </a:cubicBezTo>
                  <a:lnTo>
                    <a:pt x="5953" y="2220"/>
                  </a:lnTo>
                  <a:cubicBezTo>
                    <a:pt x="6037" y="1993"/>
                    <a:pt x="5918" y="1743"/>
                    <a:pt x="5691" y="1648"/>
                  </a:cubicBezTo>
                  <a:lnTo>
                    <a:pt x="1393" y="29"/>
                  </a:lnTo>
                  <a:cubicBezTo>
                    <a:pt x="1342" y="10"/>
                    <a:pt x="1289" y="1"/>
                    <a:pt x="123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1" name="Google Shape;1921;p29"/>
            <p:cNvSpPr/>
            <p:nvPr/>
          </p:nvSpPr>
          <p:spPr>
            <a:xfrm>
              <a:off x="5445125" y="3469913"/>
              <a:ext cx="77750" cy="66025"/>
            </a:xfrm>
            <a:custGeom>
              <a:avLst/>
              <a:gdLst/>
              <a:ahLst/>
              <a:cxnLst/>
              <a:rect l="l" t="t" r="r" b="b"/>
              <a:pathLst>
                <a:path w="3110" h="2641" extrusionOk="0">
                  <a:moveTo>
                    <a:pt x="1606" y="0"/>
                  </a:moveTo>
                  <a:cubicBezTo>
                    <a:pt x="704" y="0"/>
                    <a:pt x="0" y="949"/>
                    <a:pt x="407" y="1863"/>
                  </a:cubicBezTo>
                  <a:cubicBezTo>
                    <a:pt x="644" y="2385"/>
                    <a:pt x="1129" y="2641"/>
                    <a:pt x="1613" y="2641"/>
                  </a:cubicBezTo>
                  <a:cubicBezTo>
                    <a:pt x="2124" y="2641"/>
                    <a:pt x="2633" y="2355"/>
                    <a:pt x="2848" y="1792"/>
                  </a:cubicBezTo>
                  <a:cubicBezTo>
                    <a:pt x="3109" y="1113"/>
                    <a:pt x="2764" y="351"/>
                    <a:pt x="2086" y="89"/>
                  </a:cubicBezTo>
                  <a:cubicBezTo>
                    <a:pt x="1923" y="28"/>
                    <a:pt x="1762" y="0"/>
                    <a:pt x="160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2" name="Google Shape;1922;p29"/>
            <p:cNvSpPr/>
            <p:nvPr/>
          </p:nvSpPr>
          <p:spPr>
            <a:xfrm>
              <a:off x="5499350" y="3490438"/>
              <a:ext cx="77700" cy="66150"/>
            </a:xfrm>
            <a:custGeom>
              <a:avLst/>
              <a:gdLst/>
              <a:ahLst/>
              <a:cxnLst/>
              <a:rect l="l" t="t" r="r" b="b"/>
              <a:pathLst>
                <a:path w="3108" h="2646" extrusionOk="0">
                  <a:moveTo>
                    <a:pt x="1608" y="1"/>
                  </a:moveTo>
                  <a:cubicBezTo>
                    <a:pt x="710" y="1"/>
                    <a:pt x="0" y="950"/>
                    <a:pt x="417" y="1864"/>
                  </a:cubicBezTo>
                  <a:cubicBezTo>
                    <a:pt x="649" y="2387"/>
                    <a:pt x="1133" y="2646"/>
                    <a:pt x="1618" y="2646"/>
                  </a:cubicBezTo>
                  <a:cubicBezTo>
                    <a:pt x="2128" y="2646"/>
                    <a:pt x="2638" y="2360"/>
                    <a:pt x="2857" y="1793"/>
                  </a:cubicBezTo>
                  <a:cubicBezTo>
                    <a:pt x="3107" y="1114"/>
                    <a:pt x="2774" y="352"/>
                    <a:pt x="2083" y="90"/>
                  </a:cubicBezTo>
                  <a:cubicBezTo>
                    <a:pt x="1923" y="29"/>
                    <a:pt x="1763" y="1"/>
                    <a:pt x="160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3" name="Google Shape;1923;p29"/>
            <p:cNvSpPr/>
            <p:nvPr/>
          </p:nvSpPr>
          <p:spPr>
            <a:xfrm>
              <a:off x="4828425" y="3366738"/>
              <a:ext cx="401550" cy="377475"/>
            </a:xfrm>
            <a:custGeom>
              <a:avLst/>
              <a:gdLst/>
              <a:ahLst/>
              <a:cxnLst/>
              <a:rect l="l" t="t" r="r" b="b"/>
              <a:pathLst>
                <a:path w="16062" h="15099" extrusionOk="0">
                  <a:moveTo>
                    <a:pt x="2500" y="1"/>
                  </a:moveTo>
                  <a:cubicBezTo>
                    <a:pt x="2320" y="1"/>
                    <a:pt x="2165" y="128"/>
                    <a:pt x="2120" y="299"/>
                  </a:cubicBezTo>
                  <a:lnTo>
                    <a:pt x="143" y="13360"/>
                  </a:lnTo>
                  <a:cubicBezTo>
                    <a:pt x="0" y="14289"/>
                    <a:pt x="857" y="15099"/>
                    <a:pt x="1965" y="15099"/>
                  </a:cubicBezTo>
                  <a:lnTo>
                    <a:pt x="14097" y="15099"/>
                  </a:lnTo>
                  <a:cubicBezTo>
                    <a:pt x="15204" y="15099"/>
                    <a:pt x="16062" y="14289"/>
                    <a:pt x="15919" y="13360"/>
                  </a:cubicBezTo>
                  <a:lnTo>
                    <a:pt x="13942" y="299"/>
                  </a:lnTo>
                  <a:cubicBezTo>
                    <a:pt x="13908" y="128"/>
                    <a:pt x="13743" y="1"/>
                    <a:pt x="13572" y="1"/>
                  </a:cubicBezTo>
                  <a:cubicBezTo>
                    <a:pt x="13565" y="1"/>
                    <a:pt x="13557" y="1"/>
                    <a:pt x="13550" y="2"/>
                  </a:cubicBezTo>
                  <a:lnTo>
                    <a:pt x="2524" y="2"/>
                  </a:lnTo>
                  <a:cubicBezTo>
                    <a:pt x="2516" y="1"/>
                    <a:pt x="2508" y="1"/>
                    <a:pt x="250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4" name="Google Shape;1924;p29"/>
            <p:cNvSpPr/>
            <p:nvPr/>
          </p:nvSpPr>
          <p:spPr>
            <a:xfrm>
              <a:off x="4964750" y="3168238"/>
              <a:ext cx="129200" cy="240525"/>
            </a:xfrm>
            <a:custGeom>
              <a:avLst/>
              <a:gdLst/>
              <a:ahLst/>
              <a:cxnLst/>
              <a:rect l="l" t="t" r="r" b="b"/>
              <a:pathLst>
                <a:path w="5168" h="9621" fill="none" extrusionOk="0">
                  <a:moveTo>
                    <a:pt x="0" y="9620"/>
                  </a:moveTo>
                  <a:lnTo>
                    <a:pt x="0" y="2179"/>
                  </a:lnTo>
                  <a:cubicBezTo>
                    <a:pt x="0" y="976"/>
                    <a:pt x="1155" y="0"/>
                    <a:pt x="2584" y="0"/>
                  </a:cubicBezTo>
                  <a:lnTo>
                    <a:pt x="2584" y="0"/>
                  </a:lnTo>
                  <a:cubicBezTo>
                    <a:pt x="4001" y="0"/>
                    <a:pt x="5168" y="976"/>
                    <a:pt x="5168" y="2179"/>
                  </a:cubicBezTo>
                  <a:lnTo>
                    <a:pt x="5168" y="9620"/>
                  </a:lnTo>
                </a:path>
              </a:pathLst>
            </a:custGeom>
            <a:noFill/>
            <a:ln w="47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1925;p29"/>
            <p:cNvSpPr/>
            <p:nvPr/>
          </p:nvSpPr>
          <p:spPr>
            <a:xfrm>
              <a:off x="4851625" y="3366738"/>
              <a:ext cx="401275" cy="377475"/>
            </a:xfrm>
            <a:custGeom>
              <a:avLst/>
              <a:gdLst/>
              <a:ahLst/>
              <a:cxnLst/>
              <a:rect l="l" t="t" r="r" b="b"/>
              <a:pathLst>
                <a:path w="16051" h="15099" extrusionOk="0">
                  <a:moveTo>
                    <a:pt x="2489" y="1"/>
                  </a:moveTo>
                  <a:cubicBezTo>
                    <a:pt x="2309" y="1"/>
                    <a:pt x="2154" y="128"/>
                    <a:pt x="2108" y="299"/>
                  </a:cubicBezTo>
                  <a:lnTo>
                    <a:pt x="132" y="13360"/>
                  </a:lnTo>
                  <a:cubicBezTo>
                    <a:pt x="1" y="14289"/>
                    <a:pt x="846" y="15099"/>
                    <a:pt x="1954" y="15099"/>
                  </a:cubicBezTo>
                  <a:lnTo>
                    <a:pt x="14098" y="15099"/>
                  </a:lnTo>
                  <a:cubicBezTo>
                    <a:pt x="15193" y="15099"/>
                    <a:pt x="16051" y="14289"/>
                    <a:pt x="15920" y="13360"/>
                  </a:cubicBezTo>
                  <a:lnTo>
                    <a:pt x="13931" y="299"/>
                  </a:lnTo>
                  <a:cubicBezTo>
                    <a:pt x="13897" y="128"/>
                    <a:pt x="13732" y="1"/>
                    <a:pt x="13561" y="1"/>
                  </a:cubicBezTo>
                  <a:cubicBezTo>
                    <a:pt x="13553" y="1"/>
                    <a:pt x="13546" y="1"/>
                    <a:pt x="13538" y="2"/>
                  </a:cubicBezTo>
                  <a:lnTo>
                    <a:pt x="2513" y="2"/>
                  </a:lnTo>
                  <a:cubicBezTo>
                    <a:pt x="2505" y="1"/>
                    <a:pt x="2497" y="1"/>
                    <a:pt x="248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1926;p29"/>
            <p:cNvSpPr/>
            <p:nvPr/>
          </p:nvSpPr>
          <p:spPr>
            <a:xfrm>
              <a:off x="4975150" y="3395638"/>
              <a:ext cx="31000" cy="26225"/>
            </a:xfrm>
            <a:custGeom>
              <a:avLst/>
              <a:gdLst/>
              <a:ahLst/>
              <a:cxnLst/>
              <a:rect l="l" t="t" r="r" b="b"/>
              <a:pathLst>
                <a:path w="1240" h="1049" extrusionOk="0">
                  <a:moveTo>
                    <a:pt x="620" y="1"/>
                  </a:moveTo>
                  <a:cubicBezTo>
                    <a:pt x="275" y="1"/>
                    <a:pt x="1" y="239"/>
                    <a:pt x="1" y="524"/>
                  </a:cubicBezTo>
                  <a:cubicBezTo>
                    <a:pt x="1" y="810"/>
                    <a:pt x="275" y="1048"/>
                    <a:pt x="620" y="1048"/>
                  </a:cubicBezTo>
                  <a:cubicBezTo>
                    <a:pt x="965" y="1048"/>
                    <a:pt x="1239" y="810"/>
                    <a:pt x="1239" y="524"/>
                  </a:cubicBezTo>
                  <a:cubicBezTo>
                    <a:pt x="1239" y="239"/>
                    <a:pt x="965" y="1"/>
                    <a:pt x="62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7" name="Google Shape;1927;p29"/>
            <p:cNvSpPr/>
            <p:nvPr/>
          </p:nvSpPr>
          <p:spPr>
            <a:xfrm>
              <a:off x="5104350" y="3395638"/>
              <a:ext cx="30975" cy="26225"/>
            </a:xfrm>
            <a:custGeom>
              <a:avLst/>
              <a:gdLst/>
              <a:ahLst/>
              <a:cxnLst/>
              <a:rect l="l" t="t" r="r" b="b"/>
              <a:pathLst>
                <a:path w="1239" h="1049" extrusionOk="0">
                  <a:moveTo>
                    <a:pt x="619" y="1"/>
                  </a:moveTo>
                  <a:cubicBezTo>
                    <a:pt x="274" y="1"/>
                    <a:pt x="0" y="239"/>
                    <a:pt x="0" y="524"/>
                  </a:cubicBezTo>
                  <a:cubicBezTo>
                    <a:pt x="0" y="810"/>
                    <a:pt x="274" y="1048"/>
                    <a:pt x="619" y="1048"/>
                  </a:cubicBezTo>
                  <a:cubicBezTo>
                    <a:pt x="965" y="1048"/>
                    <a:pt x="1239" y="810"/>
                    <a:pt x="1239" y="524"/>
                  </a:cubicBezTo>
                  <a:cubicBezTo>
                    <a:pt x="1239" y="239"/>
                    <a:pt x="965" y="1"/>
                    <a:pt x="61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1928;p29"/>
            <p:cNvSpPr/>
            <p:nvPr/>
          </p:nvSpPr>
          <p:spPr>
            <a:xfrm>
              <a:off x="4971600" y="3478388"/>
              <a:ext cx="167300" cy="174150"/>
            </a:xfrm>
            <a:custGeom>
              <a:avLst/>
              <a:gdLst/>
              <a:ahLst/>
              <a:cxnLst/>
              <a:rect l="l" t="t" r="r" b="b"/>
              <a:pathLst>
                <a:path w="6692" h="6966" extrusionOk="0">
                  <a:moveTo>
                    <a:pt x="0" y="0"/>
                  </a:moveTo>
                  <a:cubicBezTo>
                    <a:pt x="0" y="0"/>
                    <a:pt x="250" y="5442"/>
                    <a:pt x="3346" y="6966"/>
                  </a:cubicBezTo>
                  <a:cubicBezTo>
                    <a:pt x="6441" y="5442"/>
                    <a:pt x="6691" y="0"/>
                    <a:pt x="669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9" name="Google Shape;1929;p29"/>
            <p:cNvSpPr/>
            <p:nvPr/>
          </p:nvSpPr>
          <p:spPr>
            <a:xfrm>
              <a:off x="4988850" y="3494163"/>
              <a:ext cx="132775" cy="140525"/>
            </a:xfrm>
            <a:custGeom>
              <a:avLst/>
              <a:gdLst/>
              <a:ahLst/>
              <a:cxnLst/>
              <a:rect l="l" t="t" r="r" b="b"/>
              <a:pathLst>
                <a:path w="5311" h="5621" extrusionOk="0">
                  <a:moveTo>
                    <a:pt x="1" y="0"/>
                  </a:moveTo>
                  <a:cubicBezTo>
                    <a:pt x="167" y="1358"/>
                    <a:pt x="739" y="4430"/>
                    <a:pt x="2656" y="5620"/>
                  </a:cubicBezTo>
                  <a:cubicBezTo>
                    <a:pt x="4561" y="4430"/>
                    <a:pt x="5144" y="1358"/>
                    <a:pt x="531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0" name="Google Shape;1930;p29"/>
            <p:cNvSpPr/>
            <p:nvPr/>
          </p:nvSpPr>
          <p:spPr>
            <a:xfrm>
              <a:off x="5016525" y="3510838"/>
              <a:ext cx="77425" cy="77400"/>
            </a:xfrm>
            <a:custGeom>
              <a:avLst/>
              <a:gdLst/>
              <a:ahLst/>
              <a:cxnLst/>
              <a:rect l="l" t="t" r="r" b="b"/>
              <a:pathLst>
                <a:path w="3097" h="3096" extrusionOk="0">
                  <a:moveTo>
                    <a:pt x="1549" y="0"/>
                  </a:moveTo>
                  <a:cubicBezTo>
                    <a:pt x="692" y="0"/>
                    <a:pt x="1" y="691"/>
                    <a:pt x="1" y="1548"/>
                  </a:cubicBezTo>
                  <a:cubicBezTo>
                    <a:pt x="1" y="2405"/>
                    <a:pt x="692" y="3096"/>
                    <a:pt x="1549" y="3096"/>
                  </a:cubicBezTo>
                  <a:cubicBezTo>
                    <a:pt x="2394" y="3096"/>
                    <a:pt x="3097" y="2405"/>
                    <a:pt x="3097" y="1548"/>
                  </a:cubicBezTo>
                  <a:cubicBezTo>
                    <a:pt x="3097" y="691"/>
                    <a:pt x="2394" y="0"/>
                    <a:pt x="154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1" name="Google Shape;1931;p29"/>
            <p:cNvSpPr/>
            <p:nvPr/>
          </p:nvSpPr>
          <p:spPr>
            <a:xfrm>
              <a:off x="5037675" y="3535238"/>
              <a:ext cx="39600" cy="28300"/>
            </a:xfrm>
            <a:custGeom>
              <a:avLst/>
              <a:gdLst/>
              <a:ahLst/>
              <a:cxnLst/>
              <a:rect l="l" t="t" r="r" b="b"/>
              <a:pathLst>
                <a:path w="1584" h="1132" fill="none" extrusionOk="0">
                  <a:moveTo>
                    <a:pt x="0" y="727"/>
                  </a:moveTo>
                  <a:lnTo>
                    <a:pt x="596" y="1132"/>
                  </a:lnTo>
                  <a:lnTo>
                    <a:pt x="1584" y="1"/>
                  </a:lnTo>
                </a:path>
              </a:pathLst>
            </a:custGeom>
            <a:noFill/>
            <a:ln w="5950" cap="flat" cmpd="sng">
              <a:solidFill>
                <a:srgbClr val="000000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2" name="Google Shape;1932;p29"/>
            <p:cNvSpPr/>
            <p:nvPr/>
          </p:nvSpPr>
          <p:spPr>
            <a:xfrm>
              <a:off x="4990650" y="3168238"/>
              <a:ext cx="129200" cy="240525"/>
            </a:xfrm>
            <a:custGeom>
              <a:avLst/>
              <a:gdLst/>
              <a:ahLst/>
              <a:cxnLst/>
              <a:rect l="l" t="t" r="r" b="b"/>
              <a:pathLst>
                <a:path w="5168" h="9621" fill="none" extrusionOk="0">
                  <a:moveTo>
                    <a:pt x="0" y="9620"/>
                  </a:moveTo>
                  <a:lnTo>
                    <a:pt x="0" y="2179"/>
                  </a:lnTo>
                  <a:cubicBezTo>
                    <a:pt x="0" y="976"/>
                    <a:pt x="1155" y="0"/>
                    <a:pt x="2584" y="0"/>
                  </a:cubicBezTo>
                  <a:lnTo>
                    <a:pt x="2584" y="0"/>
                  </a:lnTo>
                  <a:cubicBezTo>
                    <a:pt x="4013" y="0"/>
                    <a:pt x="5167" y="976"/>
                    <a:pt x="5167" y="2179"/>
                  </a:cubicBezTo>
                  <a:lnTo>
                    <a:pt x="5167" y="9620"/>
                  </a:lnTo>
                </a:path>
              </a:pathLst>
            </a:custGeom>
            <a:noFill/>
            <a:ln w="47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3" name="Google Shape;1933;p29"/>
            <p:cNvSpPr/>
            <p:nvPr/>
          </p:nvSpPr>
          <p:spPr>
            <a:xfrm>
              <a:off x="4648050" y="3062263"/>
              <a:ext cx="1069200" cy="789400"/>
            </a:xfrm>
            <a:custGeom>
              <a:avLst/>
              <a:gdLst/>
              <a:ahLst/>
              <a:cxnLst/>
              <a:rect l="l" t="t" r="r" b="b"/>
              <a:pathLst>
                <a:path w="42768" h="31576" extrusionOk="0">
                  <a:moveTo>
                    <a:pt x="1762" y="1"/>
                  </a:moveTo>
                  <a:cubicBezTo>
                    <a:pt x="786" y="1"/>
                    <a:pt x="0" y="786"/>
                    <a:pt x="0" y="1763"/>
                  </a:cubicBezTo>
                  <a:lnTo>
                    <a:pt x="0" y="29814"/>
                  </a:lnTo>
                  <a:cubicBezTo>
                    <a:pt x="0" y="30790"/>
                    <a:pt x="786" y="31576"/>
                    <a:pt x="1762" y="31576"/>
                  </a:cubicBezTo>
                  <a:lnTo>
                    <a:pt x="40993" y="31576"/>
                  </a:lnTo>
                  <a:cubicBezTo>
                    <a:pt x="41981" y="31576"/>
                    <a:pt x="42767" y="30790"/>
                    <a:pt x="42767" y="29814"/>
                  </a:cubicBezTo>
                  <a:lnTo>
                    <a:pt x="42767" y="1763"/>
                  </a:lnTo>
                  <a:cubicBezTo>
                    <a:pt x="42767" y="786"/>
                    <a:pt x="41981" y="1"/>
                    <a:pt x="40993" y="1"/>
                  </a:cubicBezTo>
                  <a:close/>
                </a:path>
              </a:pathLst>
            </a:custGeom>
            <a:solidFill>
              <a:srgbClr val="FFFFFF"/>
            </a:solidFill>
            <a:ln w="22925" cap="flat" cmpd="sng">
              <a:solidFill>
                <a:schemeClr val="accent5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4" name="Google Shape;1934;p29"/>
            <p:cNvSpPr/>
            <p:nvPr/>
          </p:nvSpPr>
          <p:spPr>
            <a:xfrm>
              <a:off x="5256750" y="3354263"/>
              <a:ext cx="348875" cy="226350"/>
            </a:xfrm>
            <a:custGeom>
              <a:avLst/>
              <a:gdLst/>
              <a:ahLst/>
              <a:cxnLst/>
              <a:rect l="l" t="t" r="r" b="b"/>
              <a:pathLst>
                <a:path w="13955" h="9054" extrusionOk="0">
                  <a:moveTo>
                    <a:pt x="1608" y="1"/>
                  </a:moveTo>
                  <a:lnTo>
                    <a:pt x="179" y="3763"/>
                  </a:lnTo>
                  <a:cubicBezTo>
                    <a:pt x="0" y="4251"/>
                    <a:pt x="238" y="4787"/>
                    <a:pt x="727" y="4977"/>
                  </a:cubicBezTo>
                  <a:lnTo>
                    <a:pt x="11323" y="8990"/>
                  </a:lnTo>
                  <a:cubicBezTo>
                    <a:pt x="11435" y="9033"/>
                    <a:pt x="11549" y="9054"/>
                    <a:pt x="11661" y="9054"/>
                  </a:cubicBezTo>
                  <a:cubicBezTo>
                    <a:pt x="12039" y="9054"/>
                    <a:pt x="12391" y="8821"/>
                    <a:pt x="12538" y="8454"/>
                  </a:cubicBezTo>
                  <a:lnTo>
                    <a:pt x="13954" y="4680"/>
                  </a:lnTo>
                  <a:lnTo>
                    <a:pt x="160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5" name="Google Shape;1935;p29"/>
            <p:cNvSpPr/>
            <p:nvPr/>
          </p:nvSpPr>
          <p:spPr>
            <a:xfrm>
              <a:off x="5308525" y="3300988"/>
              <a:ext cx="316150" cy="139325"/>
            </a:xfrm>
            <a:custGeom>
              <a:avLst/>
              <a:gdLst/>
              <a:ahLst/>
              <a:cxnLst/>
              <a:rect l="l" t="t" r="r" b="b"/>
              <a:pathLst>
                <a:path w="12646" h="5573" extrusionOk="0">
                  <a:moveTo>
                    <a:pt x="979" y="1"/>
                  </a:moveTo>
                  <a:cubicBezTo>
                    <a:pt x="600" y="1"/>
                    <a:pt x="247" y="229"/>
                    <a:pt x="108" y="608"/>
                  </a:cubicBezTo>
                  <a:lnTo>
                    <a:pt x="1" y="881"/>
                  </a:lnTo>
                  <a:lnTo>
                    <a:pt x="12348" y="5572"/>
                  </a:lnTo>
                  <a:lnTo>
                    <a:pt x="12455" y="5299"/>
                  </a:lnTo>
                  <a:cubicBezTo>
                    <a:pt x="12645" y="4810"/>
                    <a:pt x="12395" y="4263"/>
                    <a:pt x="11907" y="4084"/>
                  </a:cubicBezTo>
                  <a:lnTo>
                    <a:pt x="1311" y="60"/>
                  </a:lnTo>
                  <a:cubicBezTo>
                    <a:pt x="1201" y="20"/>
                    <a:pt x="1089" y="1"/>
                    <a:pt x="97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6" name="Google Shape;1936;p29"/>
            <p:cNvSpPr/>
            <p:nvPr/>
          </p:nvSpPr>
          <p:spPr>
            <a:xfrm>
              <a:off x="5296925" y="3323313"/>
              <a:ext cx="320300" cy="147950"/>
            </a:xfrm>
            <a:custGeom>
              <a:avLst/>
              <a:gdLst/>
              <a:ahLst/>
              <a:cxnLst/>
              <a:rect l="l" t="t" r="r" b="b"/>
              <a:pathLst>
                <a:path w="12812" h="5918" extrusionOk="0">
                  <a:moveTo>
                    <a:pt x="465" y="0"/>
                  </a:moveTo>
                  <a:lnTo>
                    <a:pt x="1" y="1239"/>
                  </a:lnTo>
                  <a:lnTo>
                    <a:pt x="12347" y="5918"/>
                  </a:lnTo>
                  <a:lnTo>
                    <a:pt x="12812" y="4679"/>
                  </a:lnTo>
                  <a:lnTo>
                    <a:pt x="46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7" name="Google Shape;1937;p29"/>
            <p:cNvSpPr/>
            <p:nvPr/>
          </p:nvSpPr>
          <p:spPr>
            <a:xfrm>
              <a:off x="5291875" y="3385563"/>
              <a:ext cx="150925" cy="111850"/>
            </a:xfrm>
            <a:custGeom>
              <a:avLst/>
              <a:gdLst/>
              <a:ahLst/>
              <a:cxnLst/>
              <a:rect l="l" t="t" r="r" b="b"/>
              <a:pathLst>
                <a:path w="6037" h="4474" extrusionOk="0">
                  <a:moveTo>
                    <a:pt x="1251" y="1"/>
                  </a:moveTo>
                  <a:cubicBezTo>
                    <a:pt x="1070" y="1"/>
                    <a:pt x="897" y="105"/>
                    <a:pt x="822" y="284"/>
                  </a:cubicBezTo>
                  <a:lnTo>
                    <a:pt x="84" y="2249"/>
                  </a:lnTo>
                  <a:cubicBezTo>
                    <a:pt x="0" y="2475"/>
                    <a:pt x="107" y="2737"/>
                    <a:pt x="334" y="2820"/>
                  </a:cubicBezTo>
                  <a:lnTo>
                    <a:pt x="4632" y="4452"/>
                  </a:lnTo>
                  <a:cubicBezTo>
                    <a:pt x="4679" y="4466"/>
                    <a:pt x="4727" y="4474"/>
                    <a:pt x="4775" y="4474"/>
                  </a:cubicBezTo>
                  <a:cubicBezTo>
                    <a:pt x="4959" y="4474"/>
                    <a:pt x="5137" y="4369"/>
                    <a:pt x="5203" y="4190"/>
                  </a:cubicBezTo>
                  <a:lnTo>
                    <a:pt x="5953" y="2225"/>
                  </a:lnTo>
                  <a:cubicBezTo>
                    <a:pt x="6037" y="1999"/>
                    <a:pt x="5918" y="1749"/>
                    <a:pt x="5691" y="1654"/>
                  </a:cubicBezTo>
                  <a:lnTo>
                    <a:pt x="1393" y="23"/>
                  </a:lnTo>
                  <a:cubicBezTo>
                    <a:pt x="1346" y="8"/>
                    <a:pt x="1299" y="1"/>
                    <a:pt x="1251" y="1"/>
                  </a:cubicBezTo>
                  <a:close/>
                </a:path>
              </a:pathLst>
            </a:custGeom>
            <a:solidFill>
              <a:srgbClr val="FAFB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8" name="Google Shape;1938;p29"/>
            <p:cNvSpPr/>
            <p:nvPr/>
          </p:nvSpPr>
          <p:spPr>
            <a:xfrm>
              <a:off x="5445125" y="3455313"/>
              <a:ext cx="77750" cy="66050"/>
            </a:xfrm>
            <a:custGeom>
              <a:avLst/>
              <a:gdLst/>
              <a:ahLst/>
              <a:cxnLst/>
              <a:rect l="l" t="t" r="r" b="b"/>
              <a:pathLst>
                <a:path w="3110" h="2642" extrusionOk="0">
                  <a:moveTo>
                    <a:pt x="1606" y="1"/>
                  </a:moveTo>
                  <a:cubicBezTo>
                    <a:pt x="704" y="1"/>
                    <a:pt x="0" y="950"/>
                    <a:pt x="407" y="1864"/>
                  </a:cubicBezTo>
                  <a:cubicBezTo>
                    <a:pt x="644" y="2385"/>
                    <a:pt x="1129" y="2642"/>
                    <a:pt x="1613" y="2642"/>
                  </a:cubicBezTo>
                  <a:cubicBezTo>
                    <a:pt x="2124" y="2642"/>
                    <a:pt x="2633" y="2355"/>
                    <a:pt x="2848" y="1793"/>
                  </a:cubicBezTo>
                  <a:cubicBezTo>
                    <a:pt x="3109" y="1114"/>
                    <a:pt x="2764" y="340"/>
                    <a:pt x="2086" y="90"/>
                  </a:cubicBezTo>
                  <a:cubicBezTo>
                    <a:pt x="1923" y="29"/>
                    <a:pt x="1762" y="1"/>
                    <a:pt x="16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9" name="Google Shape;1939;p29"/>
            <p:cNvSpPr/>
            <p:nvPr/>
          </p:nvSpPr>
          <p:spPr>
            <a:xfrm>
              <a:off x="5499350" y="3475863"/>
              <a:ext cx="77700" cy="66050"/>
            </a:xfrm>
            <a:custGeom>
              <a:avLst/>
              <a:gdLst/>
              <a:ahLst/>
              <a:cxnLst/>
              <a:rect l="l" t="t" r="r" b="b"/>
              <a:pathLst>
                <a:path w="3108" h="2642" extrusionOk="0">
                  <a:moveTo>
                    <a:pt x="1608" y="0"/>
                  </a:moveTo>
                  <a:cubicBezTo>
                    <a:pt x="710" y="0"/>
                    <a:pt x="0" y="949"/>
                    <a:pt x="417" y="1864"/>
                  </a:cubicBezTo>
                  <a:cubicBezTo>
                    <a:pt x="648" y="2385"/>
                    <a:pt x="1130" y="2641"/>
                    <a:pt x="1614" y="2641"/>
                  </a:cubicBezTo>
                  <a:cubicBezTo>
                    <a:pt x="2125" y="2641"/>
                    <a:pt x="2637" y="2355"/>
                    <a:pt x="2857" y="1792"/>
                  </a:cubicBezTo>
                  <a:cubicBezTo>
                    <a:pt x="3107" y="1113"/>
                    <a:pt x="2774" y="340"/>
                    <a:pt x="2083" y="90"/>
                  </a:cubicBezTo>
                  <a:cubicBezTo>
                    <a:pt x="1923" y="28"/>
                    <a:pt x="1763" y="0"/>
                    <a:pt x="16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0" name="Google Shape;1940;p29"/>
            <p:cNvSpPr/>
            <p:nvPr/>
          </p:nvSpPr>
          <p:spPr>
            <a:xfrm>
              <a:off x="4828425" y="3352163"/>
              <a:ext cx="401550" cy="377475"/>
            </a:xfrm>
            <a:custGeom>
              <a:avLst/>
              <a:gdLst/>
              <a:ahLst/>
              <a:cxnLst/>
              <a:rect l="l" t="t" r="r" b="b"/>
              <a:pathLst>
                <a:path w="16062" h="15099" extrusionOk="0">
                  <a:moveTo>
                    <a:pt x="2486" y="0"/>
                  </a:moveTo>
                  <a:cubicBezTo>
                    <a:pt x="2307" y="0"/>
                    <a:pt x="2154" y="117"/>
                    <a:pt x="2120" y="299"/>
                  </a:cubicBezTo>
                  <a:lnTo>
                    <a:pt x="143" y="13360"/>
                  </a:lnTo>
                  <a:cubicBezTo>
                    <a:pt x="0" y="14277"/>
                    <a:pt x="857" y="15098"/>
                    <a:pt x="1965" y="15098"/>
                  </a:cubicBezTo>
                  <a:lnTo>
                    <a:pt x="14097" y="15098"/>
                  </a:lnTo>
                  <a:cubicBezTo>
                    <a:pt x="15204" y="15098"/>
                    <a:pt x="16062" y="14277"/>
                    <a:pt x="15907" y="13360"/>
                  </a:cubicBezTo>
                  <a:lnTo>
                    <a:pt x="13942" y="299"/>
                  </a:lnTo>
                  <a:cubicBezTo>
                    <a:pt x="13897" y="117"/>
                    <a:pt x="13743" y="0"/>
                    <a:pt x="13564" y="0"/>
                  </a:cubicBezTo>
                  <a:cubicBezTo>
                    <a:pt x="13555" y="0"/>
                    <a:pt x="13546" y="1"/>
                    <a:pt x="13538" y="1"/>
                  </a:cubicBezTo>
                  <a:lnTo>
                    <a:pt x="2512" y="1"/>
                  </a:lnTo>
                  <a:cubicBezTo>
                    <a:pt x="2504" y="1"/>
                    <a:pt x="2495" y="0"/>
                    <a:pt x="24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1" name="Google Shape;1941;p29"/>
            <p:cNvSpPr/>
            <p:nvPr/>
          </p:nvSpPr>
          <p:spPr>
            <a:xfrm>
              <a:off x="4964750" y="3153638"/>
              <a:ext cx="129200" cy="240525"/>
            </a:xfrm>
            <a:custGeom>
              <a:avLst/>
              <a:gdLst/>
              <a:ahLst/>
              <a:cxnLst/>
              <a:rect l="l" t="t" r="r" b="b"/>
              <a:pathLst>
                <a:path w="5168" h="9621" fill="none" extrusionOk="0">
                  <a:moveTo>
                    <a:pt x="0" y="9621"/>
                  </a:moveTo>
                  <a:lnTo>
                    <a:pt x="0" y="2180"/>
                  </a:lnTo>
                  <a:cubicBezTo>
                    <a:pt x="0" y="977"/>
                    <a:pt x="1155" y="1"/>
                    <a:pt x="2584" y="1"/>
                  </a:cubicBezTo>
                  <a:lnTo>
                    <a:pt x="2584" y="1"/>
                  </a:lnTo>
                  <a:cubicBezTo>
                    <a:pt x="4001" y="1"/>
                    <a:pt x="5168" y="977"/>
                    <a:pt x="5168" y="2180"/>
                  </a:cubicBezTo>
                  <a:lnTo>
                    <a:pt x="5168" y="962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1942;p29"/>
            <p:cNvSpPr/>
            <p:nvPr/>
          </p:nvSpPr>
          <p:spPr>
            <a:xfrm>
              <a:off x="4851625" y="3352163"/>
              <a:ext cx="401275" cy="377475"/>
            </a:xfrm>
            <a:custGeom>
              <a:avLst/>
              <a:gdLst/>
              <a:ahLst/>
              <a:cxnLst/>
              <a:rect l="l" t="t" r="r" b="b"/>
              <a:pathLst>
                <a:path w="16051" h="15099" extrusionOk="0">
                  <a:moveTo>
                    <a:pt x="2487" y="0"/>
                  </a:moveTo>
                  <a:cubicBezTo>
                    <a:pt x="2308" y="0"/>
                    <a:pt x="2154" y="117"/>
                    <a:pt x="2108" y="299"/>
                  </a:cubicBezTo>
                  <a:lnTo>
                    <a:pt x="132" y="13360"/>
                  </a:lnTo>
                  <a:cubicBezTo>
                    <a:pt x="1" y="14277"/>
                    <a:pt x="846" y="15098"/>
                    <a:pt x="1954" y="15098"/>
                  </a:cubicBezTo>
                  <a:lnTo>
                    <a:pt x="14098" y="15098"/>
                  </a:lnTo>
                  <a:cubicBezTo>
                    <a:pt x="15193" y="15098"/>
                    <a:pt x="16051" y="14277"/>
                    <a:pt x="15920" y="13360"/>
                  </a:cubicBezTo>
                  <a:lnTo>
                    <a:pt x="13931" y="299"/>
                  </a:lnTo>
                  <a:cubicBezTo>
                    <a:pt x="13897" y="117"/>
                    <a:pt x="13733" y="0"/>
                    <a:pt x="13563" y="0"/>
                  </a:cubicBezTo>
                  <a:cubicBezTo>
                    <a:pt x="13555" y="0"/>
                    <a:pt x="13546" y="1"/>
                    <a:pt x="13538" y="1"/>
                  </a:cubicBezTo>
                  <a:lnTo>
                    <a:pt x="2513" y="1"/>
                  </a:lnTo>
                  <a:cubicBezTo>
                    <a:pt x="2504" y="1"/>
                    <a:pt x="2496" y="0"/>
                    <a:pt x="24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1943;p29"/>
            <p:cNvSpPr/>
            <p:nvPr/>
          </p:nvSpPr>
          <p:spPr>
            <a:xfrm>
              <a:off x="4975150" y="3381063"/>
              <a:ext cx="31000" cy="26200"/>
            </a:xfrm>
            <a:custGeom>
              <a:avLst/>
              <a:gdLst/>
              <a:ahLst/>
              <a:cxnLst/>
              <a:rect l="l" t="t" r="r" b="b"/>
              <a:pathLst>
                <a:path w="1240" h="1048" extrusionOk="0">
                  <a:moveTo>
                    <a:pt x="620" y="0"/>
                  </a:moveTo>
                  <a:cubicBezTo>
                    <a:pt x="275" y="0"/>
                    <a:pt x="1" y="226"/>
                    <a:pt x="1" y="524"/>
                  </a:cubicBezTo>
                  <a:cubicBezTo>
                    <a:pt x="1" y="810"/>
                    <a:pt x="275" y="1048"/>
                    <a:pt x="620" y="1048"/>
                  </a:cubicBezTo>
                  <a:cubicBezTo>
                    <a:pt x="965" y="1048"/>
                    <a:pt x="1239" y="810"/>
                    <a:pt x="1239" y="524"/>
                  </a:cubicBezTo>
                  <a:cubicBezTo>
                    <a:pt x="1239" y="226"/>
                    <a:pt x="965" y="0"/>
                    <a:pt x="62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1944;p29"/>
            <p:cNvSpPr/>
            <p:nvPr/>
          </p:nvSpPr>
          <p:spPr>
            <a:xfrm>
              <a:off x="5104350" y="3381063"/>
              <a:ext cx="30975" cy="26200"/>
            </a:xfrm>
            <a:custGeom>
              <a:avLst/>
              <a:gdLst/>
              <a:ahLst/>
              <a:cxnLst/>
              <a:rect l="l" t="t" r="r" b="b"/>
              <a:pathLst>
                <a:path w="1239" h="1048" extrusionOk="0">
                  <a:moveTo>
                    <a:pt x="619" y="0"/>
                  </a:moveTo>
                  <a:cubicBezTo>
                    <a:pt x="274" y="0"/>
                    <a:pt x="0" y="226"/>
                    <a:pt x="0" y="524"/>
                  </a:cubicBezTo>
                  <a:cubicBezTo>
                    <a:pt x="0" y="810"/>
                    <a:pt x="274" y="1048"/>
                    <a:pt x="619" y="1048"/>
                  </a:cubicBezTo>
                  <a:cubicBezTo>
                    <a:pt x="965" y="1048"/>
                    <a:pt x="1239" y="810"/>
                    <a:pt x="1239" y="524"/>
                  </a:cubicBezTo>
                  <a:cubicBezTo>
                    <a:pt x="1239" y="226"/>
                    <a:pt x="965" y="0"/>
                    <a:pt x="61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5" name="Google Shape;1945;p29"/>
            <p:cNvSpPr/>
            <p:nvPr/>
          </p:nvSpPr>
          <p:spPr>
            <a:xfrm>
              <a:off x="4971600" y="3463513"/>
              <a:ext cx="167300" cy="174150"/>
            </a:xfrm>
            <a:custGeom>
              <a:avLst/>
              <a:gdLst/>
              <a:ahLst/>
              <a:cxnLst/>
              <a:rect l="l" t="t" r="r" b="b"/>
              <a:pathLst>
                <a:path w="6692" h="6966" extrusionOk="0">
                  <a:moveTo>
                    <a:pt x="0" y="0"/>
                  </a:moveTo>
                  <a:cubicBezTo>
                    <a:pt x="0" y="0"/>
                    <a:pt x="250" y="5441"/>
                    <a:pt x="3346" y="6965"/>
                  </a:cubicBezTo>
                  <a:cubicBezTo>
                    <a:pt x="6441" y="5441"/>
                    <a:pt x="6691" y="0"/>
                    <a:pt x="669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6" name="Google Shape;1946;p29"/>
            <p:cNvSpPr/>
            <p:nvPr/>
          </p:nvSpPr>
          <p:spPr>
            <a:xfrm>
              <a:off x="4988850" y="3479288"/>
              <a:ext cx="132775" cy="140500"/>
            </a:xfrm>
            <a:custGeom>
              <a:avLst/>
              <a:gdLst/>
              <a:ahLst/>
              <a:cxnLst/>
              <a:rect l="l" t="t" r="r" b="b"/>
              <a:pathLst>
                <a:path w="5311" h="5620" extrusionOk="0">
                  <a:moveTo>
                    <a:pt x="1" y="0"/>
                  </a:moveTo>
                  <a:cubicBezTo>
                    <a:pt x="167" y="1357"/>
                    <a:pt x="739" y="4429"/>
                    <a:pt x="2656" y="5620"/>
                  </a:cubicBezTo>
                  <a:cubicBezTo>
                    <a:pt x="4561" y="4429"/>
                    <a:pt x="5144" y="1357"/>
                    <a:pt x="53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7" name="Google Shape;1947;p29"/>
            <p:cNvSpPr/>
            <p:nvPr/>
          </p:nvSpPr>
          <p:spPr>
            <a:xfrm>
              <a:off x="5016525" y="3495938"/>
              <a:ext cx="77425" cy="77425"/>
            </a:xfrm>
            <a:custGeom>
              <a:avLst/>
              <a:gdLst/>
              <a:ahLst/>
              <a:cxnLst/>
              <a:rect l="l" t="t" r="r" b="b"/>
              <a:pathLst>
                <a:path w="3097" h="3097" extrusionOk="0">
                  <a:moveTo>
                    <a:pt x="1549" y="1"/>
                  </a:moveTo>
                  <a:cubicBezTo>
                    <a:pt x="692" y="1"/>
                    <a:pt x="1" y="691"/>
                    <a:pt x="1" y="1549"/>
                  </a:cubicBezTo>
                  <a:cubicBezTo>
                    <a:pt x="1" y="2406"/>
                    <a:pt x="692" y="3097"/>
                    <a:pt x="1549" y="3097"/>
                  </a:cubicBezTo>
                  <a:cubicBezTo>
                    <a:pt x="2394" y="3097"/>
                    <a:pt x="3097" y="2406"/>
                    <a:pt x="3097" y="1549"/>
                  </a:cubicBezTo>
                  <a:cubicBezTo>
                    <a:pt x="3097" y="691"/>
                    <a:pt x="2394" y="1"/>
                    <a:pt x="154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8" name="Google Shape;1948;p29"/>
            <p:cNvSpPr/>
            <p:nvPr/>
          </p:nvSpPr>
          <p:spPr>
            <a:xfrm>
              <a:off x="5037675" y="3520663"/>
              <a:ext cx="39600" cy="28300"/>
            </a:xfrm>
            <a:custGeom>
              <a:avLst/>
              <a:gdLst/>
              <a:ahLst/>
              <a:cxnLst/>
              <a:rect l="l" t="t" r="r" b="b"/>
              <a:pathLst>
                <a:path w="1584" h="1132" fill="none" extrusionOk="0">
                  <a:moveTo>
                    <a:pt x="0" y="726"/>
                  </a:moveTo>
                  <a:lnTo>
                    <a:pt x="596" y="1131"/>
                  </a:lnTo>
                  <a:lnTo>
                    <a:pt x="1584" y="0"/>
                  </a:lnTo>
                </a:path>
              </a:pathLst>
            </a:custGeom>
            <a:noFill/>
            <a:ln w="19050" cap="flat" cmpd="sng">
              <a:solidFill>
                <a:schemeClr val="accent6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949;p29"/>
            <p:cNvSpPr/>
            <p:nvPr/>
          </p:nvSpPr>
          <p:spPr>
            <a:xfrm>
              <a:off x="4990650" y="3153638"/>
              <a:ext cx="129200" cy="240525"/>
            </a:xfrm>
            <a:custGeom>
              <a:avLst/>
              <a:gdLst/>
              <a:ahLst/>
              <a:cxnLst/>
              <a:rect l="l" t="t" r="r" b="b"/>
              <a:pathLst>
                <a:path w="5168" h="9621" fill="none" extrusionOk="0">
                  <a:moveTo>
                    <a:pt x="0" y="9621"/>
                  </a:moveTo>
                  <a:lnTo>
                    <a:pt x="0" y="2180"/>
                  </a:lnTo>
                  <a:cubicBezTo>
                    <a:pt x="0" y="977"/>
                    <a:pt x="1155" y="1"/>
                    <a:pt x="2584" y="1"/>
                  </a:cubicBezTo>
                  <a:lnTo>
                    <a:pt x="2584" y="1"/>
                  </a:lnTo>
                  <a:cubicBezTo>
                    <a:pt x="4013" y="1"/>
                    <a:pt x="5167" y="977"/>
                    <a:pt x="5167" y="2180"/>
                  </a:cubicBezTo>
                  <a:lnTo>
                    <a:pt x="5167" y="962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50" name="Google Shape;1950;p29"/>
          <p:cNvGrpSpPr/>
          <p:nvPr/>
        </p:nvGrpSpPr>
        <p:grpSpPr>
          <a:xfrm>
            <a:off x="7292924" y="2534200"/>
            <a:ext cx="1222425" cy="1450812"/>
            <a:chOff x="7292924" y="2534200"/>
            <a:chExt cx="1222425" cy="1450812"/>
          </a:xfrm>
        </p:grpSpPr>
        <p:sp>
          <p:nvSpPr>
            <p:cNvPr id="1953" name="Google Shape;1953;p29"/>
            <p:cNvSpPr txBox="1"/>
            <p:nvPr/>
          </p:nvSpPr>
          <p:spPr>
            <a:xfrm flipH="1">
              <a:off x="7292924" y="3003938"/>
              <a:ext cx="1222425" cy="9810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2875" tIns="91425" rIns="182875" bIns="91425" anchor="ctr" anchorCtr="0">
              <a:noAutofit/>
            </a:bodyPr>
            <a:lstStyle/>
            <a:p>
              <a:r>
                <a:rPr lang="de-DE" dirty="0">
                  <a:latin typeface="Fira Sans" panose="020B0503050000020004" pitchFamily="34" charset="0"/>
                </a:rPr>
                <a:t>Schadens-summe nicht bekannt</a:t>
              </a:r>
            </a:p>
          </p:txBody>
        </p:sp>
        <p:cxnSp>
          <p:nvCxnSpPr>
            <p:cNvPr id="1954" name="Google Shape;1954;p29"/>
            <p:cNvCxnSpPr/>
            <p:nvPr/>
          </p:nvCxnSpPr>
          <p:spPr>
            <a:xfrm>
              <a:off x="7921150" y="2534200"/>
              <a:ext cx="0" cy="233400"/>
            </a:xfrm>
            <a:prstGeom prst="straightConnector1">
              <a:avLst/>
            </a:prstGeom>
            <a:noFill/>
            <a:ln w="19050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" name="Google Shape;3368;p37">
            <a:extLst>
              <a:ext uri="{FF2B5EF4-FFF2-40B4-BE49-F238E27FC236}">
                <a16:creationId xmlns:a16="http://schemas.microsoft.com/office/drawing/2014/main" id="{AFDEDDE5-AB85-8682-0636-708D28A5F318}"/>
              </a:ext>
            </a:extLst>
          </p:cNvPr>
          <p:cNvSpPr/>
          <p:nvPr/>
        </p:nvSpPr>
        <p:spPr>
          <a:xfrm>
            <a:off x="7202103" y="-156235"/>
            <a:ext cx="486039" cy="429385"/>
          </a:xfrm>
          <a:custGeom>
            <a:avLst/>
            <a:gdLst/>
            <a:ahLst/>
            <a:cxnLst/>
            <a:rect l="l" t="t" r="r" b="b"/>
            <a:pathLst>
              <a:path w="11942" h="10550" extrusionOk="0">
                <a:moveTo>
                  <a:pt x="7370" y="0"/>
                </a:moveTo>
                <a:lnTo>
                  <a:pt x="0" y="10549"/>
                </a:lnTo>
                <a:lnTo>
                  <a:pt x="4572" y="10549"/>
                </a:lnTo>
                <a:lnTo>
                  <a:pt x="1194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3369;p37">
            <a:extLst>
              <a:ext uri="{FF2B5EF4-FFF2-40B4-BE49-F238E27FC236}">
                <a16:creationId xmlns:a16="http://schemas.microsoft.com/office/drawing/2014/main" id="{F7CCA746-98F1-6518-C75E-1431924BE0C4}"/>
              </a:ext>
            </a:extLst>
          </p:cNvPr>
          <p:cNvSpPr/>
          <p:nvPr/>
        </p:nvSpPr>
        <p:spPr>
          <a:xfrm>
            <a:off x="7502509" y="-156235"/>
            <a:ext cx="485592" cy="429385"/>
          </a:xfrm>
          <a:custGeom>
            <a:avLst/>
            <a:gdLst/>
            <a:ahLst/>
            <a:cxnLst/>
            <a:rect l="l" t="t" r="r" b="b"/>
            <a:pathLst>
              <a:path w="11931" h="10550" extrusionOk="0">
                <a:moveTo>
                  <a:pt x="7359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3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3370;p37">
            <a:extLst>
              <a:ext uri="{FF2B5EF4-FFF2-40B4-BE49-F238E27FC236}">
                <a16:creationId xmlns:a16="http://schemas.microsoft.com/office/drawing/2014/main" id="{0D3840EC-A6A3-FF00-53CF-0D9094ADCF50}"/>
              </a:ext>
            </a:extLst>
          </p:cNvPr>
          <p:cNvSpPr/>
          <p:nvPr/>
        </p:nvSpPr>
        <p:spPr>
          <a:xfrm>
            <a:off x="7802956" y="-156235"/>
            <a:ext cx="485592" cy="429385"/>
          </a:xfrm>
          <a:custGeom>
            <a:avLst/>
            <a:gdLst/>
            <a:ahLst/>
            <a:cxnLst/>
            <a:rect l="l" t="t" r="r" b="b"/>
            <a:pathLst>
              <a:path w="11931" h="10550" extrusionOk="0">
                <a:moveTo>
                  <a:pt x="7359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3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3371;p37">
            <a:extLst>
              <a:ext uri="{FF2B5EF4-FFF2-40B4-BE49-F238E27FC236}">
                <a16:creationId xmlns:a16="http://schemas.microsoft.com/office/drawing/2014/main" id="{6B084177-CA5E-B89A-3C00-43A5559BC609}"/>
              </a:ext>
            </a:extLst>
          </p:cNvPr>
          <p:cNvSpPr/>
          <p:nvPr/>
        </p:nvSpPr>
        <p:spPr>
          <a:xfrm>
            <a:off x="8102914" y="-156235"/>
            <a:ext cx="486080" cy="429385"/>
          </a:xfrm>
          <a:custGeom>
            <a:avLst/>
            <a:gdLst/>
            <a:ahLst/>
            <a:cxnLst/>
            <a:rect l="l" t="t" r="r" b="b"/>
            <a:pathLst>
              <a:path w="11943" h="10550" extrusionOk="0">
                <a:moveTo>
                  <a:pt x="7371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4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3372;p37">
            <a:extLst>
              <a:ext uri="{FF2B5EF4-FFF2-40B4-BE49-F238E27FC236}">
                <a16:creationId xmlns:a16="http://schemas.microsoft.com/office/drawing/2014/main" id="{DE845654-2DC1-6EE3-0A24-BF4BF635EC28}"/>
              </a:ext>
            </a:extLst>
          </p:cNvPr>
          <p:cNvSpPr/>
          <p:nvPr/>
        </p:nvSpPr>
        <p:spPr>
          <a:xfrm>
            <a:off x="8403361" y="-156235"/>
            <a:ext cx="485103" cy="429385"/>
          </a:xfrm>
          <a:custGeom>
            <a:avLst/>
            <a:gdLst/>
            <a:ahLst/>
            <a:cxnLst/>
            <a:rect l="l" t="t" r="r" b="b"/>
            <a:pathLst>
              <a:path w="11919" h="10550" extrusionOk="0">
                <a:moveTo>
                  <a:pt x="7359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19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3373;p37">
            <a:extLst>
              <a:ext uri="{FF2B5EF4-FFF2-40B4-BE49-F238E27FC236}">
                <a16:creationId xmlns:a16="http://schemas.microsoft.com/office/drawing/2014/main" id="{523A39C8-D37E-53B8-2A0B-3A7353E82760}"/>
              </a:ext>
            </a:extLst>
          </p:cNvPr>
          <p:cNvSpPr/>
          <p:nvPr/>
        </p:nvSpPr>
        <p:spPr>
          <a:xfrm>
            <a:off x="8703808" y="-156235"/>
            <a:ext cx="485103" cy="429385"/>
          </a:xfrm>
          <a:custGeom>
            <a:avLst/>
            <a:gdLst/>
            <a:ahLst/>
            <a:cxnLst/>
            <a:rect l="l" t="t" r="r" b="b"/>
            <a:pathLst>
              <a:path w="11919" h="10550" extrusionOk="0">
                <a:moveTo>
                  <a:pt x="7359" y="0"/>
                </a:moveTo>
                <a:lnTo>
                  <a:pt x="1" y="10549"/>
                </a:lnTo>
                <a:lnTo>
                  <a:pt x="4561" y="10549"/>
                </a:lnTo>
                <a:lnTo>
                  <a:pt x="11919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3374;p37">
            <a:extLst>
              <a:ext uri="{FF2B5EF4-FFF2-40B4-BE49-F238E27FC236}">
                <a16:creationId xmlns:a16="http://schemas.microsoft.com/office/drawing/2014/main" id="{31C91AC9-0006-AAB2-130A-9E8309A07AB7}"/>
              </a:ext>
            </a:extLst>
          </p:cNvPr>
          <p:cNvSpPr/>
          <p:nvPr/>
        </p:nvSpPr>
        <p:spPr>
          <a:xfrm>
            <a:off x="9000877" y="-156235"/>
            <a:ext cx="485103" cy="429385"/>
          </a:xfrm>
          <a:custGeom>
            <a:avLst/>
            <a:gdLst/>
            <a:ahLst/>
            <a:cxnLst/>
            <a:rect l="l" t="t" r="r" b="b"/>
            <a:pathLst>
              <a:path w="11919" h="10550" extrusionOk="0">
                <a:moveTo>
                  <a:pt x="7346" y="0"/>
                </a:moveTo>
                <a:lnTo>
                  <a:pt x="0" y="10549"/>
                </a:lnTo>
                <a:lnTo>
                  <a:pt x="4560" y="10549"/>
                </a:lnTo>
                <a:lnTo>
                  <a:pt x="11918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3438;p37">
            <a:extLst>
              <a:ext uri="{FF2B5EF4-FFF2-40B4-BE49-F238E27FC236}">
                <a16:creationId xmlns:a16="http://schemas.microsoft.com/office/drawing/2014/main" id="{3A676920-AA42-D813-942C-9D2735561EDE}"/>
              </a:ext>
            </a:extLst>
          </p:cNvPr>
          <p:cNvSpPr/>
          <p:nvPr/>
        </p:nvSpPr>
        <p:spPr>
          <a:xfrm>
            <a:off x="5128028" y="-156235"/>
            <a:ext cx="486039" cy="429385"/>
          </a:xfrm>
          <a:custGeom>
            <a:avLst/>
            <a:gdLst/>
            <a:ahLst/>
            <a:cxnLst/>
            <a:rect l="l" t="t" r="r" b="b"/>
            <a:pathLst>
              <a:path w="11942" h="10550" extrusionOk="0">
                <a:moveTo>
                  <a:pt x="7370" y="0"/>
                </a:moveTo>
                <a:lnTo>
                  <a:pt x="0" y="10549"/>
                </a:lnTo>
                <a:lnTo>
                  <a:pt x="4572" y="10549"/>
                </a:lnTo>
                <a:lnTo>
                  <a:pt x="1194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3439;p37">
            <a:extLst>
              <a:ext uri="{FF2B5EF4-FFF2-40B4-BE49-F238E27FC236}">
                <a16:creationId xmlns:a16="http://schemas.microsoft.com/office/drawing/2014/main" id="{7A72729E-5228-C972-D4A1-E7E792E72BE5}"/>
              </a:ext>
            </a:extLst>
          </p:cNvPr>
          <p:cNvSpPr/>
          <p:nvPr/>
        </p:nvSpPr>
        <p:spPr>
          <a:xfrm>
            <a:off x="5428434" y="-156235"/>
            <a:ext cx="485592" cy="429385"/>
          </a:xfrm>
          <a:custGeom>
            <a:avLst/>
            <a:gdLst/>
            <a:ahLst/>
            <a:cxnLst/>
            <a:rect l="l" t="t" r="r" b="b"/>
            <a:pathLst>
              <a:path w="11931" h="10550" extrusionOk="0">
                <a:moveTo>
                  <a:pt x="7359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3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3440;p37">
            <a:extLst>
              <a:ext uri="{FF2B5EF4-FFF2-40B4-BE49-F238E27FC236}">
                <a16:creationId xmlns:a16="http://schemas.microsoft.com/office/drawing/2014/main" id="{47D7D4CC-F4E8-B66C-F578-A83C9379FEA8}"/>
              </a:ext>
            </a:extLst>
          </p:cNvPr>
          <p:cNvSpPr/>
          <p:nvPr/>
        </p:nvSpPr>
        <p:spPr>
          <a:xfrm>
            <a:off x="5728881" y="-156235"/>
            <a:ext cx="485592" cy="429385"/>
          </a:xfrm>
          <a:custGeom>
            <a:avLst/>
            <a:gdLst/>
            <a:ahLst/>
            <a:cxnLst/>
            <a:rect l="l" t="t" r="r" b="b"/>
            <a:pathLst>
              <a:path w="11931" h="10550" extrusionOk="0">
                <a:moveTo>
                  <a:pt x="7359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3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3441;p37">
            <a:extLst>
              <a:ext uri="{FF2B5EF4-FFF2-40B4-BE49-F238E27FC236}">
                <a16:creationId xmlns:a16="http://schemas.microsoft.com/office/drawing/2014/main" id="{D2AE50FC-04B0-9369-37D0-1C37078A5948}"/>
              </a:ext>
            </a:extLst>
          </p:cNvPr>
          <p:cNvSpPr/>
          <p:nvPr/>
        </p:nvSpPr>
        <p:spPr>
          <a:xfrm>
            <a:off x="6028839" y="-156235"/>
            <a:ext cx="486080" cy="429385"/>
          </a:xfrm>
          <a:custGeom>
            <a:avLst/>
            <a:gdLst/>
            <a:ahLst/>
            <a:cxnLst/>
            <a:rect l="l" t="t" r="r" b="b"/>
            <a:pathLst>
              <a:path w="11943" h="10550" extrusionOk="0">
                <a:moveTo>
                  <a:pt x="7371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4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3442;p37">
            <a:extLst>
              <a:ext uri="{FF2B5EF4-FFF2-40B4-BE49-F238E27FC236}">
                <a16:creationId xmlns:a16="http://schemas.microsoft.com/office/drawing/2014/main" id="{64563551-3BEB-9AC1-FFB9-20A6A30CC3E1}"/>
              </a:ext>
            </a:extLst>
          </p:cNvPr>
          <p:cNvSpPr/>
          <p:nvPr/>
        </p:nvSpPr>
        <p:spPr>
          <a:xfrm>
            <a:off x="6329286" y="-156235"/>
            <a:ext cx="485103" cy="429385"/>
          </a:xfrm>
          <a:custGeom>
            <a:avLst/>
            <a:gdLst/>
            <a:ahLst/>
            <a:cxnLst/>
            <a:rect l="l" t="t" r="r" b="b"/>
            <a:pathLst>
              <a:path w="11919" h="10550" extrusionOk="0">
                <a:moveTo>
                  <a:pt x="7359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19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3443;p37">
            <a:extLst>
              <a:ext uri="{FF2B5EF4-FFF2-40B4-BE49-F238E27FC236}">
                <a16:creationId xmlns:a16="http://schemas.microsoft.com/office/drawing/2014/main" id="{37FD2C98-AC1A-64D5-7E9D-1C40C8C6D719}"/>
              </a:ext>
            </a:extLst>
          </p:cNvPr>
          <p:cNvSpPr/>
          <p:nvPr/>
        </p:nvSpPr>
        <p:spPr>
          <a:xfrm>
            <a:off x="6629733" y="-156235"/>
            <a:ext cx="485103" cy="429385"/>
          </a:xfrm>
          <a:custGeom>
            <a:avLst/>
            <a:gdLst/>
            <a:ahLst/>
            <a:cxnLst/>
            <a:rect l="l" t="t" r="r" b="b"/>
            <a:pathLst>
              <a:path w="11919" h="10550" extrusionOk="0">
                <a:moveTo>
                  <a:pt x="7359" y="0"/>
                </a:moveTo>
                <a:lnTo>
                  <a:pt x="1" y="10549"/>
                </a:lnTo>
                <a:lnTo>
                  <a:pt x="4561" y="10549"/>
                </a:lnTo>
                <a:lnTo>
                  <a:pt x="11919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3444;p37">
            <a:extLst>
              <a:ext uri="{FF2B5EF4-FFF2-40B4-BE49-F238E27FC236}">
                <a16:creationId xmlns:a16="http://schemas.microsoft.com/office/drawing/2014/main" id="{5FB1D312-F234-403E-26E9-5A87038EA635}"/>
              </a:ext>
            </a:extLst>
          </p:cNvPr>
          <p:cNvSpPr/>
          <p:nvPr/>
        </p:nvSpPr>
        <p:spPr>
          <a:xfrm>
            <a:off x="6926802" y="-156235"/>
            <a:ext cx="485103" cy="429385"/>
          </a:xfrm>
          <a:custGeom>
            <a:avLst/>
            <a:gdLst/>
            <a:ahLst/>
            <a:cxnLst/>
            <a:rect l="l" t="t" r="r" b="b"/>
            <a:pathLst>
              <a:path w="11919" h="10550" extrusionOk="0">
                <a:moveTo>
                  <a:pt x="7346" y="0"/>
                </a:moveTo>
                <a:lnTo>
                  <a:pt x="0" y="10549"/>
                </a:lnTo>
                <a:lnTo>
                  <a:pt x="4560" y="10549"/>
                </a:lnTo>
                <a:lnTo>
                  <a:pt x="11918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3368;p37">
            <a:extLst>
              <a:ext uri="{FF2B5EF4-FFF2-40B4-BE49-F238E27FC236}">
                <a16:creationId xmlns:a16="http://schemas.microsoft.com/office/drawing/2014/main" id="{C92BE8E6-0361-6EEC-D25E-912E9BAA71D7}"/>
              </a:ext>
            </a:extLst>
          </p:cNvPr>
          <p:cNvSpPr/>
          <p:nvPr/>
        </p:nvSpPr>
        <p:spPr>
          <a:xfrm>
            <a:off x="1220403" y="4850875"/>
            <a:ext cx="486039" cy="429385"/>
          </a:xfrm>
          <a:custGeom>
            <a:avLst/>
            <a:gdLst/>
            <a:ahLst/>
            <a:cxnLst/>
            <a:rect l="l" t="t" r="r" b="b"/>
            <a:pathLst>
              <a:path w="11942" h="10550" extrusionOk="0">
                <a:moveTo>
                  <a:pt x="7370" y="0"/>
                </a:moveTo>
                <a:lnTo>
                  <a:pt x="0" y="10549"/>
                </a:lnTo>
                <a:lnTo>
                  <a:pt x="4572" y="10549"/>
                </a:lnTo>
                <a:lnTo>
                  <a:pt x="1194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3369;p37">
            <a:extLst>
              <a:ext uri="{FF2B5EF4-FFF2-40B4-BE49-F238E27FC236}">
                <a16:creationId xmlns:a16="http://schemas.microsoft.com/office/drawing/2014/main" id="{DE64C948-774C-59E5-36E4-AB6F2A4ED8E9}"/>
              </a:ext>
            </a:extLst>
          </p:cNvPr>
          <p:cNvSpPr/>
          <p:nvPr/>
        </p:nvSpPr>
        <p:spPr>
          <a:xfrm>
            <a:off x="1520809" y="4850875"/>
            <a:ext cx="485592" cy="429385"/>
          </a:xfrm>
          <a:custGeom>
            <a:avLst/>
            <a:gdLst/>
            <a:ahLst/>
            <a:cxnLst/>
            <a:rect l="l" t="t" r="r" b="b"/>
            <a:pathLst>
              <a:path w="11931" h="10550" extrusionOk="0">
                <a:moveTo>
                  <a:pt x="7359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3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3370;p37">
            <a:extLst>
              <a:ext uri="{FF2B5EF4-FFF2-40B4-BE49-F238E27FC236}">
                <a16:creationId xmlns:a16="http://schemas.microsoft.com/office/drawing/2014/main" id="{DE486AB7-68D8-6A5A-16CE-BB6A94F5DB04}"/>
              </a:ext>
            </a:extLst>
          </p:cNvPr>
          <p:cNvSpPr/>
          <p:nvPr/>
        </p:nvSpPr>
        <p:spPr>
          <a:xfrm>
            <a:off x="1821256" y="4850875"/>
            <a:ext cx="485592" cy="429385"/>
          </a:xfrm>
          <a:custGeom>
            <a:avLst/>
            <a:gdLst/>
            <a:ahLst/>
            <a:cxnLst/>
            <a:rect l="l" t="t" r="r" b="b"/>
            <a:pathLst>
              <a:path w="11931" h="10550" extrusionOk="0">
                <a:moveTo>
                  <a:pt x="7359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3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3371;p37">
            <a:extLst>
              <a:ext uri="{FF2B5EF4-FFF2-40B4-BE49-F238E27FC236}">
                <a16:creationId xmlns:a16="http://schemas.microsoft.com/office/drawing/2014/main" id="{F9E89AB8-24C9-35A0-236A-9F554AD232B5}"/>
              </a:ext>
            </a:extLst>
          </p:cNvPr>
          <p:cNvSpPr/>
          <p:nvPr/>
        </p:nvSpPr>
        <p:spPr>
          <a:xfrm>
            <a:off x="2121214" y="4850875"/>
            <a:ext cx="486080" cy="429385"/>
          </a:xfrm>
          <a:custGeom>
            <a:avLst/>
            <a:gdLst/>
            <a:ahLst/>
            <a:cxnLst/>
            <a:rect l="l" t="t" r="r" b="b"/>
            <a:pathLst>
              <a:path w="11943" h="10550" extrusionOk="0">
                <a:moveTo>
                  <a:pt x="7371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4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3372;p37">
            <a:extLst>
              <a:ext uri="{FF2B5EF4-FFF2-40B4-BE49-F238E27FC236}">
                <a16:creationId xmlns:a16="http://schemas.microsoft.com/office/drawing/2014/main" id="{03C91366-133B-2D57-3BCA-059DD01EA05E}"/>
              </a:ext>
            </a:extLst>
          </p:cNvPr>
          <p:cNvSpPr/>
          <p:nvPr/>
        </p:nvSpPr>
        <p:spPr>
          <a:xfrm>
            <a:off x="2421661" y="4850875"/>
            <a:ext cx="485103" cy="429385"/>
          </a:xfrm>
          <a:custGeom>
            <a:avLst/>
            <a:gdLst/>
            <a:ahLst/>
            <a:cxnLst/>
            <a:rect l="l" t="t" r="r" b="b"/>
            <a:pathLst>
              <a:path w="11919" h="10550" extrusionOk="0">
                <a:moveTo>
                  <a:pt x="7359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19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3373;p37">
            <a:extLst>
              <a:ext uri="{FF2B5EF4-FFF2-40B4-BE49-F238E27FC236}">
                <a16:creationId xmlns:a16="http://schemas.microsoft.com/office/drawing/2014/main" id="{C53CDBD7-97FE-BA6B-EBC2-646BDC5BB940}"/>
              </a:ext>
            </a:extLst>
          </p:cNvPr>
          <p:cNvSpPr/>
          <p:nvPr/>
        </p:nvSpPr>
        <p:spPr>
          <a:xfrm>
            <a:off x="2722108" y="4850875"/>
            <a:ext cx="485103" cy="429385"/>
          </a:xfrm>
          <a:custGeom>
            <a:avLst/>
            <a:gdLst/>
            <a:ahLst/>
            <a:cxnLst/>
            <a:rect l="l" t="t" r="r" b="b"/>
            <a:pathLst>
              <a:path w="11919" h="10550" extrusionOk="0">
                <a:moveTo>
                  <a:pt x="7359" y="0"/>
                </a:moveTo>
                <a:lnTo>
                  <a:pt x="1" y="10549"/>
                </a:lnTo>
                <a:lnTo>
                  <a:pt x="4561" y="10549"/>
                </a:lnTo>
                <a:lnTo>
                  <a:pt x="11919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3374;p37">
            <a:extLst>
              <a:ext uri="{FF2B5EF4-FFF2-40B4-BE49-F238E27FC236}">
                <a16:creationId xmlns:a16="http://schemas.microsoft.com/office/drawing/2014/main" id="{FB2AB350-1328-CAD8-F95C-D8181BA21507}"/>
              </a:ext>
            </a:extLst>
          </p:cNvPr>
          <p:cNvSpPr/>
          <p:nvPr/>
        </p:nvSpPr>
        <p:spPr>
          <a:xfrm>
            <a:off x="3019177" y="4850875"/>
            <a:ext cx="485103" cy="429385"/>
          </a:xfrm>
          <a:custGeom>
            <a:avLst/>
            <a:gdLst/>
            <a:ahLst/>
            <a:cxnLst/>
            <a:rect l="l" t="t" r="r" b="b"/>
            <a:pathLst>
              <a:path w="11919" h="10550" extrusionOk="0">
                <a:moveTo>
                  <a:pt x="7346" y="0"/>
                </a:moveTo>
                <a:lnTo>
                  <a:pt x="0" y="10549"/>
                </a:lnTo>
                <a:lnTo>
                  <a:pt x="4560" y="10549"/>
                </a:lnTo>
                <a:lnTo>
                  <a:pt x="11918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3438;p37">
            <a:extLst>
              <a:ext uri="{FF2B5EF4-FFF2-40B4-BE49-F238E27FC236}">
                <a16:creationId xmlns:a16="http://schemas.microsoft.com/office/drawing/2014/main" id="{9D814C85-B19D-900D-FC71-98C7406A3222}"/>
              </a:ext>
            </a:extLst>
          </p:cNvPr>
          <p:cNvSpPr/>
          <p:nvPr/>
        </p:nvSpPr>
        <p:spPr>
          <a:xfrm>
            <a:off x="-853672" y="4850875"/>
            <a:ext cx="486039" cy="429385"/>
          </a:xfrm>
          <a:custGeom>
            <a:avLst/>
            <a:gdLst/>
            <a:ahLst/>
            <a:cxnLst/>
            <a:rect l="l" t="t" r="r" b="b"/>
            <a:pathLst>
              <a:path w="11942" h="10550" extrusionOk="0">
                <a:moveTo>
                  <a:pt x="7370" y="0"/>
                </a:moveTo>
                <a:lnTo>
                  <a:pt x="0" y="10549"/>
                </a:lnTo>
                <a:lnTo>
                  <a:pt x="4572" y="10549"/>
                </a:lnTo>
                <a:lnTo>
                  <a:pt x="1194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3439;p37">
            <a:extLst>
              <a:ext uri="{FF2B5EF4-FFF2-40B4-BE49-F238E27FC236}">
                <a16:creationId xmlns:a16="http://schemas.microsoft.com/office/drawing/2014/main" id="{354DF868-3AA1-ACAE-B7EB-A5281F38BE70}"/>
              </a:ext>
            </a:extLst>
          </p:cNvPr>
          <p:cNvSpPr/>
          <p:nvPr/>
        </p:nvSpPr>
        <p:spPr>
          <a:xfrm>
            <a:off x="-553266" y="4850875"/>
            <a:ext cx="485592" cy="429385"/>
          </a:xfrm>
          <a:custGeom>
            <a:avLst/>
            <a:gdLst/>
            <a:ahLst/>
            <a:cxnLst/>
            <a:rect l="l" t="t" r="r" b="b"/>
            <a:pathLst>
              <a:path w="11931" h="10550" extrusionOk="0">
                <a:moveTo>
                  <a:pt x="7359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3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3440;p37">
            <a:extLst>
              <a:ext uri="{FF2B5EF4-FFF2-40B4-BE49-F238E27FC236}">
                <a16:creationId xmlns:a16="http://schemas.microsoft.com/office/drawing/2014/main" id="{5A89A6BC-1C2B-0DA3-558E-1712D7FD09C7}"/>
              </a:ext>
            </a:extLst>
          </p:cNvPr>
          <p:cNvSpPr/>
          <p:nvPr/>
        </p:nvSpPr>
        <p:spPr>
          <a:xfrm>
            <a:off x="-252819" y="4850875"/>
            <a:ext cx="485592" cy="429385"/>
          </a:xfrm>
          <a:custGeom>
            <a:avLst/>
            <a:gdLst/>
            <a:ahLst/>
            <a:cxnLst/>
            <a:rect l="l" t="t" r="r" b="b"/>
            <a:pathLst>
              <a:path w="11931" h="10550" extrusionOk="0">
                <a:moveTo>
                  <a:pt x="7359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3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3441;p37">
            <a:extLst>
              <a:ext uri="{FF2B5EF4-FFF2-40B4-BE49-F238E27FC236}">
                <a16:creationId xmlns:a16="http://schemas.microsoft.com/office/drawing/2014/main" id="{265A1267-EE90-3133-B459-655FD72D2F48}"/>
              </a:ext>
            </a:extLst>
          </p:cNvPr>
          <p:cNvSpPr/>
          <p:nvPr/>
        </p:nvSpPr>
        <p:spPr>
          <a:xfrm>
            <a:off x="47139" y="4850875"/>
            <a:ext cx="486080" cy="429385"/>
          </a:xfrm>
          <a:custGeom>
            <a:avLst/>
            <a:gdLst/>
            <a:ahLst/>
            <a:cxnLst/>
            <a:rect l="l" t="t" r="r" b="b"/>
            <a:pathLst>
              <a:path w="11943" h="10550" extrusionOk="0">
                <a:moveTo>
                  <a:pt x="7371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4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3442;p37">
            <a:extLst>
              <a:ext uri="{FF2B5EF4-FFF2-40B4-BE49-F238E27FC236}">
                <a16:creationId xmlns:a16="http://schemas.microsoft.com/office/drawing/2014/main" id="{CDCFE287-82EB-A364-FF65-B5307C0126B3}"/>
              </a:ext>
            </a:extLst>
          </p:cNvPr>
          <p:cNvSpPr/>
          <p:nvPr/>
        </p:nvSpPr>
        <p:spPr>
          <a:xfrm>
            <a:off x="347586" y="4850875"/>
            <a:ext cx="485103" cy="429385"/>
          </a:xfrm>
          <a:custGeom>
            <a:avLst/>
            <a:gdLst/>
            <a:ahLst/>
            <a:cxnLst/>
            <a:rect l="l" t="t" r="r" b="b"/>
            <a:pathLst>
              <a:path w="11919" h="10550" extrusionOk="0">
                <a:moveTo>
                  <a:pt x="7359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19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3443;p37">
            <a:extLst>
              <a:ext uri="{FF2B5EF4-FFF2-40B4-BE49-F238E27FC236}">
                <a16:creationId xmlns:a16="http://schemas.microsoft.com/office/drawing/2014/main" id="{DD62DA80-BE73-C9F4-EFA5-DB8A42956566}"/>
              </a:ext>
            </a:extLst>
          </p:cNvPr>
          <p:cNvSpPr/>
          <p:nvPr/>
        </p:nvSpPr>
        <p:spPr>
          <a:xfrm>
            <a:off x="648033" y="4850875"/>
            <a:ext cx="485103" cy="429385"/>
          </a:xfrm>
          <a:custGeom>
            <a:avLst/>
            <a:gdLst/>
            <a:ahLst/>
            <a:cxnLst/>
            <a:rect l="l" t="t" r="r" b="b"/>
            <a:pathLst>
              <a:path w="11919" h="10550" extrusionOk="0">
                <a:moveTo>
                  <a:pt x="7359" y="0"/>
                </a:moveTo>
                <a:lnTo>
                  <a:pt x="1" y="10549"/>
                </a:lnTo>
                <a:lnTo>
                  <a:pt x="4561" y="10549"/>
                </a:lnTo>
                <a:lnTo>
                  <a:pt x="11919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3444;p37">
            <a:extLst>
              <a:ext uri="{FF2B5EF4-FFF2-40B4-BE49-F238E27FC236}">
                <a16:creationId xmlns:a16="http://schemas.microsoft.com/office/drawing/2014/main" id="{8086065E-DBD4-153D-89F0-9EDF5F67A12A}"/>
              </a:ext>
            </a:extLst>
          </p:cNvPr>
          <p:cNvSpPr/>
          <p:nvPr/>
        </p:nvSpPr>
        <p:spPr>
          <a:xfrm>
            <a:off x="945102" y="4850875"/>
            <a:ext cx="485103" cy="429385"/>
          </a:xfrm>
          <a:custGeom>
            <a:avLst/>
            <a:gdLst/>
            <a:ahLst/>
            <a:cxnLst/>
            <a:rect l="l" t="t" r="r" b="b"/>
            <a:pathLst>
              <a:path w="11919" h="10550" extrusionOk="0">
                <a:moveTo>
                  <a:pt x="7346" y="0"/>
                </a:moveTo>
                <a:lnTo>
                  <a:pt x="0" y="10549"/>
                </a:lnTo>
                <a:lnTo>
                  <a:pt x="4560" y="10549"/>
                </a:lnTo>
                <a:lnTo>
                  <a:pt x="11918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Ellipse 57">
            <a:extLst>
              <a:ext uri="{FF2B5EF4-FFF2-40B4-BE49-F238E27FC236}">
                <a16:creationId xmlns:a16="http://schemas.microsoft.com/office/drawing/2014/main" id="{AB539ED1-C34B-18F3-E649-EE6B440E83C8}"/>
              </a:ext>
            </a:extLst>
          </p:cNvPr>
          <p:cNvSpPr/>
          <p:nvPr/>
        </p:nvSpPr>
        <p:spPr>
          <a:xfrm>
            <a:off x="8472078" y="4300333"/>
            <a:ext cx="2149917" cy="2264132"/>
          </a:xfrm>
          <a:prstGeom prst="ellipse">
            <a:avLst/>
          </a:prstGeom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2" name="Ellipse 291">
            <a:extLst>
              <a:ext uri="{FF2B5EF4-FFF2-40B4-BE49-F238E27FC236}">
                <a16:creationId xmlns:a16="http://schemas.microsoft.com/office/drawing/2014/main" id="{8E408392-68D4-D8AF-1BEC-470C0A59AF2E}"/>
              </a:ext>
            </a:extLst>
          </p:cNvPr>
          <p:cNvSpPr/>
          <p:nvPr/>
        </p:nvSpPr>
        <p:spPr>
          <a:xfrm rot="4937556">
            <a:off x="-1858428" y="-1370157"/>
            <a:ext cx="2495550" cy="2466975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3" name="Ellipse 292">
            <a:extLst>
              <a:ext uri="{FF2B5EF4-FFF2-40B4-BE49-F238E27FC236}">
                <a16:creationId xmlns:a16="http://schemas.microsoft.com/office/drawing/2014/main" id="{D6E55A3E-019A-BFF5-33F8-A8CE64688B5B}"/>
              </a:ext>
            </a:extLst>
          </p:cNvPr>
          <p:cNvSpPr/>
          <p:nvPr/>
        </p:nvSpPr>
        <p:spPr>
          <a:xfrm rot="4937556">
            <a:off x="-1170212" y="-3150569"/>
            <a:ext cx="3400425" cy="3437441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22"/>
          <p:cNvSpPr txBox="1">
            <a:spLocks noGrp="1"/>
          </p:cNvSpPr>
          <p:nvPr>
            <p:ph type="title"/>
          </p:nvPr>
        </p:nvSpPr>
        <p:spPr>
          <a:xfrm>
            <a:off x="2381250" y="1999050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600" dirty="0">
                <a:solidFill>
                  <a:schemeClr val="accent6"/>
                </a:solidFill>
              </a:rPr>
              <a:t>DANKE</a:t>
            </a:r>
            <a:endParaRPr dirty="0">
              <a:solidFill>
                <a:schemeClr val="accent6"/>
              </a:solidFill>
            </a:endParaRPr>
          </a:p>
        </p:txBody>
      </p:sp>
      <p:grpSp>
        <p:nvGrpSpPr>
          <p:cNvPr id="703" name="Google Shape;703;p22"/>
          <p:cNvGrpSpPr/>
          <p:nvPr/>
        </p:nvGrpSpPr>
        <p:grpSpPr>
          <a:xfrm>
            <a:off x="314325" y="755986"/>
            <a:ext cx="4370426" cy="3805879"/>
            <a:chOff x="470500" y="1150745"/>
            <a:chExt cx="4370426" cy="3805879"/>
          </a:xfrm>
        </p:grpSpPr>
        <p:sp>
          <p:nvSpPr>
            <p:cNvPr id="704" name="Google Shape;704;p22"/>
            <p:cNvSpPr/>
            <p:nvPr/>
          </p:nvSpPr>
          <p:spPr>
            <a:xfrm>
              <a:off x="555068" y="1564531"/>
              <a:ext cx="4024332" cy="2990383"/>
            </a:xfrm>
            <a:custGeom>
              <a:avLst/>
              <a:gdLst/>
              <a:ahLst/>
              <a:cxnLst/>
              <a:rect l="l" t="t" r="r" b="b"/>
              <a:pathLst>
                <a:path w="108312" h="80484" extrusionOk="0">
                  <a:moveTo>
                    <a:pt x="51262" y="0"/>
                  </a:moveTo>
                  <a:cubicBezTo>
                    <a:pt x="50794" y="0"/>
                    <a:pt x="50347" y="53"/>
                    <a:pt x="49921" y="169"/>
                  </a:cubicBezTo>
                  <a:cubicBezTo>
                    <a:pt x="42867" y="2064"/>
                    <a:pt x="40427" y="10123"/>
                    <a:pt x="26104" y="10123"/>
                  </a:cubicBezTo>
                  <a:cubicBezTo>
                    <a:pt x="23868" y="10123"/>
                    <a:pt x="21343" y="9926"/>
                    <a:pt x="18465" y="9480"/>
                  </a:cubicBezTo>
                  <a:cubicBezTo>
                    <a:pt x="16718" y="9208"/>
                    <a:pt x="15124" y="9078"/>
                    <a:pt x="13676" y="9078"/>
                  </a:cubicBezTo>
                  <a:cubicBezTo>
                    <a:pt x="2506" y="9078"/>
                    <a:pt x="0" y="16810"/>
                    <a:pt x="3046" y="26791"/>
                  </a:cubicBezTo>
                  <a:cubicBezTo>
                    <a:pt x="6475" y="38066"/>
                    <a:pt x="16096" y="45448"/>
                    <a:pt x="10678" y="58664"/>
                  </a:cubicBezTo>
                  <a:cubicBezTo>
                    <a:pt x="6801" y="68122"/>
                    <a:pt x="11699" y="70373"/>
                    <a:pt x="18246" y="70373"/>
                  </a:cubicBezTo>
                  <a:cubicBezTo>
                    <a:pt x="20847" y="70373"/>
                    <a:pt x="23708" y="70017"/>
                    <a:pt x="26383" y="69618"/>
                  </a:cubicBezTo>
                  <a:cubicBezTo>
                    <a:pt x="27150" y="69503"/>
                    <a:pt x="27851" y="69449"/>
                    <a:pt x="28493" y="69449"/>
                  </a:cubicBezTo>
                  <a:cubicBezTo>
                    <a:pt x="37686" y="69449"/>
                    <a:pt x="34765" y="80483"/>
                    <a:pt x="42846" y="80483"/>
                  </a:cubicBezTo>
                  <a:cubicBezTo>
                    <a:pt x="44122" y="80483"/>
                    <a:pt x="45672" y="80208"/>
                    <a:pt x="47588" y="79571"/>
                  </a:cubicBezTo>
                  <a:cubicBezTo>
                    <a:pt x="55570" y="76911"/>
                    <a:pt x="60092" y="74349"/>
                    <a:pt x="66187" y="74349"/>
                  </a:cubicBezTo>
                  <a:cubicBezTo>
                    <a:pt x="69283" y="74349"/>
                    <a:pt x="72785" y="75010"/>
                    <a:pt x="77353" y="76654"/>
                  </a:cubicBezTo>
                  <a:cubicBezTo>
                    <a:pt x="81277" y="78064"/>
                    <a:pt x="85024" y="78707"/>
                    <a:pt x="88365" y="78707"/>
                  </a:cubicBezTo>
                  <a:cubicBezTo>
                    <a:pt x="95435" y="78707"/>
                    <a:pt x="100686" y="75829"/>
                    <a:pt x="101940" y="71261"/>
                  </a:cubicBezTo>
                  <a:cubicBezTo>
                    <a:pt x="104666" y="61319"/>
                    <a:pt x="92165" y="50473"/>
                    <a:pt x="91784" y="41293"/>
                  </a:cubicBezTo>
                  <a:cubicBezTo>
                    <a:pt x="91569" y="36316"/>
                    <a:pt x="97082" y="29637"/>
                    <a:pt x="102380" y="19469"/>
                  </a:cubicBezTo>
                  <a:cubicBezTo>
                    <a:pt x="108311" y="8079"/>
                    <a:pt x="103209" y="1605"/>
                    <a:pt x="95708" y="1605"/>
                  </a:cubicBezTo>
                  <a:cubicBezTo>
                    <a:pt x="93769" y="1605"/>
                    <a:pt x="91668" y="2038"/>
                    <a:pt x="89557" y="2931"/>
                  </a:cubicBezTo>
                  <a:cubicBezTo>
                    <a:pt x="84172" y="5207"/>
                    <a:pt x="79400" y="6038"/>
                    <a:pt x="75168" y="6038"/>
                  </a:cubicBezTo>
                  <a:cubicBezTo>
                    <a:pt x="63756" y="6038"/>
                    <a:pt x="56268" y="0"/>
                    <a:pt x="512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22"/>
            <p:cNvSpPr/>
            <p:nvPr/>
          </p:nvSpPr>
          <p:spPr>
            <a:xfrm>
              <a:off x="1114158" y="1578316"/>
              <a:ext cx="545956" cy="545918"/>
            </a:xfrm>
            <a:custGeom>
              <a:avLst/>
              <a:gdLst/>
              <a:ahLst/>
              <a:cxnLst/>
              <a:rect l="l" t="t" r="r" b="b"/>
              <a:pathLst>
                <a:path w="14694" h="14693" extrusionOk="0">
                  <a:moveTo>
                    <a:pt x="7347" y="0"/>
                  </a:moveTo>
                  <a:cubicBezTo>
                    <a:pt x="3299" y="0"/>
                    <a:pt x="1" y="3286"/>
                    <a:pt x="1" y="7346"/>
                  </a:cubicBezTo>
                  <a:cubicBezTo>
                    <a:pt x="1" y="11395"/>
                    <a:pt x="3299" y="14693"/>
                    <a:pt x="7347" y="14693"/>
                  </a:cubicBezTo>
                  <a:cubicBezTo>
                    <a:pt x="11407" y="14693"/>
                    <a:pt x="14693" y="11395"/>
                    <a:pt x="14693" y="7346"/>
                  </a:cubicBezTo>
                  <a:cubicBezTo>
                    <a:pt x="14693" y="3286"/>
                    <a:pt x="11407" y="0"/>
                    <a:pt x="73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22"/>
            <p:cNvSpPr/>
            <p:nvPr/>
          </p:nvSpPr>
          <p:spPr>
            <a:xfrm>
              <a:off x="860678" y="1728278"/>
              <a:ext cx="77022" cy="76576"/>
            </a:xfrm>
            <a:custGeom>
              <a:avLst/>
              <a:gdLst/>
              <a:ahLst/>
              <a:cxnLst/>
              <a:rect l="l" t="t" r="r" b="b"/>
              <a:pathLst>
                <a:path w="2073" h="2061" extrusionOk="0">
                  <a:moveTo>
                    <a:pt x="1036" y="0"/>
                  </a:moveTo>
                  <a:cubicBezTo>
                    <a:pt x="465" y="0"/>
                    <a:pt x="1" y="465"/>
                    <a:pt x="1" y="1036"/>
                  </a:cubicBezTo>
                  <a:cubicBezTo>
                    <a:pt x="1" y="1608"/>
                    <a:pt x="465" y="2060"/>
                    <a:pt x="1036" y="2060"/>
                  </a:cubicBezTo>
                  <a:cubicBezTo>
                    <a:pt x="1608" y="2060"/>
                    <a:pt x="2072" y="1608"/>
                    <a:pt x="2072" y="1036"/>
                  </a:cubicBezTo>
                  <a:cubicBezTo>
                    <a:pt x="2072" y="465"/>
                    <a:pt x="1608" y="0"/>
                    <a:pt x="10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22"/>
            <p:cNvSpPr/>
            <p:nvPr/>
          </p:nvSpPr>
          <p:spPr>
            <a:xfrm>
              <a:off x="4404677" y="1862746"/>
              <a:ext cx="161513" cy="161513"/>
            </a:xfrm>
            <a:custGeom>
              <a:avLst/>
              <a:gdLst/>
              <a:ahLst/>
              <a:cxnLst/>
              <a:rect l="l" t="t" r="r" b="b"/>
              <a:pathLst>
                <a:path w="4347" h="4347" extrusionOk="0">
                  <a:moveTo>
                    <a:pt x="2167" y="1"/>
                  </a:moveTo>
                  <a:cubicBezTo>
                    <a:pt x="965" y="1"/>
                    <a:pt x="0" y="965"/>
                    <a:pt x="0" y="2168"/>
                  </a:cubicBezTo>
                  <a:cubicBezTo>
                    <a:pt x="0" y="3370"/>
                    <a:pt x="965" y="4347"/>
                    <a:pt x="2167" y="4347"/>
                  </a:cubicBezTo>
                  <a:cubicBezTo>
                    <a:pt x="3370" y="4347"/>
                    <a:pt x="4346" y="3370"/>
                    <a:pt x="4346" y="2168"/>
                  </a:cubicBezTo>
                  <a:cubicBezTo>
                    <a:pt x="4346" y="965"/>
                    <a:pt x="3370" y="1"/>
                    <a:pt x="21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22"/>
            <p:cNvSpPr/>
            <p:nvPr/>
          </p:nvSpPr>
          <p:spPr>
            <a:xfrm>
              <a:off x="4408207" y="1597340"/>
              <a:ext cx="46035" cy="46481"/>
            </a:xfrm>
            <a:custGeom>
              <a:avLst/>
              <a:gdLst/>
              <a:ahLst/>
              <a:cxnLst/>
              <a:rect l="l" t="t" r="r" b="b"/>
              <a:pathLst>
                <a:path w="1239" h="1251" extrusionOk="0">
                  <a:moveTo>
                    <a:pt x="620" y="0"/>
                  </a:moveTo>
                  <a:cubicBezTo>
                    <a:pt x="286" y="0"/>
                    <a:pt x="1" y="286"/>
                    <a:pt x="1" y="619"/>
                  </a:cubicBezTo>
                  <a:cubicBezTo>
                    <a:pt x="1" y="965"/>
                    <a:pt x="286" y="1250"/>
                    <a:pt x="620" y="1250"/>
                  </a:cubicBezTo>
                  <a:cubicBezTo>
                    <a:pt x="965" y="1250"/>
                    <a:pt x="1239" y="965"/>
                    <a:pt x="1239" y="619"/>
                  </a:cubicBezTo>
                  <a:cubicBezTo>
                    <a:pt x="1239" y="286"/>
                    <a:pt x="965" y="0"/>
                    <a:pt x="6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22"/>
            <p:cNvSpPr/>
            <p:nvPr/>
          </p:nvSpPr>
          <p:spPr>
            <a:xfrm>
              <a:off x="1756069" y="4314939"/>
              <a:ext cx="269448" cy="269002"/>
            </a:xfrm>
            <a:custGeom>
              <a:avLst/>
              <a:gdLst/>
              <a:ahLst/>
              <a:cxnLst/>
              <a:rect l="l" t="t" r="r" b="b"/>
              <a:pathLst>
                <a:path w="7252" h="7240" extrusionOk="0">
                  <a:moveTo>
                    <a:pt x="3632" y="0"/>
                  </a:moveTo>
                  <a:cubicBezTo>
                    <a:pt x="1632" y="0"/>
                    <a:pt x="1" y="1619"/>
                    <a:pt x="1" y="3620"/>
                  </a:cubicBezTo>
                  <a:cubicBezTo>
                    <a:pt x="1" y="5620"/>
                    <a:pt x="1632" y="7239"/>
                    <a:pt x="3632" y="7239"/>
                  </a:cubicBezTo>
                  <a:cubicBezTo>
                    <a:pt x="5621" y="7239"/>
                    <a:pt x="7252" y="5620"/>
                    <a:pt x="7252" y="3620"/>
                  </a:cubicBezTo>
                  <a:cubicBezTo>
                    <a:pt x="7252" y="1619"/>
                    <a:pt x="5621" y="0"/>
                    <a:pt x="36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22"/>
            <p:cNvSpPr/>
            <p:nvPr/>
          </p:nvSpPr>
          <p:spPr>
            <a:xfrm>
              <a:off x="745196" y="3845991"/>
              <a:ext cx="238498" cy="238498"/>
            </a:xfrm>
            <a:custGeom>
              <a:avLst/>
              <a:gdLst/>
              <a:ahLst/>
              <a:cxnLst/>
              <a:rect l="l" t="t" r="r" b="b"/>
              <a:pathLst>
                <a:path w="6419" h="6419" extrusionOk="0">
                  <a:moveTo>
                    <a:pt x="3216" y="1"/>
                  </a:moveTo>
                  <a:cubicBezTo>
                    <a:pt x="1442" y="1"/>
                    <a:pt x="1" y="1429"/>
                    <a:pt x="1" y="3203"/>
                  </a:cubicBezTo>
                  <a:cubicBezTo>
                    <a:pt x="1" y="4977"/>
                    <a:pt x="1442" y="6418"/>
                    <a:pt x="3216" y="6418"/>
                  </a:cubicBezTo>
                  <a:cubicBezTo>
                    <a:pt x="4990" y="6418"/>
                    <a:pt x="6418" y="4977"/>
                    <a:pt x="6418" y="3203"/>
                  </a:cubicBezTo>
                  <a:cubicBezTo>
                    <a:pt x="6418" y="1429"/>
                    <a:pt x="4990" y="1"/>
                    <a:pt x="32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22"/>
            <p:cNvSpPr/>
            <p:nvPr/>
          </p:nvSpPr>
          <p:spPr>
            <a:xfrm>
              <a:off x="710715" y="4226433"/>
              <a:ext cx="61529" cy="61529"/>
            </a:xfrm>
            <a:custGeom>
              <a:avLst/>
              <a:gdLst/>
              <a:ahLst/>
              <a:cxnLst/>
              <a:rect l="l" t="t" r="r" b="b"/>
              <a:pathLst>
                <a:path w="1656" h="1656" extrusionOk="0">
                  <a:moveTo>
                    <a:pt x="834" y="1"/>
                  </a:moveTo>
                  <a:cubicBezTo>
                    <a:pt x="369" y="1"/>
                    <a:pt x="0" y="370"/>
                    <a:pt x="0" y="834"/>
                  </a:cubicBezTo>
                  <a:cubicBezTo>
                    <a:pt x="0" y="1287"/>
                    <a:pt x="369" y="1656"/>
                    <a:pt x="834" y="1656"/>
                  </a:cubicBezTo>
                  <a:cubicBezTo>
                    <a:pt x="1286" y="1656"/>
                    <a:pt x="1655" y="1287"/>
                    <a:pt x="1655" y="834"/>
                  </a:cubicBezTo>
                  <a:cubicBezTo>
                    <a:pt x="1655" y="370"/>
                    <a:pt x="1286" y="1"/>
                    <a:pt x="834" y="1"/>
                  </a:cubicBezTo>
                  <a:close/>
                </a:path>
              </a:pathLst>
            </a:custGeom>
            <a:solidFill>
              <a:srgbClr val="E5E5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22"/>
            <p:cNvSpPr/>
            <p:nvPr/>
          </p:nvSpPr>
          <p:spPr>
            <a:xfrm>
              <a:off x="3487178" y="2075353"/>
              <a:ext cx="1026778" cy="991555"/>
            </a:xfrm>
            <a:custGeom>
              <a:avLst/>
              <a:gdLst/>
              <a:ahLst/>
              <a:cxnLst/>
              <a:rect l="l" t="t" r="r" b="b"/>
              <a:pathLst>
                <a:path w="27635" h="26687" extrusionOk="0">
                  <a:moveTo>
                    <a:pt x="12736" y="12063"/>
                  </a:moveTo>
                  <a:cubicBezTo>
                    <a:pt x="13027" y="12063"/>
                    <a:pt x="13223" y="12402"/>
                    <a:pt x="13335" y="12615"/>
                  </a:cubicBezTo>
                  <a:cubicBezTo>
                    <a:pt x="13454" y="12853"/>
                    <a:pt x="13561" y="13162"/>
                    <a:pt x="13430" y="13412"/>
                  </a:cubicBezTo>
                  <a:cubicBezTo>
                    <a:pt x="13394" y="13496"/>
                    <a:pt x="13347" y="13579"/>
                    <a:pt x="13228" y="13579"/>
                  </a:cubicBezTo>
                  <a:cubicBezTo>
                    <a:pt x="12859" y="13579"/>
                    <a:pt x="12525" y="13222"/>
                    <a:pt x="12382" y="12912"/>
                  </a:cubicBezTo>
                  <a:cubicBezTo>
                    <a:pt x="12240" y="12591"/>
                    <a:pt x="12287" y="12114"/>
                    <a:pt x="12680" y="12067"/>
                  </a:cubicBezTo>
                  <a:cubicBezTo>
                    <a:pt x="12699" y="12064"/>
                    <a:pt x="12718" y="12063"/>
                    <a:pt x="12736" y="12063"/>
                  </a:cubicBezTo>
                  <a:close/>
                  <a:moveTo>
                    <a:pt x="16439" y="12825"/>
                  </a:moveTo>
                  <a:cubicBezTo>
                    <a:pt x="16495" y="12825"/>
                    <a:pt x="16553" y="12834"/>
                    <a:pt x="16609" y="12853"/>
                  </a:cubicBezTo>
                  <a:cubicBezTo>
                    <a:pt x="16835" y="12924"/>
                    <a:pt x="17050" y="13174"/>
                    <a:pt x="17002" y="13412"/>
                  </a:cubicBezTo>
                  <a:cubicBezTo>
                    <a:pt x="16978" y="13579"/>
                    <a:pt x="16847" y="13710"/>
                    <a:pt x="16681" y="13734"/>
                  </a:cubicBezTo>
                  <a:lnTo>
                    <a:pt x="16657" y="13734"/>
                  </a:lnTo>
                  <a:cubicBezTo>
                    <a:pt x="16562" y="13759"/>
                    <a:pt x="16468" y="13779"/>
                    <a:pt x="16374" y="13779"/>
                  </a:cubicBezTo>
                  <a:cubicBezTo>
                    <a:pt x="16337" y="13779"/>
                    <a:pt x="16300" y="13776"/>
                    <a:pt x="16264" y="13769"/>
                  </a:cubicBezTo>
                  <a:cubicBezTo>
                    <a:pt x="16050" y="13734"/>
                    <a:pt x="15847" y="13555"/>
                    <a:pt x="15895" y="13305"/>
                  </a:cubicBezTo>
                  <a:cubicBezTo>
                    <a:pt x="15934" y="13021"/>
                    <a:pt x="16175" y="12825"/>
                    <a:pt x="16439" y="12825"/>
                  </a:cubicBezTo>
                  <a:close/>
                  <a:moveTo>
                    <a:pt x="10290" y="12869"/>
                  </a:moveTo>
                  <a:cubicBezTo>
                    <a:pt x="10308" y="12869"/>
                    <a:pt x="10327" y="12872"/>
                    <a:pt x="10346" y="12876"/>
                  </a:cubicBezTo>
                  <a:cubicBezTo>
                    <a:pt x="11228" y="13091"/>
                    <a:pt x="12228" y="14305"/>
                    <a:pt x="11811" y="15234"/>
                  </a:cubicBezTo>
                  <a:cubicBezTo>
                    <a:pt x="11758" y="15348"/>
                    <a:pt x="11648" y="15416"/>
                    <a:pt x="11527" y="15416"/>
                  </a:cubicBezTo>
                  <a:cubicBezTo>
                    <a:pt x="11483" y="15416"/>
                    <a:pt x="11438" y="15408"/>
                    <a:pt x="11394" y="15389"/>
                  </a:cubicBezTo>
                  <a:cubicBezTo>
                    <a:pt x="11323" y="15365"/>
                    <a:pt x="11251" y="15317"/>
                    <a:pt x="11180" y="15270"/>
                  </a:cubicBezTo>
                  <a:cubicBezTo>
                    <a:pt x="10870" y="15032"/>
                    <a:pt x="10596" y="14734"/>
                    <a:pt x="10406" y="14400"/>
                  </a:cubicBezTo>
                  <a:cubicBezTo>
                    <a:pt x="10180" y="14043"/>
                    <a:pt x="10049" y="13638"/>
                    <a:pt x="10001" y="13210"/>
                  </a:cubicBezTo>
                  <a:cubicBezTo>
                    <a:pt x="9990" y="13049"/>
                    <a:pt x="10124" y="12869"/>
                    <a:pt x="10290" y="12869"/>
                  </a:cubicBezTo>
                  <a:close/>
                  <a:moveTo>
                    <a:pt x="14800" y="15667"/>
                  </a:moveTo>
                  <a:cubicBezTo>
                    <a:pt x="14853" y="15667"/>
                    <a:pt x="14905" y="15670"/>
                    <a:pt x="14954" y="15674"/>
                  </a:cubicBezTo>
                  <a:cubicBezTo>
                    <a:pt x="15145" y="15698"/>
                    <a:pt x="15323" y="15734"/>
                    <a:pt x="15502" y="15793"/>
                  </a:cubicBezTo>
                  <a:cubicBezTo>
                    <a:pt x="15645" y="15805"/>
                    <a:pt x="15788" y="15853"/>
                    <a:pt x="15919" y="15936"/>
                  </a:cubicBezTo>
                  <a:cubicBezTo>
                    <a:pt x="16014" y="16008"/>
                    <a:pt x="16050" y="16151"/>
                    <a:pt x="16002" y="16270"/>
                  </a:cubicBezTo>
                  <a:cubicBezTo>
                    <a:pt x="15907" y="16448"/>
                    <a:pt x="15752" y="16603"/>
                    <a:pt x="15561" y="16698"/>
                  </a:cubicBezTo>
                  <a:lnTo>
                    <a:pt x="15538" y="16710"/>
                  </a:lnTo>
                  <a:cubicBezTo>
                    <a:pt x="15372" y="16796"/>
                    <a:pt x="15165" y="16847"/>
                    <a:pt x="14961" y="16847"/>
                  </a:cubicBezTo>
                  <a:cubicBezTo>
                    <a:pt x="14769" y="16847"/>
                    <a:pt x="14580" y="16802"/>
                    <a:pt x="14430" y="16698"/>
                  </a:cubicBezTo>
                  <a:cubicBezTo>
                    <a:pt x="14204" y="16532"/>
                    <a:pt x="13978" y="16186"/>
                    <a:pt x="14180" y="15913"/>
                  </a:cubicBezTo>
                  <a:cubicBezTo>
                    <a:pt x="14325" y="15719"/>
                    <a:pt x="14572" y="15667"/>
                    <a:pt x="14800" y="15667"/>
                  </a:cubicBezTo>
                  <a:close/>
                  <a:moveTo>
                    <a:pt x="9416" y="15671"/>
                  </a:moveTo>
                  <a:cubicBezTo>
                    <a:pt x="9813" y="15671"/>
                    <a:pt x="10359" y="16222"/>
                    <a:pt x="10525" y="16508"/>
                  </a:cubicBezTo>
                  <a:cubicBezTo>
                    <a:pt x="10644" y="16615"/>
                    <a:pt x="10692" y="16960"/>
                    <a:pt x="10454" y="16996"/>
                  </a:cubicBezTo>
                  <a:cubicBezTo>
                    <a:pt x="10470" y="16994"/>
                    <a:pt x="10478" y="16993"/>
                    <a:pt x="10480" y="16993"/>
                  </a:cubicBezTo>
                  <a:cubicBezTo>
                    <a:pt x="10489" y="16993"/>
                    <a:pt x="10401" y="17008"/>
                    <a:pt x="10382" y="17008"/>
                  </a:cubicBezTo>
                  <a:cubicBezTo>
                    <a:pt x="10358" y="17014"/>
                    <a:pt x="10335" y="17017"/>
                    <a:pt x="10311" y="17017"/>
                  </a:cubicBezTo>
                  <a:cubicBezTo>
                    <a:pt x="10287" y="17017"/>
                    <a:pt x="10263" y="17014"/>
                    <a:pt x="10239" y="17008"/>
                  </a:cubicBezTo>
                  <a:cubicBezTo>
                    <a:pt x="10144" y="16996"/>
                    <a:pt x="10049" y="16972"/>
                    <a:pt x="9965" y="16948"/>
                  </a:cubicBezTo>
                  <a:cubicBezTo>
                    <a:pt x="9775" y="16889"/>
                    <a:pt x="9608" y="16806"/>
                    <a:pt x="9453" y="16710"/>
                  </a:cubicBezTo>
                  <a:cubicBezTo>
                    <a:pt x="9203" y="16544"/>
                    <a:pt x="8906" y="16115"/>
                    <a:pt x="9120" y="15829"/>
                  </a:cubicBezTo>
                  <a:cubicBezTo>
                    <a:pt x="9198" y="15717"/>
                    <a:pt x="9300" y="15671"/>
                    <a:pt x="9416" y="15671"/>
                  </a:cubicBezTo>
                  <a:close/>
                  <a:moveTo>
                    <a:pt x="13600" y="17777"/>
                  </a:moveTo>
                  <a:cubicBezTo>
                    <a:pt x="14040" y="17777"/>
                    <a:pt x="14538" y="17958"/>
                    <a:pt x="14692" y="18365"/>
                  </a:cubicBezTo>
                  <a:cubicBezTo>
                    <a:pt x="14762" y="18539"/>
                    <a:pt x="14629" y="18735"/>
                    <a:pt x="14446" y="18735"/>
                  </a:cubicBezTo>
                  <a:cubicBezTo>
                    <a:pt x="14441" y="18735"/>
                    <a:pt x="14436" y="18735"/>
                    <a:pt x="14430" y="18734"/>
                  </a:cubicBezTo>
                  <a:lnTo>
                    <a:pt x="14418" y="18734"/>
                  </a:lnTo>
                  <a:cubicBezTo>
                    <a:pt x="14333" y="18764"/>
                    <a:pt x="14242" y="18778"/>
                    <a:pt x="14149" y="18778"/>
                  </a:cubicBezTo>
                  <a:cubicBezTo>
                    <a:pt x="13759" y="18778"/>
                    <a:pt x="13325" y="18544"/>
                    <a:pt x="13085" y="18294"/>
                  </a:cubicBezTo>
                  <a:cubicBezTo>
                    <a:pt x="12966" y="18127"/>
                    <a:pt x="13025" y="17901"/>
                    <a:pt x="13216" y="17829"/>
                  </a:cubicBezTo>
                  <a:cubicBezTo>
                    <a:pt x="13330" y="17795"/>
                    <a:pt x="13462" y="17777"/>
                    <a:pt x="13600" y="17777"/>
                  </a:cubicBezTo>
                  <a:close/>
                  <a:moveTo>
                    <a:pt x="17432" y="20180"/>
                  </a:moveTo>
                  <a:cubicBezTo>
                    <a:pt x="17665" y="20180"/>
                    <a:pt x="17901" y="20207"/>
                    <a:pt x="18121" y="20235"/>
                  </a:cubicBezTo>
                  <a:cubicBezTo>
                    <a:pt x="18990" y="20342"/>
                    <a:pt x="19860" y="20532"/>
                    <a:pt x="20705" y="20806"/>
                  </a:cubicBezTo>
                  <a:cubicBezTo>
                    <a:pt x="21431" y="21020"/>
                    <a:pt x="22193" y="21247"/>
                    <a:pt x="22955" y="21342"/>
                  </a:cubicBezTo>
                  <a:cubicBezTo>
                    <a:pt x="22919" y="21401"/>
                    <a:pt x="22872" y="21461"/>
                    <a:pt x="22824" y="21508"/>
                  </a:cubicBezTo>
                  <a:lnTo>
                    <a:pt x="22812" y="21508"/>
                  </a:lnTo>
                  <a:cubicBezTo>
                    <a:pt x="22538" y="21759"/>
                    <a:pt x="22086" y="21913"/>
                    <a:pt x="21824" y="22020"/>
                  </a:cubicBezTo>
                  <a:cubicBezTo>
                    <a:pt x="21384" y="22223"/>
                    <a:pt x="20895" y="22330"/>
                    <a:pt x="20419" y="22366"/>
                  </a:cubicBezTo>
                  <a:cubicBezTo>
                    <a:pt x="20392" y="22366"/>
                    <a:pt x="20366" y="22367"/>
                    <a:pt x="20339" y="22367"/>
                  </a:cubicBezTo>
                  <a:cubicBezTo>
                    <a:pt x="19129" y="22367"/>
                    <a:pt x="17699" y="21845"/>
                    <a:pt x="16907" y="20913"/>
                  </a:cubicBezTo>
                  <a:cubicBezTo>
                    <a:pt x="16692" y="20663"/>
                    <a:pt x="16490" y="20342"/>
                    <a:pt x="16931" y="20235"/>
                  </a:cubicBezTo>
                  <a:cubicBezTo>
                    <a:pt x="17092" y="20194"/>
                    <a:pt x="17261" y="20180"/>
                    <a:pt x="17432" y="20180"/>
                  </a:cubicBezTo>
                  <a:close/>
                  <a:moveTo>
                    <a:pt x="16618" y="0"/>
                  </a:moveTo>
                  <a:cubicBezTo>
                    <a:pt x="16531" y="0"/>
                    <a:pt x="16362" y="80"/>
                    <a:pt x="16252" y="101"/>
                  </a:cubicBezTo>
                  <a:cubicBezTo>
                    <a:pt x="16121" y="137"/>
                    <a:pt x="15990" y="149"/>
                    <a:pt x="15847" y="161"/>
                  </a:cubicBezTo>
                  <a:cubicBezTo>
                    <a:pt x="15514" y="208"/>
                    <a:pt x="15168" y="256"/>
                    <a:pt x="14835" y="339"/>
                  </a:cubicBezTo>
                  <a:cubicBezTo>
                    <a:pt x="14299" y="446"/>
                    <a:pt x="13811" y="720"/>
                    <a:pt x="13454" y="1125"/>
                  </a:cubicBezTo>
                  <a:cubicBezTo>
                    <a:pt x="12632" y="2089"/>
                    <a:pt x="12740" y="3542"/>
                    <a:pt x="12894" y="4709"/>
                  </a:cubicBezTo>
                  <a:cubicBezTo>
                    <a:pt x="13013" y="5578"/>
                    <a:pt x="13228" y="6388"/>
                    <a:pt x="13418" y="7233"/>
                  </a:cubicBezTo>
                  <a:cubicBezTo>
                    <a:pt x="13633" y="8102"/>
                    <a:pt x="13871" y="9055"/>
                    <a:pt x="13775" y="9959"/>
                  </a:cubicBezTo>
                  <a:cubicBezTo>
                    <a:pt x="13764" y="10186"/>
                    <a:pt x="13704" y="10543"/>
                    <a:pt x="13430" y="10602"/>
                  </a:cubicBezTo>
                  <a:cubicBezTo>
                    <a:pt x="13388" y="10611"/>
                    <a:pt x="13347" y="10615"/>
                    <a:pt x="13307" y="10615"/>
                  </a:cubicBezTo>
                  <a:cubicBezTo>
                    <a:pt x="13019" y="10615"/>
                    <a:pt x="12789" y="10404"/>
                    <a:pt x="12632" y="10174"/>
                  </a:cubicBezTo>
                  <a:cubicBezTo>
                    <a:pt x="12120" y="9459"/>
                    <a:pt x="12001" y="8435"/>
                    <a:pt x="11894" y="7590"/>
                  </a:cubicBezTo>
                  <a:cubicBezTo>
                    <a:pt x="11775" y="6733"/>
                    <a:pt x="11763" y="5828"/>
                    <a:pt x="11728" y="4959"/>
                  </a:cubicBezTo>
                  <a:cubicBezTo>
                    <a:pt x="11656" y="3613"/>
                    <a:pt x="11656" y="2208"/>
                    <a:pt x="12299" y="994"/>
                  </a:cubicBezTo>
                  <a:cubicBezTo>
                    <a:pt x="12311" y="982"/>
                    <a:pt x="12323" y="970"/>
                    <a:pt x="12335" y="958"/>
                  </a:cubicBezTo>
                  <a:cubicBezTo>
                    <a:pt x="12347" y="923"/>
                    <a:pt x="12359" y="899"/>
                    <a:pt x="12371" y="863"/>
                  </a:cubicBezTo>
                  <a:cubicBezTo>
                    <a:pt x="12442" y="673"/>
                    <a:pt x="12549" y="482"/>
                    <a:pt x="12668" y="315"/>
                  </a:cubicBezTo>
                  <a:cubicBezTo>
                    <a:pt x="12673" y="309"/>
                    <a:pt x="12647" y="306"/>
                    <a:pt x="12594" y="306"/>
                  </a:cubicBezTo>
                  <a:cubicBezTo>
                    <a:pt x="12141" y="306"/>
                    <a:pt x="9750" y="545"/>
                    <a:pt x="8715" y="1185"/>
                  </a:cubicBezTo>
                  <a:cubicBezTo>
                    <a:pt x="7644" y="1839"/>
                    <a:pt x="7132" y="2970"/>
                    <a:pt x="7215" y="4209"/>
                  </a:cubicBezTo>
                  <a:cubicBezTo>
                    <a:pt x="7310" y="5399"/>
                    <a:pt x="7846" y="6530"/>
                    <a:pt x="8310" y="7626"/>
                  </a:cubicBezTo>
                  <a:cubicBezTo>
                    <a:pt x="8525" y="8150"/>
                    <a:pt x="8715" y="8697"/>
                    <a:pt x="8906" y="9233"/>
                  </a:cubicBezTo>
                  <a:cubicBezTo>
                    <a:pt x="9120" y="9828"/>
                    <a:pt x="9370" y="10448"/>
                    <a:pt x="9346" y="11102"/>
                  </a:cubicBezTo>
                  <a:cubicBezTo>
                    <a:pt x="9346" y="11305"/>
                    <a:pt x="9382" y="11507"/>
                    <a:pt x="9215" y="11710"/>
                  </a:cubicBezTo>
                  <a:cubicBezTo>
                    <a:pt x="9215" y="11710"/>
                    <a:pt x="9215" y="11722"/>
                    <a:pt x="9215" y="11722"/>
                  </a:cubicBezTo>
                  <a:cubicBezTo>
                    <a:pt x="9182" y="11741"/>
                    <a:pt x="9147" y="11750"/>
                    <a:pt x="9113" y="11750"/>
                  </a:cubicBezTo>
                  <a:cubicBezTo>
                    <a:pt x="9062" y="11750"/>
                    <a:pt x="9013" y="11729"/>
                    <a:pt x="8977" y="11686"/>
                  </a:cubicBezTo>
                  <a:cubicBezTo>
                    <a:pt x="8918" y="11638"/>
                    <a:pt x="8870" y="11591"/>
                    <a:pt x="8822" y="11519"/>
                  </a:cubicBezTo>
                  <a:cubicBezTo>
                    <a:pt x="8680" y="11305"/>
                    <a:pt x="8561" y="11079"/>
                    <a:pt x="8465" y="10841"/>
                  </a:cubicBezTo>
                  <a:cubicBezTo>
                    <a:pt x="8191" y="10198"/>
                    <a:pt x="7906" y="9590"/>
                    <a:pt x="7572" y="8971"/>
                  </a:cubicBezTo>
                  <a:cubicBezTo>
                    <a:pt x="7156" y="8257"/>
                    <a:pt x="6786" y="7495"/>
                    <a:pt x="6477" y="6721"/>
                  </a:cubicBezTo>
                  <a:cubicBezTo>
                    <a:pt x="6215" y="5995"/>
                    <a:pt x="6001" y="5090"/>
                    <a:pt x="6429" y="4387"/>
                  </a:cubicBezTo>
                  <a:cubicBezTo>
                    <a:pt x="6430" y="4386"/>
                    <a:pt x="6427" y="4385"/>
                    <a:pt x="6421" y="4385"/>
                  </a:cubicBezTo>
                  <a:cubicBezTo>
                    <a:pt x="6263" y="4385"/>
                    <a:pt x="3821" y="4863"/>
                    <a:pt x="3143" y="5840"/>
                  </a:cubicBezTo>
                  <a:cubicBezTo>
                    <a:pt x="2429" y="6852"/>
                    <a:pt x="2512" y="8078"/>
                    <a:pt x="3012" y="9138"/>
                  </a:cubicBezTo>
                  <a:cubicBezTo>
                    <a:pt x="3477" y="10138"/>
                    <a:pt x="4239" y="10829"/>
                    <a:pt x="5072" y="11507"/>
                  </a:cubicBezTo>
                  <a:cubicBezTo>
                    <a:pt x="5524" y="11876"/>
                    <a:pt x="5965" y="12269"/>
                    <a:pt x="6358" y="12686"/>
                  </a:cubicBezTo>
                  <a:cubicBezTo>
                    <a:pt x="6679" y="13031"/>
                    <a:pt x="7001" y="13460"/>
                    <a:pt x="6989" y="13948"/>
                  </a:cubicBezTo>
                  <a:cubicBezTo>
                    <a:pt x="6982" y="14263"/>
                    <a:pt x="6789" y="14380"/>
                    <a:pt x="6507" y="14380"/>
                  </a:cubicBezTo>
                  <a:cubicBezTo>
                    <a:pt x="5799" y="14380"/>
                    <a:pt x="4531" y="13645"/>
                    <a:pt x="4250" y="13484"/>
                  </a:cubicBezTo>
                  <a:cubicBezTo>
                    <a:pt x="3596" y="13127"/>
                    <a:pt x="2988" y="12686"/>
                    <a:pt x="2453" y="12162"/>
                  </a:cubicBezTo>
                  <a:cubicBezTo>
                    <a:pt x="1691" y="11376"/>
                    <a:pt x="1333" y="10400"/>
                    <a:pt x="1131" y="9364"/>
                  </a:cubicBezTo>
                  <a:cubicBezTo>
                    <a:pt x="1131" y="9363"/>
                    <a:pt x="1130" y="9363"/>
                    <a:pt x="1130" y="9363"/>
                  </a:cubicBezTo>
                  <a:cubicBezTo>
                    <a:pt x="1088" y="9363"/>
                    <a:pt x="0" y="11381"/>
                    <a:pt x="24" y="12519"/>
                  </a:cubicBezTo>
                  <a:cubicBezTo>
                    <a:pt x="36" y="13460"/>
                    <a:pt x="298" y="14412"/>
                    <a:pt x="952" y="15103"/>
                  </a:cubicBezTo>
                  <a:cubicBezTo>
                    <a:pt x="1619" y="15805"/>
                    <a:pt x="2512" y="15996"/>
                    <a:pt x="3405" y="16151"/>
                  </a:cubicBezTo>
                  <a:cubicBezTo>
                    <a:pt x="4155" y="16282"/>
                    <a:pt x="5274" y="16413"/>
                    <a:pt x="5822" y="17056"/>
                  </a:cubicBezTo>
                  <a:cubicBezTo>
                    <a:pt x="5846" y="17079"/>
                    <a:pt x="5870" y="17115"/>
                    <a:pt x="5882" y="17139"/>
                  </a:cubicBezTo>
                  <a:cubicBezTo>
                    <a:pt x="6112" y="17632"/>
                    <a:pt x="5687" y="17883"/>
                    <a:pt x="5256" y="17883"/>
                  </a:cubicBezTo>
                  <a:cubicBezTo>
                    <a:pt x="5218" y="17883"/>
                    <a:pt x="5181" y="17881"/>
                    <a:pt x="5143" y="17877"/>
                  </a:cubicBezTo>
                  <a:cubicBezTo>
                    <a:pt x="4727" y="17829"/>
                    <a:pt x="4322" y="17710"/>
                    <a:pt x="3941" y="17532"/>
                  </a:cubicBezTo>
                  <a:cubicBezTo>
                    <a:pt x="3560" y="17389"/>
                    <a:pt x="3203" y="17187"/>
                    <a:pt x="2869" y="16960"/>
                  </a:cubicBezTo>
                  <a:cubicBezTo>
                    <a:pt x="2417" y="16627"/>
                    <a:pt x="2084" y="16174"/>
                    <a:pt x="1655" y="15829"/>
                  </a:cubicBezTo>
                  <a:cubicBezTo>
                    <a:pt x="1654" y="15828"/>
                    <a:pt x="1653" y="15828"/>
                    <a:pt x="1652" y="15828"/>
                  </a:cubicBezTo>
                  <a:cubicBezTo>
                    <a:pt x="1588" y="15828"/>
                    <a:pt x="1773" y="18102"/>
                    <a:pt x="2607" y="18913"/>
                  </a:cubicBezTo>
                  <a:cubicBezTo>
                    <a:pt x="3465" y="19723"/>
                    <a:pt x="4393" y="20496"/>
                    <a:pt x="5513" y="20913"/>
                  </a:cubicBezTo>
                  <a:cubicBezTo>
                    <a:pt x="5988" y="21092"/>
                    <a:pt x="6361" y="21205"/>
                    <a:pt x="6762" y="21205"/>
                  </a:cubicBezTo>
                  <a:cubicBezTo>
                    <a:pt x="6974" y="21205"/>
                    <a:pt x="7194" y="21174"/>
                    <a:pt x="7441" y="21104"/>
                  </a:cubicBezTo>
                  <a:cubicBezTo>
                    <a:pt x="7894" y="20985"/>
                    <a:pt x="8334" y="20794"/>
                    <a:pt x="8727" y="20544"/>
                  </a:cubicBezTo>
                  <a:cubicBezTo>
                    <a:pt x="8918" y="20402"/>
                    <a:pt x="9091" y="20336"/>
                    <a:pt x="9237" y="20336"/>
                  </a:cubicBezTo>
                  <a:cubicBezTo>
                    <a:pt x="9738" y="20336"/>
                    <a:pt x="9926" y="21103"/>
                    <a:pt x="9465" y="22163"/>
                  </a:cubicBezTo>
                  <a:cubicBezTo>
                    <a:pt x="9061" y="23104"/>
                    <a:pt x="9727" y="24164"/>
                    <a:pt x="10394" y="24914"/>
                  </a:cubicBezTo>
                  <a:cubicBezTo>
                    <a:pt x="11108" y="25699"/>
                    <a:pt x="12490" y="26533"/>
                    <a:pt x="13537" y="26664"/>
                  </a:cubicBezTo>
                  <a:cubicBezTo>
                    <a:pt x="13654" y="26679"/>
                    <a:pt x="13794" y="26687"/>
                    <a:pt x="13950" y="26687"/>
                  </a:cubicBezTo>
                  <a:cubicBezTo>
                    <a:pt x="15115" y="26687"/>
                    <a:pt x="17209" y="26279"/>
                    <a:pt x="17776" y="25807"/>
                  </a:cubicBezTo>
                  <a:cubicBezTo>
                    <a:pt x="16883" y="25545"/>
                    <a:pt x="14895" y="24949"/>
                    <a:pt x="14073" y="23818"/>
                  </a:cubicBezTo>
                  <a:cubicBezTo>
                    <a:pt x="13585" y="23140"/>
                    <a:pt x="13359" y="22306"/>
                    <a:pt x="13454" y="21485"/>
                  </a:cubicBezTo>
                  <a:lnTo>
                    <a:pt x="13454" y="21485"/>
                  </a:lnTo>
                  <a:cubicBezTo>
                    <a:pt x="14180" y="22616"/>
                    <a:pt x="15311" y="23425"/>
                    <a:pt x="16371" y="24247"/>
                  </a:cubicBezTo>
                  <a:cubicBezTo>
                    <a:pt x="17157" y="24854"/>
                    <a:pt x="18050" y="25473"/>
                    <a:pt x="19098" y="25521"/>
                  </a:cubicBezTo>
                  <a:cubicBezTo>
                    <a:pt x="19124" y="25522"/>
                    <a:pt x="19151" y="25522"/>
                    <a:pt x="19177" y="25522"/>
                  </a:cubicBezTo>
                  <a:cubicBezTo>
                    <a:pt x="20179" y="25522"/>
                    <a:pt x="21043" y="24871"/>
                    <a:pt x="21693" y="24140"/>
                  </a:cubicBezTo>
                  <a:cubicBezTo>
                    <a:pt x="22098" y="23687"/>
                    <a:pt x="22431" y="23199"/>
                    <a:pt x="22717" y="22663"/>
                  </a:cubicBezTo>
                  <a:cubicBezTo>
                    <a:pt x="22943" y="22270"/>
                    <a:pt x="23074" y="21818"/>
                    <a:pt x="23122" y="21366"/>
                  </a:cubicBezTo>
                  <a:cubicBezTo>
                    <a:pt x="23241" y="21376"/>
                    <a:pt x="23361" y="21381"/>
                    <a:pt x="23480" y="21381"/>
                  </a:cubicBezTo>
                  <a:cubicBezTo>
                    <a:pt x="23899" y="21381"/>
                    <a:pt x="24319" y="21317"/>
                    <a:pt x="24717" y="21187"/>
                  </a:cubicBezTo>
                  <a:cubicBezTo>
                    <a:pt x="26134" y="20711"/>
                    <a:pt x="26432" y="19258"/>
                    <a:pt x="26801" y="17996"/>
                  </a:cubicBezTo>
                  <a:cubicBezTo>
                    <a:pt x="26846" y="17839"/>
                    <a:pt x="26986" y="17023"/>
                    <a:pt x="26872" y="17023"/>
                  </a:cubicBezTo>
                  <a:cubicBezTo>
                    <a:pt x="26865" y="17023"/>
                    <a:pt x="26857" y="17026"/>
                    <a:pt x="26849" y="17032"/>
                  </a:cubicBezTo>
                  <a:cubicBezTo>
                    <a:pt x="26301" y="17437"/>
                    <a:pt x="25646" y="17675"/>
                    <a:pt x="24967" y="17722"/>
                  </a:cubicBezTo>
                  <a:cubicBezTo>
                    <a:pt x="24324" y="17770"/>
                    <a:pt x="23491" y="17841"/>
                    <a:pt x="22848" y="17841"/>
                  </a:cubicBezTo>
                  <a:cubicBezTo>
                    <a:pt x="21586" y="17841"/>
                    <a:pt x="20336" y="17770"/>
                    <a:pt x="19098" y="17639"/>
                  </a:cubicBezTo>
                  <a:cubicBezTo>
                    <a:pt x="18550" y="17579"/>
                    <a:pt x="17883" y="17437"/>
                    <a:pt x="17490" y="17032"/>
                  </a:cubicBezTo>
                  <a:cubicBezTo>
                    <a:pt x="17264" y="16794"/>
                    <a:pt x="17562" y="16663"/>
                    <a:pt x="17764" y="16579"/>
                  </a:cubicBezTo>
                  <a:cubicBezTo>
                    <a:pt x="18478" y="16305"/>
                    <a:pt x="19336" y="16282"/>
                    <a:pt x="20098" y="16246"/>
                  </a:cubicBezTo>
                  <a:cubicBezTo>
                    <a:pt x="21765" y="16174"/>
                    <a:pt x="23491" y="16329"/>
                    <a:pt x="25122" y="15924"/>
                  </a:cubicBezTo>
                  <a:cubicBezTo>
                    <a:pt x="26027" y="15710"/>
                    <a:pt x="26956" y="15293"/>
                    <a:pt x="27218" y="14377"/>
                  </a:cubicBezTo>
                  <a:cubicBezTo>
                    <a:pt x="27408" y="13674"/>
                    <a:pt x="27527" y="11484"/>
                    <a:pt x="27527" y="11483"/>
                  </a:cubicBezTo>
                  <a:lnTo>
                    <a:pt x="27527" y="11483"/>
                  </a:lnTo>
                  <a:cubicBezTo>
                    <a:pt x="27420" y="11531"/>
                    <a:pt x="27325" y="11591"/>
                    <a:pt x="27230" y="11686"/>
                  </a:cubicBezTo>
                  <a:lnTo>
                    <a:pt x="27230" y="11674"/>
                  </a:lnTo>
                  <a:cubicBezTo>
                    <a:pt x="26908" y="11924"/>
                    <a:pt x="26182" y="12162"/>
                    <a:pt x="25860" y="12329"/>
                  </a:cubicBezTo>
                  <a:cubicBezTo>
                    <a:pt x="25182" y="12674"/>
                    <a:pt x="23896" y="12936"/>
                    <a:pt x="23431" y="13067"/>
                  </a:cubicBezTo>
                  <a:cubicBezTo>
                    <a:pt x="22038" y="13436"/>
                    <a:pt x="21610" y="13305"/>
                    <a:pt x="20157" y="13448"/>
                  </a:cubicBezTo>
                  <a:cubicBezTo>
                    <a:pt x="20048" y="13461"/>
                    <a:pt x="19945" y="13466"/>
                    <a:pt x="19844" y="13466"/>
                  </a:cubicBezTo>
                  <a:cubicBezTo>
                    <a:pt x="19374" y="13466"/>
                    <a:pt x="18979" y="13344"/>
                    <a:pt x="18478" y="13246"/>
                  </a:cubicBezTo>
                  <a:cubicBezTo>
                    <a:pt x="18205" y="13186"/>
                    <a:pt x="17895" y="13091"/>
                    <a:pt x="17728" y="12876"/>
                  </a:cubicBezTo>
                  <a:cubicBezTo>
                    <a:pt x="17526" y="12603"/>
                    <a:pt x="17812" y="12317"/>
                    <a:pt x="18026" y="12174"/>
                  </a:cubicBezTo>
                  <a:cubicBezTo>
                    <a:pt x="18443" y="11888"/>
                    <a:pt x="18967" y="11769"/>
                    <a:pt x="19443" y="11638"/>
                  </a:cubicBezTo>
                  <a:cubicBezTo>
                    <a:pt x="20157" y="11460"/>
                    <a:pt x="20883" y="11352"/>
                    <a:pt x="21610" y="11293"/>
                  </a:cubicBezTo>
                  <a:cubicBezTo>
                    <a:pt x="22312" y="11233"/>
                    <a:pt x="23015" y="11126"/>
                    <a:pt x="23705" y="10971"/>
                  </a:cubicBezTo>
                  <a:cubicBezTo>
                    <a:pt x="24372" y="10793"/>
                    <a:pt x="25003" y="10531"/>
                    <a:pt x="25598" y="10198"/>
                  </a:cubicBezTo>
                  <a:cubicBezTo>
                    <a:pt x="26670" y="9602"/>
                    <a:pt x="27634" y="8626"/>
                    <a:pt x="27515" y="7304"/>
                  </a:cubicBezTo>
                  <a:cubicBezTo>
                    <a:pt x="27491" y="7233"/>
                    <a:pt x="27468" y="7161"/>
                    <a:pt x="27444" y="7102"/>
                  </a:cubicBezTo>
                  <a:cubicBezTo>
                    <a:pt x="27420" y="7042"/>
                    <a:pt x="27110" y="6340"/>
                    <a:pt x="26968" y="6054"/>
                  </a:cubicBezTo>
                  <a:lnTo>
                    <a:pt x="26884" y="5911"/>
                  </a:lnTo>
                  <a:lnTo>
                    <a:pt x="26753" y="6030"/>
                  </a:lnTo>
                  <a:cubicBezTo>
                    <a:pt x="26456" y="6316"/>
                    <a:pt x="26146" y="6566"/>
                    <a:pt x="25825" y="6816"/>
                  </a:cubicBezTo>
                  <a:cubicBezTo>
                    <a:pt x="25134" y="7352"/>
                    <a:pt x="24384" y="7828"/>
                    <a:pt x="23610" y="8245"/>
                  </a:cubicBezTo>
                  <a:cubicBezTo>
                    <a:pt x="23181" y="8447"/>
                    <a:pt x="22693" y="8685"/>
                    <a:pt x="22217" y="8709"/>
                  </a:cubicBezTo>
                  <a:cubicBezTo>
                    <a:pt x="22190" y="8711"/>
                    <a:pt x="22163" y="8712"/>
                    <a:pt x="22136" y="8712"/>
                  </a:cubicBezTo>
                  <a:cubicBezTo>
                    <a:pt x="21790" y="8712"/>
                    <a:pt x="21370" y="8569"/>
                    <a:pt x="21348" y="8162"/>
                  </a:cubicBezTo>
                  <a:cubicBezTo>
                    <a:pt x="21324" y="7757"/>
                    <a:pt x="21705" y="7435"/>
                    <a:pt x="21991" y="7221"/>
                  </a:cubicBezTo>
                  <a:cubicBezTo>
                    <a:pt x="22372" y="6935"/>
                    <a:pt x="22777" y="6697"/>
                    <a:pt x="23181" y="6471"/>
                  </a:cubicBezTo>
                  <a:cubicBezTo>
                    <a:pt x="24158" y="5935"/>
                    <a:pt x="25694" y="5649"/>
                    <a:pt x="25860" y="4554"/>
                  </a:cubicBezTo>
                  <a:cubicBezTo>
                    <a:pt x="25967" y="3923"/>
                    <a:pt x="25575" y="3637"/>
                    <a:pt x="25396" y="2828"/>
                  </a:cubicBezTo>
                  <a:cubicBezTo>
                    <a:pt x="25265" y="2244"/>
                    <a:pt x="25170" y="1649"/>
                    <a:pt x="25122" y="1054"/>
                  </a:cubicBezTo>
                  <a:cubicBezTo>
                    <a:pt x="24953" y="1065"/>
                    <a:pt x="24784" y="1070"/>
                    <a:pt x="24617" y="1070"/>
                  </a:cubicBezTo>
                  <a:cubicBezTo>
                    <a:pt x="24243" y="1070"/>
                    <a:pt x="23873" y="1043"/>
                    <a:pt x="23503" y="994"/>
                  </a:cubicBezTo>
                  <a:cubicBezTo>
                    <a:pt x="23093" y="923"/>
                    <a:pt x="22725" y="748"/>
                    <a:pt x="22402" y="748"/>
                  </a:cubicBezTo>
                  <a:cubicBezTo>
                    <a:pt x="22237" y="748"/>
                    <a:pt x="22084" y="794"/>
                    <a:pt x="21943" y="923"/>
                  </a:cubicBezTo>
                  <a:cubicBezTo>
                    <a:pt x="21788" y="1077"/>
                    <a:pt x="21645" y="1244"/>
                    <a:pt x="21538" y="1435"/>
                  </a:cubicBezTo>
                  <a:cubicBezTo>
                    <a:pt x="21312" y="1816"/>
                    <a:pt x="21145" y="2220"/>
                    <a:pt x="21038" y="2649"/>
                  </a:cubicBezTo>
                  <a:cubicBezTo>
                    <a:pt x="20895" y="3399"/>
                    <a:pt x="20776" y="3947"/>
                    <a:pt x="20383" y="4614"/>
                  </a:cubicBezTo>
                  <a:cubicBezTo>
                    <a:pt x="20322" y="4715"/>
                    <a:pt x="20078" y="4905"/>
                    <a:pt x="19949" y="4905"/>
                  </a:cubicBezTo>
                  <a:cubicBezTo>
                    <a:pt x="19927" y="4905"/>
                    <a:pt x="19909" y="4899"/>
                    <a:pt x="19895" y="4887"/>
                  </a:cubicBezTo>
                  <a:cubicBezTo>
                    <a:pt x="19205" y="4399"/>
                    <a:pt x="19598" y="3209"/>
                    <a:pt x="19812" y="2578"/>
                  </a:cubicBezTo>
                  <a:cubicBezTo>
                    <a:pt x="20062" y="1863"/>
                    <a:pt x="20383" y="1185"/>
                    <a:pt x="20800" y="554"/>
                  </a:cubicBezTo>
                  <a:lnTo>
                    <a:pt x="20895" y="399"/>
                  </a:lnTo>
                  <a:cubicBezTo>
                    <a:pt x="20716" y="367"/>
                    <a:pt x="20535" y="352"/>
                    <a:pt x="20353" y="352"/>
                  </a:cubicBezTo>
                  <a:cubicBezTo>
                    <a:pt x="20124" y="352"/>
                    <a:pt x="19895" y="376"/>
                    <a:pt x="19669" y="423"/>
                  </a:cubicBezTo>
                  <a:cubicBezTo>
                    <a:pt x="18717" y="685"/>
                    <a:pt x="18205" y="1827"/>
                    <a:pt x="17943" y="2685"/>
                  </a:cubicBezTo>
                  <a:cubicBezTo>
                    <a:pt x="17526" y="3994"/>
                    <a:pt x="17728" y="5399"/>
                    <a:pt x="17431" y="6721"/>
                  </a:cubicBezTo>
                  <a:cubicBezTo>
                    <a:pt x="17371" y="7054"/>
                    <a:pt x="17264" y="7364"/>
                    <a:pt x="17121" y="7662"/>
                  </a:cubicBezTo>
                  <a:cubicBezTo>
                    <a:pt x="17062" y="7816"/>
                    <a:pt x="16931" y="7935"/>
                    <a:pt x="16788" y="7983"/>
                  </a:cubicBezTo>
                  <a:cubicBezTo>
                    <a:pt x="16772" y="7986"/>
                    <a:pt x="16756" y="7988"/>
                    <a:pt x="16741" y="7988"/>
                  </a:cubicBezTo>
                  <a:cubicBezTo>
                    <a:pt x="16579" y="7988"/>
                    <a:pt x="16424" y="7828"/>
                    <a:pt x="16359" y="7697"/>
                  </a:cubicBezTo>
                  <a:cubicBezTo>
                    <a:pt x="16061" y="7138"/>
                    <a:pt x="16288" y="6352"/>
                    <a:pt x="16311" y="5757"/>
                  </a:cubicBezTo>
                  <a:cubicBezTo>
                    <a:pt x="16383" y="4233"/>
                    <a:pt x="16181" y="2709"/>
                    <a:pt x="16383" y="1208"/>
                  </a:cubicBezTo>
                  <a:cubicBezTo>
                    <a:pt x="16419" y="994"/>
                    <a:pt x="16454" y="780"/>
                    <a:pt x="16502" y="577"/>
                  </a:cubicBezTo>
                  <a:cubicBezTo>
                    <a:pt x="16526" y="434"/>
                    <a:pt x="16562" y="304"/>
                    <a:pt x="16621" y="184"/>
                  </a:cubicBezTo>
                  <a:cubicBezTo>
                    <a:pt x="16702" y="43"/>
                    <a:pt x="16682" y="0"/>
                    <a:pt x="1661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22"/>
            <p:cNvSpPr/>
            <p:nvPr/>
          </p:nvSpPr>
          <p:spPr>
            <a:xfrm>
              <a:off x="3644015" y="2206960"/>
              <a:ext cx="701226" cy="832049"/>
            </a:xfrm>
            <a:custGeom>
              <a:avLst/>
              <a:gdLst/>
              <a:ahLst/>
              <a:cxnLst/>
              <a:rect l="l" t="t" r="r" b="b"/>
              <a:pathLst>
                <a:path w="18873" h="22394" extrusionOk="0">
                  <a:moveTo>
                    <a:pt x="18798" y="0"/>
                  </a:moveTo>
                  <a:cubicBezTo>
                    <a:pt x="18778" y="0"/>
                    <a:pt x="18759" y="11"/>
                    <a:pt x="18746" y="36"/>
                  </a:cubicBezTo>
                  <a:cubicBezTo>
                    <a:pt x="18258" y="1012"/>
                    <a:pt x="17460" y="1679"/>
                    <a:pt x="16639" y="2381"/>
                  </a:cubicBezTo>
                  <a:cubicBezTo>
                    <a:pt x="16020" y="2929"/>
                    <a:pt x="15436" y="3512"/>
                    <a:pt x="14900" y="4143"/>
                  </a:cubicBezTo>
                  <a:cubicBezTo>
                    <a:pt x="14888" y="3941"/>
                    <a:pt x="14853" y="3739"/>
                    <a:pt x="14841" y="3536"/>
                  </a:cubicBezTo>
                  <a:cubicBezTo>
                    <a:pt x="14793" y="2988"/>
                    <a:pt x="14746" y="2441"/>
                    <a:pt x="14698" y="1905"/>
                  </a:cubicBezTo>
                  <a:cubicBezTo>
                    <a:pt x="14698" y="1857"/>
                    <a:pt x="14686" y="1798"/>
                    <a:pt x="14686" y="1750"/>
                  </a:cubicBezTo>
                  <a:cubicBezTo>
                    <a:pt x="14519" y="1810"/>
                    <a:pt x="14234" y="4179"/>
                    <a:pt x="14281" y="4858"/>
                  </a:cubicBezTo>
                  <a:lnTo>
                    <a:pt x="14222" y="4917"/>
                  </a:lnTo>
                  <a:cubicBezTo>
                    <a:pt x="13400" y="5846"/>
                    <a:pt x="12567" y="6798"/>
                    <a:pt x="11757" y="7763"/>
                  </a:cubicBezTo>
                  <a:cubicBezTo>
                    <a:pt x="11733" y="7191"/>
                    <a:pt x="11567" y="6572"/>
                    <a:pt x="11471" y="6048"/>
                  </a:cubicBezTo>
                  <a:cubicBezTo>
                    <a:pt x="11317" y="5263"/>
                    <a:pt x="11102" y="4489"/>
                    <a:pt x="10924" y="3715"/>
                  </a:cubicBezTo>
                  <a:cubicBezTo>
                    <a:pt x="10828" y="3310"/>
                    <a:pt x="10745" y="2917"/>
                    <a:pt x="10686" y="2524"/>
                  </a:cubicBezTo>
                  <a:cubicBezTo>
                    <a:pt x="10650" y="2703"/>
                    <a:pt x="10638" y="2893"/>
                    <a:pt x="10626" y="3072"/>
                  </a:cubicBezTo>
                  <a:cubicBezTo>
                    <a:pt x="10626" y="3941"/>
                    <a:pt x="10709" y="4810"/>
                    <a:pt x="10840" y="5679"/>
                  </a:cubicBezTo>
                  <a:cubicBezTo>
                    <a:pt x="11043" y="6584"/>
                    <a:pt x="10876" y="7584"/>
                    <a:pt x="11186" y="8453"/>
                  </a:cubicBezTo>
                  <a:cubicBezTo>
                    <a:pt x="10638" y="9120"/>
                    <a:pt x="10114" y="9799"/>
                    <a:pt x="9614" y="10477"/>
                  </a:cubicBezTo>
                  <a:cubicBezTo>
                    <a:pt x="9388" y="10787"/>
                    <a:pt x="9150" y="11097"/>
                    <a:pt x="8912" y="11406"/>
                  </a:cubicBezTo>
                  <a:cubicBezTo>
                    <a:pt x="8661" y="10585"/>
                    <a:pt x="8054" y="9799"/>
                    <a:pt x="7769" y="9025"/>
                  </a:cubicBezTo>
                  <a:cubicBezTo>
                    <a:pt x="7376" y="7918"/>
                    <a:pt x="7042" y="6787"/>
                    <a:pt x="6721" y="5655"/>
                  </a:cubicBezTo>
                  <a:cubicBezTo>
                    <a:pt x="6554" y="5072"/>
                    <a:pt x="6364" y="4489"/>
                    <a:pt x="6197" y="3905"/>
                  </a:cubicBezTo>
                  <a:lnTo>
                    <a:pt x="6197" y="3905"/>
                  </a:lnTo>
                  <a:cubicBezTo>
                    <a:pt x="6209" y="4191"/>
                    <a:pt x="6233" y="4477"/>
                    <a:pt x="6256" y="4751"/>
                  </a:cubicBezTo>
                  <a:cubicBezTo>
                    <a:pt x="6280" y="5024"/>
                    <a:pt x="7316" y="9894"/>
                    <a:pt x="8471" y="11966"/>
                  </a:cubicBezTo>
                  <a:lnTo>
                    <a:pt x="7578" y="13085"/>
                  </a:lnTo>
                  <a:cubicBezTo>
                    <a:pt x="7197" y="12323"/>
                    <a:pt x="6435" y="11704"/>
                    <a:pt x="5828" y="11156"/>
                  </a:cubicBezTo>
                  <a:cubicBezTo>
                    <a:pt x="4875" y="10275"/>
                    <a:pt x="3935" y="9394"/>
                    <a:pt x="3066" y="8430"/>
                  </a:cubicBezTo>
                  <a:cubicBezTo>
                    <a:pt x="2589" y="7906"/>
                    <a:pt x="2149" y="7358"/>
                    <a:pt x="1732" y="6787"/>
                  </a:cubicBezTo>
                  <a:lnTo>
                    <a:pt x="1732" y="6787"/>
                  </a:lnTo>
                  <a:cubicBezTo>
                    <a:pt x="2113" y="7549"/>
                    <a:pt x="2089" y="7680"/>
                    <a:pt x="2506" y="8382"/>
                  </a:cubicBezTo>
                  <a:cubicBezTo>
                    <a:pt x="2565" y="8477"/>
                    <a:pt x="3256" y="9323"/>
                    <a:pt x="3268" y="9418"/>
                  </a:cubicBezTo>
                  <a:cubicBezTo>
                    <a:pt x="3720" y="9906"/>
                    <a:pt x="4042" y="10216"/>
                    <a:pt x="4518" y="10668"/>
                  </a:cubicBezTo>
                  <a:cubicBezTo>
                    <a:pt x="5018" y="11156"/>
                    <a:pt x="5542" y="11609"/>
                    <a:pt x="6042" y="12097"/>
                  </a:cubicBezTo>
                  <a:cubicBezTo>
                    <a:pt x="6495" y="12525"/>
                    <a:pt x="6852" y="13025"/>
                    <a:pt x="7280" y="13466"/>
                  </a:cubicBezTo>
                  <a:cubicBezTo>
                    <a:pt x="7018" y="13799"/>
                    <a:pt x="6768" y="14133"/>
                    <a:pt x="6518" y="14478"/>
                  </a:cubicBezTo>
                  <a:cubicBezTo>
                    <a:pt x="6018" y="13942"/>
                    <a:pt x="5232" y="13609"/>
                    <a:pt x="4601" y="13323"/>
                  </a:cubicBezTo>
                  <a:cubicBezTo>
                    <a:pt x="3756" y="12954"/>
                    <a:pt x="2899" y="12632"/>
                    <a:pt x="2018" y="12382"/>
                  </a:cubicBezTo>
                  <a:lnTo>
                    <a:pt x="1387" y="12192"/>
                  </a:lnTo>
                  <a:lnTo>
                    <a:pt x="1387" y="12192"/>
                  </a:lnTo>
                  <a:cubicBezTo>
                    <a:pt x="1434" y="12228"/>
                    <a:pt x="1482" y="12263"/>
                    <a:pt x="1518" y="12311"/>
                  </a:cubicBezTo>
                  <a:cubicBezTo>
                    <a:pt x="1720" y="12490"/>
                    <a:pt x="3089" y="13359"/>
                    <a:pt x="3732" y="13609"/>
                  </a:cubicBezTo>
                  <a:cubicBezTo>
                    <a:pt x="4220" y="13799"/>
                    <a:pt x="4697" y="14014"/>
                    <a:pt x="5161" y="14240"/>
                  </a:cubicBezTo>
                  <a:cubicBezTo>
                    <a:pt x="5530" y="14430"/>
                    <a:pt x="5864" y="14668"/>
                    <a:pt x="6245" y="14835"/>
                  </a:cubicBezTo>
                  <a:cubicBezTo>
                    <a:pt x="6102" y="15038"/>
                    <a:pt x="5959" y="15240"/>
                    <a:pt x="5816" y="15454"/>
                  </a:cubicBezTo>
                  <a:cubicBezTo>
                    <a:pt x="5564" y="15413"/>
                    <a:pt x="5307" y="15396"/>
                    <a:pt x="5047" y="15396"/>
                  </a:cubicBezTo>
                  <a:cubicBezTo>
                    <a:pt x="4189" y="15396"/>
                    <a:pt x="3302" y="15575"/>
                    <a:pt x="2470" y="15621"/>
                  </a:cubicBezTo>
                  <a:cubicBezTo>
                    <a:pt x="2208" y="15645"/>
                    <a:pt x="1934" y="15657"/>
                    <a:pt x="1661" y="15657"/>
                  </a:cubicBezTo>
                  <a:cubicBezTo>
                    <a:pt x="1855" y="15810"/>
                    <a:pt x="2796" y="15955"/>
                    <a:pt x="3359" y="15955"/>
                  </a:cubicBezTo>
                  <a:cubicBezTo>
                    <a:pt x="3452" y="15955"/>
                    <a:pt x="3534" y="15951"/>
                    <a:pt x="3601" y="15942"/>
                  </a:cubicBezTo>
                  <a:cubicBezTo>
                    <a:pt x="3836" y="15910"/>
                    <a:pt x="4093" y="15903"/>
                    <a:pt x="4354" y="15903"/>
                  </a:cubicBezTo>
                  <a:cubicBezTo>
                    <a:pt x="4545" y="15903"/>
                    <a:pt x="4737" y="15906"/>
                    <a:pt x="4925" y="15906"/>
                  </a:cubicBezTo>
                  <a:cubicBezTo>
                    <a:pt x="5132" y="15906"/>
                    <a:pt x="5333" y="15902"/>
                    <a:pt x="5518" y="15883"/>
                  </a:cubicBezTo>
                  <a:lnTo>
                    <a:pt x="5518" y="15883"/>
                  </a:lnTo>
                  <a:cubicBezTo>
                    <a:pt x="4304" y="17764"/>
                    <a:pt x="2018" y="20395"/>
                    <a:pt x="256" y="21812"/>
                  </a:cubicBezTo>
                  <a:cubicBezTo>
                    <a:pt x="1" y="22018"/>
                    <a:pt x="182" y="22393"/>
                    <a:pt x="446" y="22393"/>
                  </a:cubicBezTo>
                  <a:cubicBezTo>
                    <a:pt x="503" y="22393"/>
                    <a:pt x="564" y="22376"/>
                    <a:pt x="625" y="22336"/>
                  </a:cubicBezTo>
                  <a:cubicBezTo>
                    <a:pt x="2375" y="21122"/>
                    <a:pt x="4601" y="18431"/>
                    <a:pt x="5768" y="16681"/>
                  </a:cubicBezTo>
                  <a:cubicBezTo>
                    <a:pt x="5911" y="16454"/>
                    <a:pt x="6066" y="16228"/>
                    <a:pt x="6233" y="16014"/>
                  </a:cubicBezTo>
                  <a:cubicBezTo>
                    <a:pt x="6887" y="16752"/>
                    <a:pt x="7483" y="18990"/>
                    <a:pt x="7578" y="19181"/>
                  </a:cubicBezTo>
                  <a:lnTo>
                    <a:pt x="7721" y="19479"/>
                  </a:lnTo>
                  <a:cubicBezTo>
                    <a:pt x="7685" y="19050"/>
                    <a:pt x="7459" y="16895"/>
                    <a:pt x="6518" y="15621"/>
                  </a:cubicBezTo>
                  <a:cubicBezTo>
                    <a:pt x="6649" y="15442"/>
                    <a:pt x="6685" y="15347"/>
                    <a:pt x="6816" y="15169"/>
                  </a:cubicBezTo>
                  <a:cubicBezTo>
                    <a:pt x="7221" y="15192"/>
                    <a:pt x="7614" y="15288"/>
                    <a:pt x="7995" y="15454"/>
                  </a:cubicBezTo>
                  <a:cubicBezTo>
                    <a:pt x="8542" y="15740"/>
                    <a:pt x="9054" y="16085"/>
                    <a:pt x="9531" y="16490"/>
                  </a:cubicBezTo>
                  <a:cubicBezTo>
                    <a:pt x="10284" y="17108"/>
                    <a:pt x="11832" y="18373"/>
                    <a:pt x="12084" y="18373"/>
                  </a:cubicBezTo>
                  <a:cubicBezTo>
                    <a:pt x="12099" y="18373"/>
                    <a:pt x="12109" y="18369"/>
                    <a:pt x="12114" y="18359"/>
                  </a:cubicBezTo>
                  <a:cubicBezTo>
                    <a:pt x="11781" y="17966"/>
                    <a:pt x="11448" y="17562"/>
                    <a:pt x="11090" y="17193"/>
                  </a:cubicBezTo>
                  <a:cubicBezTo>
                    <a:pt x="10436" y="16490"/>
                    <a:pt x="9685" y="15883"/>
                    <a:pt x="8864" y="15395"/>
                  </a:cubicBezTo>
                  <a:cubicBezTo>
                    <a:pt x="8400" y="15121"/>
                    <a:pt x="7745" y="14788"/>
                    <a:pt x="7126" y="14752"/>
                  </a:cubicBezTo>
                  <a:cubicBezTo>
                    <a:pt x="7399" y="14383"/>
                    <a:pt x="7673" y="14014"/>
                    <a:pt x="7947" y="13645"/>
                  </a:cubicBezTo>
                  <a:cubicBezTo>
                    <a:pt x="9825" y="13723"/>
                    <a:pt x="13213" y="14850"/>
                    <a:pt x="13681" y="14850"/>
                  </a:cubicBezTo>
                  <a:cubicBezTo>
                    <a:pt x="13711" y="14850"/>
                    <a:pt x="13729" y="14845"/>
                    <a:pt x="13734" y="14835"/>
                  </a:cubicBezTo>
                  <a:lnTo>
                    <a:pt x="13376" y="14716"/>
                  </a:lnTo>
                  <a:cubicBezTo>
                    <a:pt x="11882" y="14187"/>
                    <a:pt x="10110" y="13248"/>
                    <a:pt x="8436" y="13248"/>
                  </a:cubicBezTo>
                  <a:cubicBezTo>
                    <a:pt x="8376" y="13248"/>
                    <a:pt x="8316" y="13249"/>
                    <a:pt x="8257" y="13252"/>
                  </a:cubicBezTo>
                  <a:cubicBezTo>
                    <a:pt x="8721" y="12632"/>
                    <a:pt x="9197" y="12013"/>
                    <a:pt x="9674" y="11394"/>
                  </a:cubicBezTo>
                  <a:lnTo>
                    <a:pt x="9697" y="11394"/>
                  </a:lnTo>
                  <a:cubicBezTo>
                    <a:pt x="11436" y="11037"/>
                    <a:pt x="15115" y="10989"/>
                    <a:pt x="15389" y="10882"/>
                  </a:cubicBezTo>
                  <a:lnTo>
                    <a:pt x="15234" y="10882"/>
                  </a:lnTo>
                  <a:cubicBezTo>
                    <a:pt x="14126" y="10835"/>
                    <a:pt x="13031" y="10704"/>
                    <a:pt x="11924" y="10620"/>
                  </a:cubicBezTo>
                  <a:cubicBezTo>
                    <a:pt x="11648" y="10597"/>
                    <a:pt x="11372" y="10577"/>
                    <a:pt x="11100" y="10577"/>
                  </a:cubicBezTo>
                  <a:cubicBezTo>
                    <a:pt x="10808" y="10577"/>
                    <a:pt x="10522" y="10600"/>
                    <a:pt x="10245" y="10668"/>
                  </a:cubicBezTo>
                  <a:cubicBezTo>
                    <a:pt x="11055" y="9620"/>
                    <a:pt x="12210" y="8346"/>
                    <a:pt x="13067" y="7322"/>
                  </a:cubicBezTo>
                  <a:cubicBezTo>
                    <a:pt x="14162" y="6929"/>
                    <a:pt x="16508" y="6286"/>
                    <a:pt x="16662" y="6156"/>
                  </a:cubicBezTo>
                  <a:lnTo>
                    <a:pt x="16662" y="6156"/>
                  </a:lnTo>
                  <a:cubicBezTo>
                    <a:pt x="15710" y="6203"/>
                    <a:pt x="14567" y="6239"/>
                    <a:pt x="13591" y="6548"/>
                  </a:cubicBezTo>
                  <a:cubicBezTo>
                    <a:pt x="13960" y="6132"/>
                    <a:pt x="14317" y="5715"/>
                    <a:pt x="14674" y="5298"/>
                  </a:cubicBezTo>
                  <a:cubicBezTo>
                    <a:pt x="15484" y="4370"/>
                    <a:pt x="16270" y="3453"/>
                    <a:pt x="17020" y="2500"/>
                  </a:cubicBezTo>
                  <a:cubicBezTo>
                    <a:pt x="17651" y="1691"/>
                    <a:pt x="18460" y="1048"/>
                    <a:pt x="18865" y="83"/>
                  </a:cubicBezTo>
                  <a:cubicBezTo>
                    <a:pt x="18873" y="37"/>
                    <a:pt x="18835" y="0"/>
                    <a:pt x="18798" y="0"/>
                  </a:cubicBezTo>
                  <a:close/>
                </a:path>
              </a:pathLst>
            </a:custGeom>
            <a:solidFill>
              <a:srgbClr val="2F52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22"/>
            <p:cNvSpPr/>
            <p:nvPr/>
          </p:nvSpPr>
          <p:spPr>
            <a:xfrm>
              <a:off x="599209" y="2398389"/>
              <a:ext cx="1054682" cy="1012660"/>
            </a:xfrm>
            <a:custGeom>
              <a:avLst/>
              <a:gdLst/>
              <a:ahLst/>
              <a:cxnLst/>
              <a:rect l="l" t="t" r="r" b="b"/>
              <a:pathLst>
                <a:path w="28386" h="27255" extrusionOk="0">
                  <a:moveTo>
                    <a:pt x="19563" y="2385"/>
                  </a:moveTo>
                  <a:cubicBezTo>
                    <a:pt x="19634" y="2408"/>
                    <a:pt x="19706" y="2432"/>
                    <a:pt x="19765" y="2456"/>
                  </a:cubicBezTo>
                  <a:lnTo>
                    <a:pt x="19777" y="2456"/>
                  </a:lnTo>
                  <a:cubicBezTo>
                    <a:pt x="20111" y="2611"/>
                    <a:pt x="20432" y="2968"/>
                    <a:pt x="20634" y="3170"/>
                  </a:cubicBezTo>
                  <a:cubicBezTo>
                    <a:pt x="20992" y="3504"/>
                    <a:pt x="21277" y="3909"/>
                    <a:pt x="21492" y="4349"/>
                  </a:cubicBezTo>
                  <a:cubicBezTo>
                    <a:pt x="21980" y="5468"/>
                    <a:pt x="22075" y="7028"/>
                    <a:pt x="21516" y="8135"/>
                  </a:cubicBezTo>
                  <a:cubicBezTo>
                    <a:pt x="21410" y="8338"/>
                    <a:pt x="21272" y="8540"/>
                    <a:pt x="21112" y="8540"/>
                  </a:cubicBezTo>
                  <a:cubicBezTo>
                    <a:pt x="21036" y="8540"/>
                    <a:pt x="20956" y="8496"/>
                    <a:pt x="20873" y="8385"/>
                  </a:cubicBezTo>
                  <a:cubicBezTo>
                    <a:pt x="20634" y="8064"/>
                    <a:pt x="20515" y="7647"/>
                    <a:pt x="20408" y="7278"/>
                  </a:cubicBezTo>
                  <a:cubicBezTo>
                    <a:pt x="20182" y="6421"/>
                    <a:pt x="20015" y="5552"/>
                    <a:pt x="19944" y="4671"/>
                  </a:cubicBezTo>
                  <a:cubicBezTo>
                    <a:pt x="19861" y="3909"/>
                    <a:pt x="19789" y="3123"/>
                    <a:pt x="19563" y="2385"/>
                  </a:cubicBezTo>
                  <a:close/>
                  <a:moveTo>
                    <a:pt x="14631" y="10936"/>
                  </a:moveTo>
                  <a:cubicBezTo>
                    <a:pt x="14760" y="10936"/>
                    <a:pt x="14886" y="11005"/>
                    <a:pt x="14955" y="11124"/>
                  </a:cubicBezTo>
                  <a:cubicBezTo>
                    <a:pt x="14955" y="11136"/>
                    <a:pt x="14967" y="11136"/>
                    <a:pt x="14979" y="11148"/>
                  </a:cubicBezTo>
                  <a:cubicBezTo>
                    <a:pt x="15062" y="11243"/>
                    <a:pt x="15134" y="11362"/>
                    <a:pt x="15169" y="11481"/>
                  </a:cubicBezTo>
                  <a:cubicBezTo>
                    <a:pt x="15205" y="11707"/>
                    <a:pt x="15122" y="11957"/>
                    <a:pt x="14884" y="12017"/>
                  </a:cubicBezTo>
                  <a:cubicBezTo>
                    <a:pt x="14835" y="12028"/>
                    <a:pt x="14787" y="12034"/>
                    <a:pt x="14739" y="12034"/>
                  </a:cubicBezTo>
                  <a:cubicBezTo>
                    <a:pt x="14451" y="12034"/>
                    <a:pt x="14200" y="11825"/>
                    <a:pt x="14169" y="11529"/>
                  </a:cubicBezTo>
                  <a:lnTo>
                    <a:pt x="14181" y="11529"/>
                  </a:lnTo>
                  <a:cubicBezTo>
                    <a:pt x="14169" y="11290"/>
                    <a:pt x="14312" y="11005"/>
                    <a:pt x="14550" y="10945"/>
                  </a:cubicBezTo>
                  <a:cubicBezTo>
                    <a:pt x="14577" y="10939"/>
                    <a:pt x="14604" y="10936"/>
                    <a:pt x="14631" y="10936"/>
                  </a:cubicBezTo>
                  <a:close/>
                  <a:moveTo>
                    <a:pt x="17563" y="10767"/>
                  </a:moveTo>
                  <a:cubicBezTo>
                    <a:pt x="17777" y="10790"/>
                    <a:pt x="17967" y="10874"/>
                    <a:pt x="18122" y="11005"/>
                  </a:cubicBezTo>
                  <a:lnTo>
                    <a:pt x="18158" y="11029"/>
                  </a:lnTo>
                  <a:cubicBezTo>
                    <a:pt x="18432" y="11255"/>
                    <a:pt x="18646" y="11683"/>
                    <a:pt x="18563" y="12052"/>
                  </a:cubicBezTo>
                  <a:cubicBezTo>
                    <a:pt x="18499" y="12308"/>
                    <a:pt x="18311" y="12601"/>
                    <a:pt x="18034" y="12601"/>
                  </a:cubicBezTo>
                  <a:cubicBezTo>
                    <a:pt x="18001" y="12601"/>
                    <a:pt x="17967" y="12597"/>
                    <a:pt x="17932" y="12588"/>
                  </a:cubicBezTo>
                  <a:cubicBezTo>
                    <a:pt x="17646" y="12517"/>
                    <a:pt x="17503" y="12207"/>
                    <a:pt x="17420" y="11957"/>
                  </a:cubicBezTo>
                  <a:cubicBezTo>
                    <a:pt x="17372" y="11779"/>
                    <a:pt x="17336" y="11588"/>
                    <a:pt x="17313" y="11410"/>
                  </a:cubicBezTo>
                  <a:cubicBezTo>
                    <a:pt x="17277" y="11267"/>
                    <a:pt x="17265" y="11124"/>
                    <a:pt x="17289" y="10981"/>
                  </a:cubicBezTo>
                  <a:cubicBezTo>
                    <a:pt x="17325" y="10850"/>
                    <a:pt x="17432" y="10767"/>
                    <a:pt x="17563" y="10767"/>
                  </a:cubicBezTo>
                  <a:close/>
                  <a:moveTo>
                    <a:pt x="20180" y="11092"/>
                  </a:moveTo>
                  <a:cubicBezTo>
                    <a:pt x="20291" y="11092"/>
                    <a:pt x="20400" y="11160"/>
                    <a:pt x="20444" y="11279"/>
                  </a:cubicBezTo>
                  <a:lnTo>
                    <a:pt x="20456" y="11267"/>
                  </a:lnTo>
                  <a:cubicBezTo>
                    <a:pt x="20765" y="11624"/>
                    <a:pt x="20742" y="12279"/>
                    <a:pt x="20551" y="12672"/>
                  </a:cubicBezTo>
                  <a:cubicBezTo>
                    <a:pt x="20490" y="12774"/>
                    <a:pt x="20390" y="12829"/>
                    <a:pt x="20289" y="12829"/>
                  </a:cubicBezTo>
                  <a:cubicBezTo>
                    <a:pt x="20213" y="12829"/>
                    <a:pt x="20136" y="12798"/>
                    <a:pt x="20075" y="12731"/>
                  </a:cubicBezTo>
                  <a:cubicBezTo>
                    <a:pt x="19753" y="12350"/>
                    <a:pt x="19587" y="11564"/>
                    <a:pt x="19992" y="11171"/>
                  </a:cubicBezTo>
                  <a:cubicBezTo>
                    <a:pt x="20046" y="11117"/>
                    <a:pt x="20113" y="11092"/>
                    <a:pt x="20180" y="11092"/>
                  </a:cubicBezTo>
                  <a:close/>
                  <a:moveTo>
                    <a:pt x="15878" y="14241"/>
                  </a:moveTo>
                  <a:cubicBezTo>
                    <a:pt x="15891" y="14241"/>
                    <a:pt x="15905" y="14242"/>
                    <a:pt x="15920" y="14243"/>
                  </a:cubicBezTo>
                  <a:cubicBezTo>
                    <a:pt x="16003" y="14243"/>
                    <a:pt x="16098" y="14255"/>
                    <a:pt x="16158" y="14362"/>
                  </a:cubicBezTo>
                  <a:cubicBezTo>
                    <a:pt x="16301" y="14708"/>
                    <a:pt x="16098" y="15148"/>
                    <a:pt x="15860" y="15410"/>
                  </a:cubicBezTo>
                  <a:cubicBezTo>
                    <a:pt x="15717" y="15553"/>
                    <a:pt x="15509" y="15660"/>
                    <a:pt x="15321" y="15660"/>
                  </a:cubicBezTo>
                  <a:cubicBezTo>
                    <a:pt x="15179" y="15660"/>
                    <a:pt x="15049" y="15599"/>
                    <a:pt x="14967" y="15446"/>
                  </a:cubicBezTo>
                  <a:cubicBezTo>
                    <a:pt x="14800" y="15172"/>
                    <a:pt x="15050" y="14839"/>
                    <a:pt x="15217" y="14636"/>
                  </a:cubicBezTo>
                  <a:cubicBezTo>
                    <a:pt x="15387" y="14444"/>
                    <a:pt x="15620" y="14241"/>
                    <a:pt x="15878" y="14241"/>
                  </a:cubicBezTo>
                  <a:close/>
                  <a:moveTo>
                    <a:pt x="20202" y="15522"/>
                  </a:moveTo>
                  <a:cubicBezTo>
                    <a:pt x="20263" y="15522"/>
                    <a:pt x="20322" y="15545"/>
                    <a:pt x="20367" y="15605"/>
                  </a:cubicBezTo>
                  <a:lnTo>
                    <a:pt x="20367" y="15605"/>
                  </a:lnTo>
                  <a:cubicBezTo>
                    <a:pt x="20381" y="15626"/>
                    <a:pt x="20402" y="15660"/>
                    <a:pt x="20408" y="15672"/>
                  </a:cubicBezTo>
                  <a:cubicBezTo>
                    <a:pt x="20432" y="15720"/>
                    <a:pt x="20444" y="15755"/>
                    <a:pt x="20456" y="15803"/>
                  </a:cubicBezTo>
                  <a:cubicBezTo>
                    <a:pt x="20480" y="15898"/>
                    <a:pt x="20503" y="15993"/>
                    <a:pt x="20503" y="16089"/>
                  </a:cubicBezTo>
                  <a:cubicBezTo>
                    <a:pt x="20527" y="16279"/>
                    <a:pt x="20515" y="16470"/>
                    <a:pt x="20480" y="16648"/>
                  </a:cubicBezTo>
                  <a:cubicBezTo>
                    <a:pt x="20425" y="16910"/>
                    <a:pt x="20191" y="17302"/>
                    <a:pt x="19887" y="17302"/>
                  </a:cubicBezTo>
                  <a:cubicBezTo>
                    <a:pt x="19859" y="17302"/>
                    <a:pt x="19830" y="17298"/>
                    <a:pt x="19801" y="17291"/>
                  </a:cubicBezTo>
                  <a:cubicBezTo>
                    <a:pt x="19206" y="17160"/>
                    <a:pt x="19622" y="16077"/>
                    <a:pt x="19884" y="15732"/>
                  </a:cubicBezTo>
                  <a:cubicBezTo>
                    <a:pt x="19925" y="15635"/>
                    <a:pt x="20069" y="15522"/>
                    <a:pt x="20202" y="15522"/>
                  </a:cubicBezTo>
                  <a:close/>
                  <a:moveTo>
                    <a:pt x="18191" y="15040"/>
                  </a:moveTo>
                  <a:cubicBezTo>
                    <a:pt x="18204" y="15040"/>
                    <a:pt x="18216" y="15041"/>
                    <a:pt x="18229" y="15041"/>
                  </a:cubicBezTo>
                  <a:cubicBezTo>
                    <a:pt x="18396" y="15041"/>
                    <a:pt x="18539" y="15184"/>
                    <a:pt x="18539" y="15362"/>
                  </a:cubicBezTo>
                  <a:cubicBezTo>
                    <a:pt x="18527" y="15446"/>
                    <a:pt x="18515" y="15529"/>
                    <a:pt x="18503" y="15612"/>
                  </a:cubicBezTo>
                  <a:cubicBezTo>
                    <a:pt x="18408" y="15982"/>
                    <a:pt x="18229" y="16339"/>
                    <a:pt x="18003" y="16660"/>
                  </a:cubicBezTo>
                  <a:cubicBezTo>
                    <a:pt x="17753" y="16994"/>
                    <a:pt x="17432" y="17279"/>
                    <a:pt x="17063" y="17482"/>
                  </a:cubicBezTo>
                  <a:cubicBezTo>
                    <a:pt x="17015" y="17507"/>
                    <a:pt x="16964" y="17519"/>
                    <a:pt x="16915" y="17519"/>
                  </a:cubicBezTo>
                  <a:cubicBezTo>
                    <a:pt x="16780" y="17519"/>
                    <a:pt x="16654" y="17431"/>
                    <a:pt x="16610" y="17291"/>
                  </a:cubicBezTo>
                  <a:cubicBezTo>
                    <a:pt x="16469" y="16410"/>
                    <a:pt x="17187" y="15040"/>
                    <a:pt x="18191" y="15040"/>
                  </a:cubicBezTo>
                  <a:close/>
                  <a:moveTo>
                    <a:pt x="16626" y="0"/>
                  </a:moveTo>
                  <a:cubicBezTo>
                    <a:pt x="16084" y="0"/>
                    <a:pt x="15526" y="83"/>
                    <a:pt x="14991" y="146"/>
                  </a:cubicBezTo>
                  <a:cubicBezTo>
                    <a:pt x="14812" y="158"/>
                    <a:pt x="13931" y="372"/>
                    <a:pt x="14086" y="468"/>
                  </a:cubicBezTo>
                  <a:cubicBezTo>
                    <a:pt x="14669" y="825"/>
                    <a:pt x="15134" y="1325"/>
                    <a:pt x="15443" y="1932"/>
                  </a:cubicBezTo>
                  <a:cubicBezTo>
                    <a:pt x="15741" y="2516"/>
                    <a:pt x="16122" y="3254"/>
                    <a:pt x="16372" y="3849"/>
                  </a:cubicBezTo>
                  <a:cubicBezTo>
                    <a:pt x="16848" y="5004"/>
                    <a:pt x="17265" y="6183"/>
                    <a:pt x="17622" y="7385"/>
                  </a:cubicBezTo>
                  <a:cubicBezTo>
                    <a:pt x="17789" y="7909"/>
                    <a:pt x="17908" y="8576"/>
                    <a:pt x="17682" y="9100"/>
                  </a:cubicBezTo>
                  <a:cubicBezTo>
                    <a:pt x="17639" y="9208"/>
                    <a:pt x="17578" y="9248"/>
                    <a:pt x="17512" y="9248"/>
                  </a:cubicBezTo>
                  <a:cubicBezTo>
                    <a:pt x="17395" y="9248"/>
                    <a:pt x="17261" y="9123"/>
                    <a:pt x="17170" y="9016"/>
                  </a:cubicBezTo>
                  <a:cubicBezTo>
                    <a:pt x="16634" y="8469"/>
                    <a:pt x="16277" y="7683"/>
                    <a:pt x="15955" y="6992"/>
                  </a:cubicBezTo>
                  <a:cubicBezTo>
                    <a:pt x="15241" y="5492"/>
                    <a:pt x="14729" y="3837"/>
                    <a:pt x="13729" y="2480"/>
                  </a:cubicBezTo>
                  <a:cubicBezTo>
                    <a:pt x="13211" y="1796"/>
                    <a:pt x="12539" y="1133"/>
                    <a:pt x="11687" y="1133"/>
                  </a:cubicBezTo>
                  <a:cubicBezTo>
                    <a:pt x="11619" y="1133"/>
                    <a:pt x="11549" y="1138"/>
                    <a:pt x="11479" y="1146"/>
                  </a:cubicBezTo>
                  <a:cubicBezTo>
                    <a:pt x="10764" y="1230"/>
                    <a:pt x="8692" y="1968"/>
                    <a:pt x="8692" y="1968"/>
                  </a:cubicBezTo>
                  <a:cubicBezTo>
                    <a:pt x="8776" y="2051"/>
                    <a:pt x="8883" y="2123"/>
                    <a:pt x="8990" y="2170"/>
                  </a:cubicBezTo>
                  <a:lnTo>
                    <a:pt x="8990" y="2182"/>
                  </a:lnTo>
                  <a:cubicBezTo>
                    <a:pt x="9347" y="2385"/>
                    <a:pt x="9847" y="2956"/>
                    <a:pt x="10121" y="3194"/>
                  </a:cubicBezTo>
                  <a:cubicBezTo>
                    <a:pt x="10717" y="3694"/>
                    <a:pt x="11443" y="4766"/>
                    <a:pt x="11740" y="5147"/>
                  </a:cubicBezTo>
                  <a:cubicBezTo>
                    <a:pt x="12622" y="6302"/>
                    <a:pt x="12657" y="6742"/>
                    <a:pt x="13348" y="8028"/>
                  </a:cubicBezTo>
                  <a:cubicBezTo>
                    <a:pt x="13645" y="8576"/>
                    <a:pt x="13681" y="9052"/>
                    <a:pt x="13812" y="9659"/>
                  </a:cubicBezTo>
                  <a:cubicBezTo>
                    <a:pt x="13860" y="9933"/>
                    <a:pt x="13896" y="10243"/>
                    <a:pt x="13753" y="10493"/>
                  </a:cubicBezTo>
                  <a:cubicBezTo>
                    <a:pt x="13683" y="10618"/>
                    <a:pt x="13575" y="10663"/>
                    <a:pt x="13458" y="10663"/>
                  </a:cubicBezTo>
                  <a:cubicBezTo>
                    <a:pt x="13296" y="10663"/>
                    <a:pt x="13115" y="10576"/>
                    <a:pt x="12991" y="10493"/>
                  </a:cubicBezTo>
                  <a:cubicBezTo>
                    <a:pt x="12574" y="10219"/>
                    <a:pt x="12264" y="9778"/>
                    <a:pt x="11955" y="9385"/>
                  </a:cubicBezTo>
                  <a:cubicBezTo>
                    <a:pt x="11514" y="8802"/>
                    <a:pt x="11133" y="8171"/>
                    <a:pt x="10800" y="7528"/>
                  </a:cubicBezTo>
                  <a:cubicBezTo>
                    <a:pt x="10478" y="6897"/>
                    <a:pt x="10109" y="6290"/>
                    <a:pt x="9693" y="5706"/>
                  </a:cubicBezTo>
                  <a:cubicBezTo>
                    <a:pt x="9276" y="5159"/>
                    <a:pt x="8800" y="4671"/>
                    <a:pt x="8252" y="4254"/>
                  </a:cubicBezTo>
                  <a:cubicBezTo>
                    <a:pt x="7577" y="3736"/>
                    <a:pt x="6772" y="3325"/>
                    <a:pt x="5950" y="3325"/>
                  </a:cubicBezTo>
                  <a:cubicBezTo>
                    <a:pt x="5582" y="3325"/>
                    <a:pt x="5211" y="3408"/>
                    <a:pt x="4847" y="3599"/>
                  </a:cubicBezTo>
                  <a:cubicBezTo>
                    <a:pt x="4787" y="3647"/>
                    <a:pt x="4740" y="3694"/>
                    <a:pt x="4680" y="3754"/>
                  </a:cubicBezTo>
                  <a:cubicBezTo>
                    <a:pt x="4644" y="3790"/>
                    <a:pt x="4120" y="4349"/>
                    <a:pt x="3906" y="4599"/>
                  </a:cubicBezTo>
                  <a:lnTo>
                    <a:pt x="3799" y="4718"/>
                  </a:lnTo>
                  <a:lnTo>
                    <a:pt x="3966" y="4790"/>
                  </a:lnTo>
                  <a:cubicBezTo>
                    <a:pt x="4335" y="4956"/>
                    <a:pt x="4704" y="5147"/>
                    <a:pt x="5049" y="5349"/>
                  </a:cubicBezTo>
                  <a:cubicBezTo>
                    <a:pt x="5811" y="5778"/>
                    <a:pt x="6537" y="6278"/>
                    <a:pt x="7216" y="6838"/>
                  </a:cubicBezTo>
                  <a:cubicBezTo>
                    <a:pt x="7573" y="7159"/>
                    <a:pt x="7966" y="7516"/>
                    <a:pt x="8181" y="7945"/>
                  </a:cubicBezTo>
                  <a:cubicBezTo>
                    <a:pt x="8347" y="8266"/>
                    <a:pt x="8407" y="8766"/>
                    <a:pt x="8002" y="8957"/>
                  </a:cubicBezTo>
                  <a:cubicBezTo>
                    <a:pt x="7913" y="9002"/>
                    <a:pt x="7818" y="9020"/>
                    <a:pt x="7722" y="9020"/>
                  </a:cubicBezTo>
                  <a:cubicBezTo>
                    <a:pt x="7433" y="9020"/>
                    <a:pt x="7127" y="8853"/>
                    <a:pt x="6895" y="8719"/>
                  </a:cubicBezTo>
                  <a:cubicBezTo>
                    <a:pt x="6490" y="8481"/>
                    <a:pt x="6109" y="8207"/>
                    <a:pt x="5740" y="7909"/>
                  </a:cubicBezTo>
                  <a:cubicBezTo>
                    <a:pt x="4962" y="7293"/>
                    <a:pt x="4174" y="6158"/>
                    <a:pt x="3234" y="6158"/>
                  </a:cubicBezTo>
                  <a:cubicBezTo>
                    <a:pt x="3138" y="6158"/>
                    <a:pt x="3041" y="6169"/>
                    <a:pt x="2942" y="6195"/>
                  </a:cubicBezTo>
                  <a:cubicBezTo>
                    <a:pt x="2323" y="6338"/>
                    <a:pt x="2215" y="6802"/>
                    <a:pt x="1537" y="7278"/>
                  </a:cubicBezTo>
                  <a:cubicBezTo>
                    <a:pt x="1049" y="7635"/>
                    <a:pt x="537" y="7945"/>
                    <a:pt x="1" y="8231"/>
                  </a:cubicBezTo>
                  <a:cubicBezTo>
                    <a:pt x="239" y="8707"/>
                    <a:pt x="430" y="9219"/>
                    <a:pt x="561" y="9731"/>
                  </a:cubicBezTo>
                  <a:cubicBezTo>
                    <a:pt x="715" y="10350"/>
                    <a:pt x="596" y="10969"/>
                    <a:pt x="1096" y="11207"/>
                  </a:cubicBezTo>
                  <a:cubicBezTo>
                    <a:pt x="1299" y="11290"/>
                    <a:pt x="1513" y="11350"/>
                    <a:pt x="1727" y="11386"/>
                  </a:cubicBezTo>
                  <a:cubicBezTo>
                    <a:pt x="1926" y="11413"/>
                    <a:pt x="2124" y="11425"/>
                    <a:pt x="2323" y="11425"/>
                  </a:cubicBezTo>
                  <a:cubicBezTo>
                    <a:pt x="2565" y="11425"/>
                    <a:pt x="2807" y="11407"/>
                    <a:pt x="3049" y="11374"/>
                  </a:cubicBezTo>
                  <a:cubicBezTo>
                    <a:pt x="3583" y="11262"/>
                    <a:pt x="4024" y="11181"/>
                    <a:pt x="4520" y="11181"/>
                  </a:cubicBezTo>
                  <a:cubicBezTo>
                    <a:pt x="4709" y="11181"/>
                    <a:pt x="4907" y="11193"/>
                    <a:pt x="5121" y="11219"/>
                  </a:cubicBezTo>
                  <a:cubicBezTo>
                    <a:pt x="5252" y="11243"/>
                    <a:pt x="5585" y="11445"/>
                    <a:pt x="5561" y="11576"/>
                  </a:cubicBezTo>
                  <a:cubicBezTo>
                    <a:pt x="5371" y="12398"/>
                    <a:pt x="4132" y="12481"/>
                    <a:pt x="3454" y="12529"/>
                  </a:cubicBezTo>
                  <a:cubicBezTo>
                    <a:pt x="3244" y="12542"/>
                    <a:pt x="3034" y="12549"/>
                    <a:pt x="2824" y="12549"/>
                  </a:cubicBezTo>
                  <a:cubicBezTo>
                    <a:pt x="2284" y="12549"/>
                    <a:pt x="1747" y="12504"/>
                    <a:pt x="1215" y="12410"/>
                  </a:cubicBezTo>
                  <a:lnTo>
                    <a:pt x="1025" y="12374"/>
                  </a:lnTo>
                  <a:lnTo>
                    <a:pt x="1025" y="12374"/>
                  </a:lnTo>
                  <a:cubicBezTo>
                    <a:pt x="1120" y="12779"/>
                    <a:pt x="1287" y="13160"/>
                    <a:pt x="1525" y="13493"/>
                  </a:cubicBezTo>
                  <a:cubicBezTo>
                    <a:pt x="1990" y="14095"/>
                    <a:pt x="2832" y="14257"/>
                    <a:pt x="3602" y="14257"/>
                  </a:cubicBezTo>
                  <a:cubicBezTo>
                    <a:pt x="3838" y="14257"/>
                    <a:pt x="4066" y="14242"/>
                    <a:pt x="4275" y="14219"/>
                  </a:cubicBezTo>
                  <a:cubicBezTo>
                    <a:pt x="5644" y="14088"/>
                    <a:pt x="6859" y="13374"/>
                    <a:pt x="8204" y="13124"/>
                  </a:cubicBezTo>
                  <a:cubicBezTo>
                    <a:pt x="8443" y="13080"/>
                    <a:pt x="8688" y="13055"/>
                    <a:pt x="8934" y="13055"/>
                  </a:cubicBezTo>
                  <a:cubicBezTo>
                    <a:pt x="9020" y="13055"/>
                    <a:pt x="9106" y="13058"/>
                    <a:pt x="9193" y="13065"/>
                  </a:cubicBezTo>
                  <a:cubicBezTo>
                    <a:pt x="9205" y="13064"/>
                    <a:pt x="9217" y="13063"/>
                    <a:pt x="9229" y="13063"/>
                  </a:cubicBezTo>
                  <a:cubicBezTo>
                    <a:pt x="9381" y="13063"/>
                    <a:pt x="9521" y="13133"/>
                    <a:pt x="9609" y="13243"/>
                  </a:cubicBezTo>
                  <a:cubicBezTo>
                    <a:pt x="9716" y="13398"/>
                    <a:pt x="9609" y="13624"/>
                    <a:pt x="9514" y="13743"/>
                  </a:cubicBezTo>
                  <a:cubicBezTo>
                    <a:pt x="9109" y="14231"/>
                    <a:pt x="8300" y="14338"/>
                    <a:pt x="7740" y="14541"/>
                  </a:cubicBezTo>
                  <a:cubicBezTo>
                    <a:pt x="6311" y="15053"/>
                    <a:pt x="4978" y="15827"/>
                    <a:pt x="3513" y="16220"/>
                  </a:cubicBezTo>
                  <a:cubicBezTo>
                    <a:pt x="3299" y="16279"/>
                    <a:pt x="3097" y="16315"/>
                    <a:pt x="2882" y="16363"/>
                  </a:cubicBezTo>
                  <a:cubicBezTo>
                    <a:pt x="2751" y="16386"/>
                    <a:pt x="2608" y="16398"/>
                    <a:pt x="2477" y="16398"/>
                  </a:cubicBezTo>
                  <a:cubicBezTo>
                    <a:pt x="2446" y="16394"/>
                    <a:pt x="2420" y="16393"/>
                    <a:pt x="2398" y="16393"/>
                  </a:cubicBezTo>
                  <a:cubicBezTo>
                    <a:pt x="2151" y="16393"/>
                    <a:pt x="2450" y="16625"/>
                    <a:pt x="2549" y="16767"/>
                  </a:cubicBezTo>
                  <a:cubicBezTo>
                    <a:pt x="2632" y="16875"/>
                    <a:pt x="2692" y="16994"/>
                    <a:pt x="2751" y="17113"/>
                  </a:cubicBezTo>
                  <a:cubicBezTo>
                    <a:pt x="2930" y="17410"/>
                    <a:pt x="3108" y="17708"/>
                    <a:pt x="3311" y="17994"/>
                  </a:cubicBezTo>
                  <a:cubicBezTo>
                    <a:pt x="3609" y="18446"/>
                    <a:pt x="4049" y="18780"/>
                    <a:pt x="4561" y="18958"/>
                  </a:cubicBezTo>
                  <a:cubicBezTo>
                    <a:pt x="4812" y="19037"/>
                    <a:pt x="5066" y="19071"/>
                    <a:pt x="5321" y="19071"/>
                  </a:cubicBezTo>
                  <a:cubicBezTo>
                    <a:pt x="6300" y="19071"/>
                    <a:pt x="7285" y="18561"/>
                    <a:pt x="8097" y="18089"/>
                  </a:cubicBezTo>
                  <a:cubicBezTo>
                    <a:pt x="8835" y="17637"/>
                    <a:pt x="9514" y="17148"/>
                    <a:pt x="10216" y="16636"/>
                  </a:cubicBezTo>
                  <a:cubicBezTo>
                    <a:pt x="10943" y="16113"/>
                    <a:pt x="11729" y="15529"/>
                    <a:pt x="12598" y="15255"/>
                  </a:cubicBezTo>
                  <a:cubicBezTo>
                    <a:pt x="12707" y="15219"/>
                    <a:pt x="12853" y="15179"/>
                    <a:pt x="12991" y="15179"/>
                  </a:cubicBezTo>
                  <a:cubicBezTo>
                    <a:pt x="13124" y="15179"/>
                    <a:pt x="13248" y="15216"/>
                    <a:pt x="13324" y="15327"/>
                  </a:cubicBezTo>
                  <a:cubicBezTo>
                    <a:pt x="13526" y="15612"/>
                    <a:pt x="13407" y="15958"/>
                    <a:pt x="13241" y="16220"/>
                  </a:cubicBezTo>
                  <a:cubicBezTo>
                    <a:pt x="12764" y="16970"/>
                    <a:pt x="11871" y="17482"/>
                    <a:pt x="11133" y="17898"/>
                  </a:cubicBezTo>
                  <a:cubicBezTo>
                    <a:pt x="10383" y="18327"/>
                    <a:pt x="9562" y="18696"/>
                    <a:pt x="8764" y="19077"/>
                  </a:cubicBezTo>
                  <a:cubicBezTo>
                    <a:pt x="7665" y="19594"/>
                    <a:pt x="6508" y="20082"/>
                    <a:pt x="5274" y="20082"/>
                  </a:cubicBezTo>
                  <a:cubicBezTo>
                    <a:pt x="5145" y="20082"/>
                    <a:pt x="5014" y="20077"/>
                    <a:pt x="4882" y="20065"/>
                  </a:cubicBezTo>
                  <a:cubicBezTo>
                    <a:pt x="4871" y="20053"/>
                    <a:pt x="4859" y="20053"/>
                    <a:pt x="4835" y="20053"/>
                  </a:cubicBezTo>
                  <a:lnTo>
                    <a:pt x="4752" y="20053"/>
                  </a:lnTo>
                  <a:cubicBezTo>
                    <a:pt x="4537" y="20053"/>
                    <a:pt x="4323" y="20030"/>
                    <a:pt x="4120" y="19994"/>
                  </a:cubicBezTo>
                  <a:cubicBezTo>
                    <a:pt x="4120" y="19994"/>
                    <a:pt x="4120" y="19994"/>
                    <a:pt x="4119" y="19994"/>
                  </a:cubicBezTo>
                  <a:cubicBezTo>
                    <a:pt x="4049" y="19994"/>
                    <a:pt x="5352" y="22522"/>
                    <a:pt x="6442" y="23304"/>
                  </a:cubicBezTo>
                  <a:cubicBezTo>
                    <a:pt x="7004" y="23709"/>
                    <a:pt x="7626" y="23902"/>
                    <a:pt x="8258" y="23902"/>
                  </a:cubicBezTo>
                  <a:cubicBezTo>
                    <a:pt x="8779" y="23902"/>
                    <a:pt x="9306" y="23771"/>
                    <a:pt x="9812" y="23518"/>
                  </a:cubicBezTo>
                  <a:cubicBezTo>
                    <a:pt x="10883" y="22970"/>
                    <a:pt x="11717" y="22042"/>
                    <a:pt x="12538" y="21196"/>
                  </a:cubicBezTo>
                  <a:cubicBezTo>
                    <a:pt x="12943" y="20792"/>
                    <a:pt x="13372" y="20411"/>
                    <a:pt x="13800" y="20018"/>
                  </a:cubicBezTo>
                  <a:cubicBezTo>
                    <a:pt x="14277" y="19589"/>
                    <a:pt x="14741" y="19125"/>
                    <a:pt x="15348" y="18887"/>
                  </a:cubicBezTo>
                  <a:cubicBezTo>
                    <a:pt x="15503" y="18832"/>
                    <a:pt x="15638" y="18756"/>
                    <a:pt x="15805" y="18756"/>
                  </a:cubicBezTo>
                  <a:cubicBezTo>
                    <a:pt x="15855" y="18756"/>
                    <a:pt x="15909" y="18763"/>
                    <a:pt x="15967" y="18780"/>
                  </a:cubicBezTo>
                  <a:lnTo>
                    <a:pt x="15979" y="18780"/>
                  </a:lnTo>
                  <a:cubicBezTo>
                    <a:pt x="16051" y="18839"/>
                    <a:pt x="16074" y="18934"/>
                    <a:pt x="16039" y="19018"/>
                  </a:cubicBezTo>
                  <a:cubicBezTo>
                    <a:pt x="16015" y="19089"/>
                    <a:pt x="15991" y="19149"/>
                    <a:pt x="15943" y="19220"/>
                  </a:cubicBezTo>
                  <a:cubicBezTo>
                    <a:pt x="15801" y="19434"/>
                    <a:pt x="15634" y="19637"/>
                    <a:pt x="15455" y="19815"/>
                  </a:cubicBezTo>
                  <a:cubicBezTo>
                    <a:pt x="14967" y="20315"/>
                    <a:pt x="14515" y="20815"/>
                    <a:pt x="14074" y="21351"/>
                  </a:cubicBezTo>
                  <a:cubicBezTo>
                    <a:pt x="13574" y="22018"/>
                    <a:pt x="13014" y="22649"/>
                    <a:pt x="12419" y="23232"/>
                  </a:cubicBezTo>
                  <a:cubicBezTo>
                    <a:pt x="11901" y="23707"/>
                    <a:pt x="11237" y="24201"/>
                    <a:pt x="10514" y="24201"/>
                  </a:cubicBezTo>
                  <a:cubicBezTo>
                    <a:pt x="10439" y="24201"/>
                    <a:pt x="10364" y="24196"/>
                    <a:pt x="10288" y="24185"/>
                  </a:cubicBezTo>
                  <a:cubicBezTo>
                    <a:pt x="10240" y="24185"/>
                    <a:pt x="11693" y="26388"/>
                    <a:pt x="12895" y="26661"/>
                  </a:cubicBezTo>
                  <a:cubicBezTo>
                    <a:pt x="13100" y="26706"/>
                    <a:pt x="13302" y="26727"/>
                    <a:pt x="13499" y="26727"/>
                  </a:cubicBezTo>
                  <a:cubicBezTo>
                    <a:pt x="14462" y="26727"/>
                    <a:pt x="15329" y="26226"/>
                    <a:pt x="15991" y="25495"/>
                  </a:cubicBezTo>
                  <a:cubicBezTo>
                    <a:pt x="16717" y="24685"/>
                    <a:pt x="17074" y="23709"/>
                    <a:pt x="17384" y="22685"/>
                  </a:cubicBezTo>
                  <a:cubicBezTo>
                    <a:pt x="17539" y="22125"/>
                    <a:pt x="17741" y="21577"/>
                    <a:pt x="17979" y="21054"/>
                  </a:cubicBezTo>
                  <a:cubicBezTo>
                    <a:pt x="18170" y="20625"/>
                    <a:pt x="18444" y="20161"/>
                    <a:pt x="18896" y="19982"/>
                  </a:cubicBezTo>
                  <a:cubicBezTo>
                    <a:pt x="18969" y="19954"/>
                    <a:pt x="19035" y="19940"/>
                    <a:pt x="19094" y="19940"/>
                  </a:cubicBezTo>
                  <a:cubicBezTo>
                    <a:pt x="19885" y="19940"/>
                    <a:pt x="19583" y="22276"/>
                    <a:pt x="19527" y="22697"/>
                  </a:cubicBezTo>
                  <a:cubicBezTo>
                    <a:pt x="19456" y="23435"/>
                    <a:pt x="19277" y="24161"/>
                    <a:pt x="18991" y="24864"/>
                  </a:cubicBezTo>
                  <a:cubicBezTo>
                    <a:pt x="18563" y="25864"/>
                    <a:pt x="17801" y="26566"/>
                    <a:pt x="16920" y="27161"/>
                  </a:cubicBezTo>
                  <a:cubicBezTo>
                    <a:pt x="16895" y="27180"/>
                    <a:pt x="17521" y="27254"/>
                    <a:pt x="18275" y="27254"/>
                  </a:cubicBezTo>
                  <a:cubicBezTo>
                    <a:pt x="18964" y="27254"/>
                    <a:pt x="19760" y="27193"/>
                    <a:pt x="20265" y="26971"/>
                  </a:cubicBezTo>
                  <a:cubicBezTo>
                    <a:pt x="21123" y="26590"/>
                    <a:pt x="21908" y="25983"/>
                    <a:pt x="22289" y="25102"/>
                  </a:cubicBezTo>
                  <a:cubicBezTo>
                    <a:pt x="22670" y="24221"/>
                    <a:pt x="22516" y="23328"/>
                    <a:pt x="22313" y="22447"/>
                  </a:cubicBezTo>
                  <a:cubicBezTo>
                    <a:pt x="22147" y="21697"/>
                    <a:pt x="21837" y="20613"/>
                    <a:pt x="22218" y="19863"/>
                  </a:cubicBezTo>
                  <a:cubicBezTo>
                    <a:pt x="22242" y="19827"/>
                    <a:pt x="22254" y="19803"/>
                    <a:pt x="22266" y="19768"/>
                  </a:cubicBezTo>
                  <a:cubicBezTo>
                    <a:pt x="22389" y="19637"/>
                    <a:pt x="22514" y="19583"/>
                    <a:pt x="22633" y="19583"/>
                  </a:cubicBezTo>
                  <a:cubicBezTo>
                    <a:pt x="22905" y="19583"/>
                    <a:pt x="23143" y="19866"/>
                    <a:pt x="23242" y="20173"/>
                  </a:cubicBezTo>
                  <a:cubicBezTo>
                    <a:pt x="23349" y="20577"/>
                    <a:pt x="23397" y="20994"/>
                    <a:pt x="23385" y="21411"/>
                  </a:cubicBezTo>
                  <a:cubicBezTo>
                    <a:pt x="23397" y="21816"/>
                    <a:pt x="23349" y="22232"/>
                    <a:pt x="23266" y="22625"/>
                  </a:cubicBezTo>
                  <a:cubicBezTo>
                    <a:pt x="23135" y="23161"/>
                    <a:pt x="22849" y="23649"/>
                    <a:pt x="22694" y="24173"/>
                  </a:cubicBezTo>
                  <a:cubicBezTo>
                    <a:pt x="22693" y="24177"/>
                    <a:pt x="22696" y="24179"/>
                    <a:pt x="22702" y="24179"/>
                  </a:cubicBezTo>
                  <a:cubicBezTo>
                    <a:pt x="22842" y="24179"/>
                    <a:pt x="24760" y="23162"/>
                    <a:pt x="25171" y="22101"/>
                  </a:cubicBezTo>
                  <a:cubicBezTo>
                    <a:pt x="25599" y="21006"/>
                    <a:pt x="25945" y="19851"/>
                    <a:pt x="25897" y="18649"/>
                  </a:cubicBezTo>
                  <a:cubicBezTo>
                    <a:pt x="25873" y="17887"/>
                    <a:pt x="25790" y="17386"/>
                    <a:pt x="25337" y="16803"/>
                  </a:cubicBezTo>
                  <a:cubicBezTo>
                    <a:pt x="25040" y="16434"/>
                    <a:pt x="24706" y="16101"/>
                    <a:pt x="24313" y="15839"/>
                  </a:cubicBezTo>
                  <a:cubicBezTo>
                    <a:pt x="23415" y="15307"/>
                    <a:pt x="24030" y="14517"/>
                    <a:pt x="25495" y="14517"/>
                  </a:cubicBezTo>
                  <a:cubicBezTo>
                    <a:pt x="25506" y="14517"/>
                    <a:pt x="25517" y="14517"/>
                    <a:pt x="25528" y="14517"/>
                  </a:cubicBezTo>
                  <a:cubicBezTo>
                    <a:pt x="25534" y="14517"/>
                    <a:pt x="25540" y="14517"/>
                    <a:pt x="25546" y="14517"/>
                  </a:cubicBezTo>
                  <a:cubicBezTo>
                    <a:pt x="26560" y="14517"/>
                    <a:pt x="27269" y="13500"/>
                    <a:pt x="27695" y="12612"/>
                  </a:cubicBezTo>
                  <a:cubicBezTo>
                    <a:pt x="28159" y="11648"/>
                    <a:pt x="28385" y="10052"/>
                    <a:pt x="28112" y="9040"/>
                  </a:cubicBezTo>
                  <a:cubicBezTo>
                    <a:pt x="27850" y="8076"/>
                    <a:pt x="26433" y="5849"/>
                    <a:pt x="25683" y="5468"/>
                  </a:cubicBezTo>
                  <a:lnTo>
                    <a:pt x="25683" y="5468"/>
                  </a:lnTo>
                  <a:cubicBezTo>
                    <a:pt x="25790" y="6397"/>
                    <a:pt x="26004" y="8445"/>
                    <a:pt x="25278" y="9647"/>
                  </a:cubicBezTo>
                  <a:cubicBezTo>
                    <a:pt x="24849" y="10362"/>
                    <a:pt x="24159" y="10886"/>
                    <a:pt x="23349" y="11124"/>
                  </a:cubicBezTo>
                  <a:cubicBezTo>
                    <a:pt x="24123" y="10017"/>
                    <a:pt x="24433" y="8659"/>
                    <a:pt x="24778" y="7373"/>
                  </a:cubicBezTo>
                  <a:cubicBezTo>
                    <a:pt x="25040" y="6397"/>
                    <a:pt x="25266" y="5325"/>
                    <a:pt x="24909" y="4349"/>
                  </a:cubicBezTo>
                  <a:cubicBezTo>
                    <a:pt x="24540" y="3373"/>
                    <a:pt x="23587" y="2801"/>
                    <a:pt x="22635" y="2480"/>
                  </a:cubicBezTo>
                  <a:cubicBezTo>
                    <a:pt x="22063" y="2289"/>
                    <a:pt x="21480" y="2158"/>
                    <a:pt x="20884" y="2111"/>
                  </a:cubicBezTo>
                  <a:cubicBezTo>
                    <a:pt x="20753" y="2094"/>
                    <a:pt x="20622" y="2086"/>
                    <a:pt x="20492" y="2086"/>
                  </a:cubicBezTo>
                  <a:cubicBezTo>
                    <a:pt x="20161" y="2086"/>
                    <a:pt x="19835" y="2139"/>
                    <a:pt x="19527" y="2242"/>
                  </a:cubicBezTo>
                  <a:cubicBezTo>
                    <a:pt x="19360" y="1730"/>
                    <a:pt x="19099" y="1242"/>
                    <a:pt x="18753" y="837"/>
                  </a:cubicBezTo>
                  <a:cubicBezTo>
                    <a:pt x="18161" y="175"/>
                    <a:pt x="17411" y="0"/>
                    <a:pt x="1662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22"/>
            <p:cNvSpPr/>
            <p:nvPr/>
          </p:nvSpPr>
          <p:spPr>
            <a:xfrm>
              <a:off x="714245" y="2701545"/>
              <a:ext cx="1037591" cy="526895"/>
            </a:xfrm>
            <a:custGeom>
              <a:avLst/>
              <a:gdLst/>
              <a:ahLst/>
              <a:cxnLst/>
              <a:rect l="l" t="t" r="r" b="b"/>
              <a:pathLst>
                <a:path w="27926" h="14181" extrusionOk="0">
                  <a:moveTo>
                    <a:pt x="15658" y="0"/>
                  </a:moveTo>
                  <a:cubicBezTo>
                    <a:pt x="15658" y="0"/>
                    <a:pt x="15658" y="0"/>
                    <a:pt x="15657" y="0"/>
                  </a:cubicBezTo>
                  <a:cubicBezTo>
                    <a:pt x="15669" y="119"/>
                    <a:pt x="15669" y="238"/>
                    <a:pt x="15681" y="369"/>
                  </a:cubicBezTo>
                  <a:cubicBezTo>
                    <a:pt x="15776" y="2000"/>
                    <a:pt x="15574" y="4084"/>
                    <a:pt x="16300" y="5668"/>
                  </a:cubicBezTo>
                  <a:cubicBezTo>
                    <a:pt x="15550" y="5465"/>
                    <a:pt x="14800" y="5263"/>
                    <a:pt x="14050" y="5072"/>
                  </a:cubicBezTo>
                  <a:cubicBezTo>
                    <a:pt x="14050" y="5060"/>
                    <a:pt x="14038" y="5048"/>
                    <a:pt x="14038" y="5048"/>
                  </a:cubicBezTo>
                  <a:cubicBezTo>
                    <a:pt x="13026" y="3584"/>
                    <a:pt x="11573" y="214"/>
                    <a:pt x="11359" y="0"/>
                  </a:cubicBezTo>
                  <a:lnTo>
                    <a:pt x="11359" y="0"/>
                  </a:lnTo>
                  <a:lnTo>
                    <a:pt x="11407" y="143"/>
                  </a:lnTo>
                  <a:cubicBezTo>
                    <a:pt x="11800" y="1191"/>
                    <a:pt x="12097" y="2250"/>
                    <a:pt x="12454" y="3298"/>
                  </a:cubicBezTo>
                  <a:cubicBezTo>
                    <a:pt x="12633" y="3834"/>
                    <a:pt x="12824" y="4382"/>
                    <a:pt x="13157" y="4834"/>
                  </a:cubicBezTo>
                  <a:cubicBezTo>
                    <a:pt x="11871" y="4489"/>
                    <a:pt x="10252" y="3905"/>
                    <a:pt x="8990" y="3512"/>
                  </a:cubicBezTo>
                  <a:cubicBezTo>
                    <a:pt x="8204" y="2655"/>
                    <a:pt x="6704" y="750"/>
                    <a:pt x="6513" y="655"/>
                  </a:cubicBezTo>
                  <a:lnTo>
                    <a:pt x="6513" y="655"/>
                  </a:lnTo>
                  <a:cubicBezTo>
                    <a:pt x="6930" y="1512"/>
                    <a:pt x="7406" y="2548"/>
                    <a:pt x="8061" y="3334"/>
                  </a:cubicBezTo>
                  <a:cubicBezTo>
                    <a:pt x="7537" y="3155"/>
                    <a:pt x="7013" y="2989"/>
                    <a:pt x="6489" y="2810"/>
                  </a:cubicBezTo>
                  <a:cubicBezTo>
                    <a:pt x="5335" y="2429"/>
                    <a:pt x="4180" y="2060"/>
                    <a:pt x="3001" y="1727"/>
                  </a:cubicBezTo>
                  <a:cubicBezTo>
                    <a:pt x="2024" y="1456"/>
                    <a:pt x="1129" y="964"/>
                    <a:pt x="108" y="964"/>
                  </a:cubicBezTo>
                  <a:cubicBezTo>
                    <a:pt x="96" y="964"/>
                    <a:pt x="84" y="964"/>
                    <a:pt x="72" y="965"/>
                  </a:cubicBezTo>
                  <a:cubicBezTo>
                    <a:pt x="1" y="976"/>
                    <a:pt x="1" y="1072"/>
                    <a:pt x="72" y="1084"/>
                  </a:cubicBezTo>
                  <a:cubicBezTo>
                    <a:pt x="1167" y="1155"/>
                    <a:pt x="2084" y="1643"/>
                    <a:pt x="3049" y="2131"/>
                  </a:cubicBezTo>
                  <a:cubicBezTo>
                    <a:pt x="3799" y="2489"/>
                    <a:pt x="4561" y="2798"/>
                    <a:pt x="5346" y="3048"/>
                  </a:cubicBezTo>
                  <a:cubicBezTo>
                    <a:pt x="5156" y="3143"/>
                    <a:pt x="4989" y="3251"/>
                    <a:pt x="4811" y="3346"/>
                  </a:cubicBezTo>
                  <a:cubicBezTo>
                    <a:pt x="4323" y="3596"/>
                    <a:pt x="3834" y="3858"/>
                    <a:pt x="3346" y="4108"/>
                  </a:cubicBezTo>
                  <a:lnTo>
                    <a:pt x="3215" y="4179"/>
                  </a:lnTo>
                  <a:cubicBezTo>
                    <a:pt x="3226" y="4191"/>
                    <a:pt x="3254" y="4196"/>
                    <a:pt x="3296" y="4196"/>
                  </a:cubicBezTo>
                  <a:cubicBezTo>
                    <a:pt x="3730" y="4196"/>
                    <a:pt x="5686" y="3629"/>
                    <a:pt x="6239" y="3358"/>
                  </a:cubicBezTo>
                  <a:lnTo>
                    <a:pt x="6311" y="3382"/>
                  </a:lnTo>
                  <a:cubicBezTo>
                    <a:pt x="7501" y="3786"/>
                    <a:pt x="8692" y="4191"/>
                    <a:pt x="9895" y="4560"/>
                  </a:cubicBezTo>
                  <a:cubicBezTo>
                    <a:pt x="9371" y="4798"/>
                    <a:pt x="8859" y="5191"/>
                    <a:pt x="8418" y="5489"/>
                  </a:cubicBezTo>
                  <a:cubicBezTo>
                    <a:pt x="7752" y="5941"/>
                    <a:pt x="7120" y="6430"/>
                    <a:pt x="6478" y="6894"/>
                  </a:cubicBezTo>
                  <a:cubicBezTo>
                    <a:pt x="6144" y="7132"/>
                    <a:pt x="5811" y="7358"/>
                    <a:pt x="5477" y="7573"/>
                  </a:cubicBezTo>
                  <a:cubicBezTo>
                    <a:pt x="5656" y="7525"/>
                    <a:pt x="5835" y="7477"/>
                    <a:pt x="6013" y="7418"/>
                  </a:cubicBezTo>
                  <a:cubicBezTo>
                    <a:pt x="6811" y="7072"/>
                    <a:pt x="7585" y="6668"/>
                    <a:pt x="8323" y="6203"/>
                  </a:cubicBezTo>
                  <a:cubicBezTo>
                    <a:pt x="9085" y="5668"/>
                    <a:pt x="10073" y="5441"/>
                    <a:pt x="10764" y="4822"/>
                  </a:cubicBezTo>
                  <a:cubicBezTo>
                    <a:pt x="11573" y="5072"/>
                    <a:pt x="12395" y="5298"/>
                    <a:pt x="13228" y="5501"/>
                  </a:cubicBezTo>
                  <a:cubicBezTo>
                    <a:pt x="13609" y="5584"/>
                    <a:pt x="13978" y="5691"/>
                    <a:pt x="14359" y="5798"/>
                  </a:cubicBezTo>
                  <a:cubicBezTo>
                    <a:pt x="13693" y="6334"/>
                    <a:pt x="13205" y="7203"/>
                    <a:pt x="12597" y="7763"/>
                  </a:cubicBezTo>
                  <a:cubicBezTo>
                    <a:pt x="11728" y="8549"/>
                    <a:pt x="10811" y="9287"/>
                    <a:pt x="9895" y="10025"/>
                  </a:cubicBezTo>
                  <a:cubicBezTo>
                    <a:pt x="9418" y="10406"/>
                    <a:pt x="8954" y="10799"/>
                    <a:pt x="8478" y="11192"/>
                  </a:cubicBezTo>
                  <a:cubicBezTo>
                    <a:pt x="8740" y="11061"/>
                    <a:pt x="8990" y="10930"/>
                    <a:pt x="9240" y="10811"/>
                  </a:cubicBezTo>
                  <a:cubicBezTo>
                    <a:pt x="9478" y="10680"/>
                    <a:pt x="13586" y="7834"/>
                    <a:pt x="15038" y="5977"/>
                  </a:cubicBezTo>
                  <a:lnTo>
                    <a:pt x="16419" y="6358"/>
                  </a:lnTo>
                  <a:cubicBezTo>
                    <a:pt x="15860" y="7013"/>
                    <a:pt x="15586" y="7954"/>
                    <a:pt x="15312" y="8716"/>
                  </a:cubicBezTo>
                  <a:cubicBezTo>
                    <a:pt x="14871" y="9942"/>
                    <a:pt x="14419" y="11144"/>
                    <a:pt x="13859" y="12323"/>
                  </a:cubicBezTo>
                  <a:cubicBezTo>
                    <a:pt x="13562" y="12954"/>
                    <a:pt x="13228" y="13585"/>
                    <a:pt x="12859" y="14180"/>
                  </a:cubicBezTo>
                  <a:cubicBezTo>
                    <a:pt x="13419" y="13538"/>
                    <a:pt x="13538" y="13502"/>
                    <a:pt x="14026" y="12847"/>
                  </a:cubicBezTo>
                  <a:cubicBezTo>
                    <a:pt x="14086" y="12764"/>
                    <a:pt x="14621" y="11811"/>
                    <a:pt x="14693" y="11752"/>
                  </a:cubicBezTo>
                  <a:cubicBezTo>
                    <a:pt x="14967" y="11144"/>
                    <a:pt x="15133" y="10728"/>
                    <a:pt x="15372" y="10120"/>
                  </a:cubicBezTo>
                  <a:cubicBezTo>
                    <a:pt x="15610" y="9466"/>
                    <a:pt x="15836" y="8811"/>
                    <a:pt x="16086" y="8168"/>
                  </a:cubicBezTo>
                  <a:cubicBezTo>
                    <a:pt x="16312" y="7584"/>
                    <a:pt x="16634" y="7061"/>
                    <a:pt x="16872" y="6489"/>
                  </a:cubicBezTo>
                  <a:cubicBezTo>
                    <a:pt x="17277" y="6596"/>
                    <a:pt x="17693" y="6703"/>
                    <a:pt x="18098" y="6811"/>
                  </a:cubicBezTo>
                  <a:cubicBezTo>
                    <a:pt x="17800" y="7477"/>
                    <a:pt x="17800" y="8323"/>
                    <a:pt x="17777" y="9013"/>
                  </a:cubicBezTo>
                  <a:cubicBezTo>
                    <a:pt x="17753" y="9930"/>
                    <a:pt x="17800" y="10847"/>
                    <a:pt x="17908" y="11764"/>
                  </a:cubicBezTo>
                  <a:cubicBezTo>
                    <a:pt x="17931" y="11978"/>
                    <a:pt x="17955" y="12192"/>
                    <a:pt x="17967" y="12418"/>
                  </a:cubicBezTo>
                  <a:cubicBezTo>
                    <a:pt x="17991" y="12359"/>
                    <a:pt x="18003" y="12299"/>
                    <a:pt x="18027" y="12252"/>
                  </a:cubicBezTo>
                  <a:cubicBezTo>
                    <a:pt x="18110" y="11990"/>
                    <a:pt x="18396" y="10406"/>
                    <a:pt x="18372" y="9704"/>
                  </a:cubicBezTo>
                  <a:cubicBezTo>
                    <a:pt x="18360" y="9192"/>
                    <a:pt x="18372" y="8668"/>
                    <a:pt x="18408" y="8144"/>
                  </a:cubicBezTo>
                  <a:cubicBezTo>
                    <a:pt x="18443" y="7739"/>
                    <a:pt x="18527" y="7322"/>
                    <a:pt x="18539" y="6918"/>
                  </a:cubicBezTo>
                  <a:cubicBezTo>
                    <a:pt x="18789" y="6977"/>
                    <a:pt x="19027" y="7025"/>
                    <a:pt x="19265" y="7072"/>
                  </a:cubicBezTo>
                  <a:cubicBezTo>
                    <a:pt x="19527" y="8144"/>
                    <a:pt x="20241" y="9120"/>
                    <a:pt x="20717" y="10097"/>
                  </a:cubicBezTo>
                  <a:cubicBezTo>
                    <a:pt x="20836" y="10335"/>
                    <a:pt x="20956" y="10573"/>
                    <a:pt x="21063" y="10835"/>
                  </a:cubicBezTo>
                  <a:cubicBezTo>
                    <a:pt x="21134" y="10561"/>
                    <a:pt x="20825" y="9347"/>
                    <a:pt x="20575" y="8930"/>
                  </a:cubicBezTo>
                  <a:cubicBezTo>
                    <a:pt x="20277" y="8418"/>
                    <a:pt x="20063" y="7703"/>
                    <a:pt x="19789" y="7180"/>
                  </a:cubicBezTo>
                  <a:lnTo>
                    <a:pt x="19789" y="7180"/>
                  </a:lnTo>
                  <a:cubicBezTo>
                    <a:pt x="22003" y="7584"/>
                    <a:pt x="25313" y="8668"/>
                    <a:pt x="27290" y="9751"/>
                  </a:cubicBezTo>
                  <a:cubicBezTo>
                    <a:pt x="27347" y="9784"/>
                    <a:pt x="27403" y="9798"/>
                    <a:pt x="27456" y="9798"/>
                  </a:cubicBezTo>
                  <a:cubicBezTo>
                    <a:pt x="27736" y="9798"/>
                    <a:pt x="27925" y="9408"/>
                    <a:pt x="27635" y="9227"/>
                  </a:cubicBezTo>
                  <a:cubicBezTo>
                    <a:pt x="25837" y="8061"/>
                    <a:pt x="22491" y="7049"/>
                    <a:pt x="20432" y="6644"/>
                  </a:cubicBezTo>
                  <a:cubicBezTo>
                    <a:pt x="20158" y="6584"/>
                    <a:pt x="19896" y="6525"/>
                    <a:pt x="19634" y="6477"/>
                  </a:cubicBezTo>
                  <a:cubicBezTo>
                    <a:pt x="20063" y="5584"/>
                    <a:pt x="21896" y="4167"/>
                    <a:pt x="22027" y="4001"/>
                  </a:cubicBezTo>
                  <a:lnTo>
                    <a:pt x="22253" y="3751"/>
                  </a:lnTo>
                  <a:lnTo>
                    <a:pt x="22253" y="3751"/>
                  </a:lnTo>
                  <a:cubicBezTo>
                    <a:pt x="21872" y="3941"/>
                    <a:pt x="19979" y="4989"/>
                    <a:pt x="19158" y="6346"/>
                  </a:cubicBezTo>
                  <a:cubicBezTo>
                    <a:pt x="18943" y="6299"/>
                    <a:pt x="18848" y="6299"/>
                    <a:pt x="18634" y="6251"/>
                  </a:cubicBezTo>
                  <a:cubicBezTo>
                    <a:pt x="18503" y="5870"/>
                    <a:pt x="18431" y="5465"/>
                    <a:pt x="18443" y="5060"/>
                  </a:cubicBezTo>
                  <a:cubicBezTo>
                    <a:pt x="18491" y="4441"/>
                    <a:pt x="18610" y="3834"/>
                    <a:pt x="18812" y="3239"/>
                  </a:cubicBezTo>
                  <a:cubicBezTo>
                    <a:pt x="19098" y="2250"/>
                    <a:pt x="19717" y="167"/>
                    <a:pt x="19527" y="131"/>
                  </a:cubicBezTo>
                  <a:lnTo>
                    <a:pt x="19527" y="131"/>
                  </a:lnTo>
                  <a:cubicBezTo>
                    <a:pt x="19301" y="595"/>
                    <a:pt x="19062" y="1060"/>
                    <a:pt x="18848" y="1524"/>
                  </a:cubicBezTo>
                  <a:cubicBezTo>
                    <a:pt x="18455" y="2405"/>
                    <a:pt x="18181" y="3322"/>
                    <a:pt x="18050" y="4274"/>
                  </a:cubicBezTo>
                  <a:cubicBezTo>
                    <a:pt x="17979" y="4810"/>
                    <a:pt x="17919" y="5537"/>
                    <a:pt x="18122" y="6120"/>
                  </a:cubicBezTo>
                  <a:cubicBezTo>
                    <a:pt x="17681" y="6013"/>
                    <a:pt x="17229" y="5906"/>
                    <a:pt x="16788" y="5787"/>
                  </a:cubicBezTo>
                  <a:cubicBezTo>
                    <a:pt x="16087" y="3920"/>
                    <a:pt x="15825" y="0"/>
                    <a:pt x="156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22"/>
            <p:cNvSpPr/>
            <p:nvPr/>
          </p:nvSpPr>
          <p:spPr>
            <a:xfrm>
              <a:off x="3791525" y="3536035"/>
              <a:ext cx="795860" cy="768031"/>
            </a:xfrm>
            <a:custGeom>
              <a:avLst/>
              <a:gdLst/>
              <a:ahLst/>
              <a:cxnLst/>
              <a:rect l="l" t="t" r="r" b="b"/>
              <a:pathLst>
                <a:path w="21420" h="20671" extrusionOk="0">
                  <a:moveTo>
                    <a:pt x="6215" y="8747"/>
                  </a:moveTo>
                  <a:lnTo>
                    <a:pt x="6215" y="8747"/>
                  </a:lnTo>
                  <a:cubicBezTo>
                    <a:pt x="6217" y="8749"/>
                    <a:pt x="6218" y="8751"/>
                    <a:pt x="6219" y="8753"/>
                  </a:cubicBezTo>
                  <a:lnTo>
                    <a:pt x="6219" y="8753"/>
                  </a:lnTo>
                  <a:cubicBezTo>
                    <a:pt x="6218" y="8752"/>
                    <a:pt x="6217" y="8750"/>
                    <a:pt x="6215" y="8747"/>
                  </a:cubicBezTo>
                  <a:close/>
                  <a:moveTo>
                    <a:pt x="6617" y="7487"/>
                  </a:moveTo>
                  <a:cubicBezTo>
                    <a:pt x="6641" y="7487"/>
                    <a:pt x="6666" y="7490"/>
                    <a:pt x="6692" y="7497"/>
                  </a:cubicBezTo>
                  <a:cubicBezTo>
                    <a:pt x="7144" y="7616"/>
                    <a:pt x="6787" y="8414"/>
                    <a:pt x="6585" y="8676"/>
                  </a:cubicBezTo>
                  <a:cubicBezTo>
                    <a:pt x="6553" y="8746"/>
                    <a:pt x="6445" y="8827"/>
                    <a:pt x="6348" y="8827"/>
                  </a:cubicBezTo>
                  <a:cubicBezTo>
                    <a:pt x="6298" y="8827"/>
                    <a:pt x="6252" y="8806"/>
                    <a:pt x="6219" y="8753"/>
                  </a:cubicBezTo>
                  <a:lnTo>
                    <a:pt x="6219" y="8753"/>
                  </a:lnTo>
                  <a:cubicBezTo>
                    <a:pt x="6225" y="8764"/>
                    <a:pt x="6227" y="8768"/>
                    <a:pt x="6227" y="8768"/>
                  </a:cubicBezTo>
                  <a:cubicBezTo>
                    <a:pt x="6225" y="8768"/>
                    <a:pt x="6192" y="8718"/>
                    <a:pt x="6192" y="8700"/>
                  </a:cubicBezTo>
                  <a:cubicBezTo>
                    <a:pt x="6168" y="8664"/>
                    <a:pt x="6156" y="8640"/>
                    <a:pt x="6156" y="8604"/>
                  </a:cubicBezTo>
                  <a:cubicBezTo>
                    <a:pt x="6132" y="8533"/>
                    <a:pt x="6132" y="8462"/>
                    <a:pt x="6120" y="8390"/>
                  </a:cubicBezTo>
                  <a:cubicBezTo>
                    <a:pt x="6120" y="8247"/>
                    <a:pt x="6120" y="8093"/>
                    <a:pt x="6156" y="7962"/>
                  </a:cubicBezTo>
                  <a:cubicBezTo>
                    <a:pt x="6210" y="7768"/>
                    <a:pt x="6390" y="7487"/>
                    <a:pt x="6617" y="7487"/>
                  </a:cubicBezTo>
                  <a:close/>
                  <a:moveTo>
                    <a:pt x="8883" y="7412"/>
                  </a:moveTo>
                  <a:cubicBezTo>
                    <a:pt x="8988" y="7412"/>
                    <a:pt x="9082" y="7485"/>
                    <a:pt x="9109" y="7592"/>
                  </a:cubicBezTo>
                  <a:cubicBezTo>
                    <a:pt x="9190" y="8252"/>
                    <a:pt x="8629" y="9250"/>
                    <a:pt x="7887" y="9250"/>
                  </a:cubicBezTo>
                  <a:cubicBezTo>
                    <a:pt x="7866" y="9250"/>
                    <a:pt x="7844" y="9249"/>
                    <a:pt x="7823" y="9247"/>
                  </a:cubicBezTo>
                  <a:cubicBezTo>
                    <a:pt x="7692" y="9247"/>
                    <a:pt x="7597" y="9128"/>
                    <a:pt x="7609" y="8997"/>
                  </a:cubicBezTo>
                  <a:lnTo>
                    <a:pt x="7597" y="8997"/>
                  </a:lnTo>
                  <a:cubicBezTo>
                    <a:pt x="7609" y="8938"/>
                    <a:pt x="7620" y="8866"/>
                    <a:pt x="7632" y="8807"/>
                  </a:cubicBezTo>
                  <a:cubicBezTo>
                    <a:pt x="7716" y="8521"/>
                    <a:pt x="7859" y="8259"/>
                    <a:pt x="8037" y="8033"/>
                  </a:cubicBezTo>
                  <a:cubicBezTo>
                    <a:pt x="8240" y="7783"/>
                    <a:pt x="8490" y="7581"/>
                    <a:pt x="8775" y="7438"/>
                  </a:cubicBezTo>
                  <a:cubicBezTo>
                    <a:pt x="8811" y="7420"/>
                    <a:pt x="8847" y="7412"/>
                    <a:pt x="8883" y="7412"/>
                  </a:cubicBezTo>
                  <a:close/>
                  <a:moveTo>
                    <a:pt x="10021" y="8863"/>
                  </a:moveTo>
                  <a:cubicBezTo>
                    <a:pt x="10132" y="8863"/>
                    <a:pt x="10236" y="8911"/>
                    <a:pt x="10299" y="9033"/>
                  </a:cubicBezTo>
                  <a:cubicBezTo>
                    <a:pt x="10418" y="9247"/>
                    <a:pt x="10216" y="9486"/>
                    <a:pt x="10085" y="9640"/>
                  </a:cubicBezTo>
                  <a:cubicBezTo>
                    <a:pt x="9963" y="9773"/>
                    <a:pt x="9779" y="9917"/>
                    <a:pt x="9591" y="9917"/>
                  </a:cubicBezTo>
                  <a:cubicBezTo>
                    <a:pt x="9577" y="9917"/>
                    <a:pt x="9563" y="9916"/>
                    <a:pt x="9549" y="9914"/>
                  </a:cubicBezTo>
                  <a:cubicBezTo>
                    <a:pt x="9478" y="9914"/>
                    <a:pt x="9418" y="9902"/>
                    <a:pt x="9383" y="9819"/>
                  </a:cubicBezTo>
                  <a:lnTo>
                    <a:pt x="9371" y="9819"/>
                  </a:lnTo>
                  <a:cubicBezTo>
                    <a:pt x="9275" y="9557"/>
                    <a:pt x="9442" y="9224"/>
                    <a:pt x="9633" y="9045"/>
                  </a:cubicBezTo>
                  <a:cubicBezTo>
                    <a:pt x="9732" y="8939"/>
                    <a:pt x="9883" y="8863"/>
                    <a:pt x="10021" y="8863"/>
                  </a:cubicBezTo>
                  <a:close/>
                  <a:moveTo>
                    <a:pt x="6195" y="10866"/>
                  </a:moveTo>
                  <a:cubicBezTo>
                    <a:pt x="6256" y="10866"/>
                    <a:pt x="6315" y="10890"/>
                    <a:pt x="6358" y="10938"/>
                  </a:cubicBezTo>
                  <a:cubicBezTo>
                    <a:pt x="6585" y="11236"/>
                    <a:pt x="6704" y="11843"/>
                    <a:pt x="6370" y="12129"/>
                  </a:cubicBezTo>
                  <a:cubicBezTo>
                    <a:pt x="6332" y="12162"/>
                    <a:pt x="6285" y="12178"/>
                    <a:pt x="6238" y="12178"/>
                  </a:cubicBezTo>
                  <a:cubicBezTo>
                    <a:pt x="6153" y="12178"/>
                    <a:pt x="6068" y="12126"/>
                    <a:pt x="6037" y="12033"/>
                  </a:cubicBezTo>
                  <a:cubicBezTo>
                    <a:pt x="5811" y="11760"/>
                    <a:pt x="5846" y="11260"/>
                    <a:pt x="6001" y="10974"/>
                  </a:cubicBezTo>
                  <a:cubicBezTo>
                    <a:pt x="6047" y="10902"/>
                    <a:pt x="6122" y="10866"/>
                    <a:pt x="6195" y="10866"/>
                  </a:cubicBezTo>
                  <a:close/>
                  <a:moveTo>
                    <a:pt x="10361" y="11618"/>
                  </a:moveTo>
                  <a:cubicBezTo>
                    <a:pt x="10584" y="11618"/>
                    <a:pt x="10777" y="11792"/>
                    <a:pt x="10787" y="12022"/>
                  </a:cubicBezTo>
                  <a:cubicBezTo>
                    <a:pt x="10799" y="12212"/>
                    <a:pt x="10668" y="12391"/>
                    <a:pt x="10490" y="12450"/>
                  </a:cubicBezTo>
                  <a:cubicBezTo>
                    <a:pt x="10472" y="12454"/>
                    <a:pt x="10454" y="12455"/>
                    <a:pt x="10437" y="12455"/>
                  </a:cubicBezTo>
                  <a:cubicBezTo>
                    <a:pt x="10334" y="12455"/>
                    <a:pt x="10231" y="12399"/>
                    <a:pt x="10180" y="12307"/>
                  </a:cubicBezTo>
                  <a:cubicBezTo>
                    <a:pt x="10180" y="12307"/>
                    <a:pt x="10180" y="12284"/>
                    <a:pt x="10168" y="12284"/>
                  </a:cubicBezTo>
                  <a:cubicBezTo>
                    <a:pt x="10109" y="12212"/>
                    <a:pt x="10061" y="12117"/>
                    <a:pt x="10037" y="12022"/>
                  </a:cubicBezTo>
                  <a:cubicBezTo>
                    <a:pt x="9990" y="11843"/>
                    <a:pt x="10097" y="11676"/>
                    <a:pt x="10264" y="11629"/>
                  </a:cubicBezTo>
                  <a:cubicBezTo>
                    <a:pt x="10296" y="11621"/>
                    <a:pt x="10329" y="11618"/>
                    <a:pt x="10361" y="11618"/>
                  </a:cubicBezTo>
                  <a:close/>
                  <a:moveTo>
                    <a:pt x="7891" y="11092"/>
                  </a:moveTo>
                  <a:cubicBezTo>
                    <a:pt x="7919" y="11092"/>
                    <a:pt x="7948" y="11096"/>
                    <a:pt x="7978" y="11105"/>
                  </a:cubicBezTo>
                  <a:lnTo>
                    <a:pt x="7978" y="11117"/>
                  </a:lnTo>
                  <a:cubicBezTo>
                    <a:pt x="8192" y="11176"/>
                    <a:pt x="8287" y="11414"/>
                    <a:pt x="8347" y="11605"/>
                  </a:cubicBezTo>
                  <a:cubicBezTo>
                    <a:pt x="8382" y="11736"/>
                    <a:pt x="8394" y="11879"/>
                    <a:pt x="8406" y="12022"/>
                  </a:cubicBezTo>
                  <a:cubicBezTo>
                    <a:pt x="8430" y="12129"/>
                    <a:pt x="8442" y="12236"/>
                    <a:pt x="8418" y="12343"/>
                  </a:cubicBezTo>
                  <a:cubicBezTo>
                    <a:pt x="8382" y="12438"/>
                    <a:pt x="8299" y="12498"/>
                    <a:pt x="8204" y="12498"/>
                  </a:cubicBezTo>
                  <a:cubicBezTo>
                    <a:pt x="8049" y="12474"/>
                    <a:pt x="7906" y="12414"/>
                    <a:pt x="7787" y="12307"/>
                  </a:cubicBezTo>
                  <a:lnTo>
                    <a:pt x="7763" y="12284"/>
                  </a:lnTo>
                  <a:cubicBezTo>
                    <a:pt x="7549" y="12093"/>
                    <a:pt x="7442" y="11795"/>
                    <a:pt x="7489" y="11498"/>
                  </a:cubicBezTo>
                  <a:cubicBezTo>
                    <a:pt x="7531" y="11309"/>
                    <a:pt x="7684" y="11092"/>
                    <a:pt x="7891" y="11092"/>
                  </a:cubicBezTo>
                  <a:close/>
                  <a:moveTo>
                    <a:pt x="5446" y="14078"/>
                  </a:moveTo>
                  <a:cubicBezTo>
                    <a:pt x="5506" y="14078"/>
                    <a:pt x="5568" y="14117"/>
                    <a:pt x="5632" y="14212"/>
                  </a:cubicBezTo>
                  <a:cubicBezTo>
                    <a:pt x="5787" y="14474"/>
                    <a:pt x="5894" y="14760"/>
                    <a:pt x="5954" y="15058"/>
                  </a:cubicBezTo>
                  <a:cubicBezTo>
                    <a:pt x="6096" y="15713"/>
                    <a:pt x="6192" y="16379"/>
                    <a:pt x="6227" y="17046"/>
                  </a:cubicBezTo>
                  <a:cubicBezTo>
                    <a:pt x="6251" y="17629"/>
                    <a:pt x="6323" y="18213"/>
                    <a:pt x="6454" y="18784"/>
                  </a:cubicBezTo>
                  <a:cubicBezTo>
                    <a:pt x="6394" y="18772"/>
                    <a:pt x="6346" y="18749"/>
                    <a:pt x="6299" y="18713"/>
                  </a:cubicBezTo>
                  <a:lnTo>
                    <a:pt x="6299" y="18725"/>
                  </a:lnTo>
                  <a:cubicBezTo>
                    <a:pt x="6061" y="18570"/>
                    <a:pt x="5846" y="18380"/>
                    <a:pt x="5668" y="18153"/>
                  </a:cubicBezTo>
                  <a:cubicBezTo>
                    <a:pt x="5406" y="17891"/>
                    <a:pt x="5203" y="17582"/>
                    <a:pt x="5049" y="17248"/>
                  </a:cubicBezTo>
                  <a:cubicBezTo>
                    <a:pt x="4715" y="16379"/>
                    <a:pt x="4691" y="15201"/>
                    <a:pt x="5144" y="14379"/>
                  </a:cubicBezTo>
                  <a:cubicBezTo>
                    <a:pt x="5223" y="14229"/>
                    <a:pt x="5329" y="14078"/>
                    <a:pt x="5446" y="14078"/>
                  </a:cubicBezTo>
                  <a:close/>
                  <a:moveTo>
                    <a:pt x="7820" y="0"/>
                  </a:moveTo>
                  <a:cubicBezTo>
                    <a:pt x="7383" y="0"/>
                    <a:pt x="6931" y="39"/>
                    <a:pt x="6620" y="163"/>
                  </a:cubicBezTo>
                  <a:cubicBezTo>
                    <a:pt x="5965" y="425"/>
                    <a:pt x="5346" y="854"/>
                    <a:pt x="5037" y="1520"/>
                  </a:cubicBezTo>
                  <a:cubicBezTo>
                    <a:pt x="4715" y="2175"/>
                    <a:pt x="4811" y="2854"/>
                    <a:pt x="4942" y="3532"/>
                  </a:cubicBezTo>
                  <a:cubicBezTo>
                    <a:pt x="5049" y="4092"/>
                    <a:pt x="5251" y="4925"/>
                    <a:pt x="4942" y="5485"/>
                  </a:cubicBezTo>
                  <a:cubicBezTo>
                    <a:pt x="4930" y="5509"/>
                    <a:pt x="4918" y="5533"/>
                    <a:pt x="4906" y="5545"/>
                  </a:cubicBezTo>
                  <a:cubicBezTo>
                    <a:pt x="4810" y="5640"/>
                    <a:pt x="4716" y="5680"/>
                    <a:pt x="4628" y="5680"/>
                  </a:cubicBezTo>
                  <a:cubicBezTo>
                    <a:pt x="4419" y="5680"/>
                    <a:pt x="4246" y="5457"/>
                    <a:pt x="4180" y="5223"/>
                  </a:cubicBezTo>
                  <a:cubicBezTo>
                    <a:pt x="4096" y="4914"/>
                    <a:pt x="4072" y="4592"/>
                    <a:pt x="4108" y="4271"/>
                  </a:cubicBezTo>
                  <a:cubicBezTo>
                    <a:pt x="4108" y="3961"/>
                    <a:pt x="4144" y="3652"/>
                    <a:pt x="4227" y="3354"/>
                  </a:cubicBezTo>
                  <a:cubicBezTo>
                    <a:pt x="4346" y="2961"/>
                    <a:pt x="4572" y="2604"/>
                    <a:pt x="4703" y="2199"/>
                  </a:cubicBezTo>
                  <a:cubicBezTo>
                    <a:pt x="4704" y="2197"/>
                    <a:pt x="4703" y="2196"/>
                    <a:pt x="4699" y="2196"/>
                  </a:cubicBezTo>
                  <a:cubicBezTo>
                    <a:pt x="4608" y="2196"/>
                    <a:pt x="3118" y="2909"/>
                    <a:pt x="2775" y="3699"/>
                  </a:cubicBezTo>
                  <a:cubicBezTo>
                    <a:pt x="2405" y="4521"/>
                    <a:pt x="2120" y="5390"/>
                    <a:pt x="2120" y="6283"/>
                  </a:cubicBezTo>
                  <a:cubicBezTo>
                    <a:pt x="2120" y="6866"/>
                    <a:pt x="2167" y="7247"/>
                    <a:pt x="2501" y="7700"/>
                  </a:cubicBezTo>
                  <a:cubicBezTo>
                    <a:pt x="2703" y="7985"/>
                    <a:pt x="2953" y="8247"/>
                    <a:pt x="3239" y="8462"/>
                  </a:cubicBezTo>
                  <a:cubicBezTo>
                    <a:pt x="3891" y="8874"/>
                    <a:pt x="3454" y="9429"/>
                    <a:pt x="2415" y="9429"/>
                  </a:cubicBezTo>
                  <a:cubicBezTo>
                    <a:pt x="2373" y="9429"/>
                    <a:pt x="2330" y="9428"/>
                    <a:pt x="2286" y="9426"/>
                  </a:cubicBezTo>
                  <a:cubicBezTo>
                    <a:pt x="2269" y="9425"/>
                    <a:pt x="2251" y="9425"/>
                    <a:pt x="2233" y="9425"/>
                  </a:cubicBezTo>
                  <a:cubicBezTo>
                    <a:pt x="1487" y="9425"/>
                    <a:pt x="945" y="10156"/>
                    <a:pt x="596" y="10807"/>
                  </a:cubicBezTo>
                  <a:cubicBezTo>
                    <a:pt x="215" y="11522"/>
                    <a:pt x="0" y="12724"/>
                    <a:pt x="179" y="13510"/>
                  </a:cubicBezTo>
                  <a:cubicBezTo>
                    <a:pt x="346" y="14236"/>
                    <a:pt x="1358" y="15963"/>
                    <a:pt x="1917" y="16272"/>
                  </a:cubicBezTo>
                  <a:cubicBezTo>
                    <a:pt x="1858" y="15570"/>
                    <a:pt x="1763" y="14010"/>
                    <a:pt x="2346" y="13129"/>
                  </a:cubicBezTo>
                  <a:cubicBezTo>
                    <a:pt x="2691" y="12593"/>
                    <a:pt x="3215" y="12212"/>
                    <a:pt x="3834" y="12057"/>
                  </a:cubicBezTo>
                  <a:lnTo>
                    <a:pt x="3834" y="12057"/>
                  </a:lnTo>
                  <a:cubicBezTo>
                    <a:pt x="3215" y="12879"/>
                    <a:pt x="2953" y="13903"/>
                    <a:pt x="2644" y="14855"/>
                  </a:cubicBezTo>
                  <a:cubicBezTo>
                    <a:pt x="2417" y="15593"/>
                    <a:pt x="2215" y="16391"/>
                    <a:pt x="2465" y="17141"/>
                  </a:cubicBezTo>
                  <a:cubicBezTo>
                    <a:pt x="2715" y="17891"/>
                    <a:pt x="3418" y="18344"/>
                    <a:pt x="4132" y="18630"/>
                  </a:cubicBezTo>
                  <a:cubicBezTo>
                    <a:pt x="4549" y="18784"/>
                    <a:pt x="5001" y="18903"/>
                    <a:pt x="5442" y="18951"/>
                  </a:cubicBezTo>
                  <a:cubicBezTo>
                    <a:pt x="5568" y="18973"/>
                    <a:pt x="5696" y="18983"/>
                    <a:pt x="5825" y="18983"/>
                  </a:cubicBezTo>
                  <a:cubicBezTo>
                    <a:pt x="6046" y="18983"/>
                    <a:pt x="6266" y="18952"/>
                    <a:pt x="6477" y="18891"/>
                  </a:cubicBezTo>
                  <a:cubicBezTo>
                    <a:pt x="6585" y="19284"/>
                    <a:pt x="6775" y="19653"/>
                    <a:pt x="7037" y="19975"/>
                  </a:cubicBezTo>
                  <a:cubicBezTo>
                    <a:pt x="7490" y="20543"/>
                    <a:pt x="8110" y="20670"/>
                    <a:pt x="8762" y="20670"/>
                  </a:cubicBezTo>
                  <a:cubicBezTo>
                    <a:pt x="9122" y="20670"/>
                    <a:pt x="9491" y="20631"/>
                    <a:pt x="9847" y="20606"/>
                  </a:cubicBezTo>
                  <a:cubicBezTo>
                    <a:pt x="9978" y="20594"/>
                    <a:pt x="10657" y="20463"/>
                    <a:pt x="10537" y="20392"/>
                  </a:cubicBezTo>
                  <a:cubicBezTo>
                    <a:pt x="10109" y="20106"/>
                    <a:pt x="9775" y="19701"/>
                    <a:pt x="9561" y="19237"/>
                  </a:cubicBezTo>
                  <a:cubicBezTo>
                    <a:pt x="9359" y="18784"/>
                    <a:pt x="9085" y="18213"/>
                    <a:pt x="8918" y="17760"/>
                  </a:cubicBezTo>
                  <a:cubicBezTo>
                    <a:pt x="8585" y="16867"/>
                    <a:pt x="8299" y="15963"/>
                    <a:pt x="8061" y="15046"/>
                  </a:cubicBezTo>
                  <a:cubicBezTo>
                    <a:pt x="7954" y="14641"/>
                    <a:pt x="7882" y="14141"/>
                    <a:pt x="8061" y="13748"/>
                  </a:cubicBezTo>
                  <a:cubicBezTo>
                    <a:pt x="8098" y="13669"/>
                    <a:pt x="8145" y="13639"/>
                    <a:pt x="8193" y="13639"/>
                  </a:cubicBezTo>
                  <a:cubicBezTo>
                    <a:pt x="8284" y="13639"/>
                    <a:pt x="8384" y="13742"/>
                    <a:pt x="8454" y="13819"/>
                  </a:cubicBezTo>
                  <a:cubicBezTo>
                    <a:pt x="8835" y="14260"/>
                    <a:pt x="9085" y="14855"/>
                    <a:pt x="9311" y="15391"/>
                  </a:cubicBezTo>
                  <a:cubicBezTo>
                    <a:pt x="9811" y="16558"/>
                    <a:pt x="10145" y="17820"/>
                    <a:pt x="10871" y="18868"/>
                  </a:cubicBezTo>
                  <a:cubicBezTo>
                    <a:pt x="11244" y="19422"/>
                    <a:pt x="11746" y="19944"/>
                    <a:pt x="12418" y="19944"/>
                  </a:cubicBezTo>
                  <a:cubicBezTo>
                    <a:pt x="12453" y="19944"/>
                    <a:pt x="12489" y="19942"/>
                    <a:pt x="12526" y="19939"/>
                  </a:cubicBezTo>
                  <a:cubicBezTo>
                    <a:pt x="13073" y="19892"/>
                    <a:pt x="14657" y="19403"/>
                    <a:pt x="14657" y="19403"/>
                  </a:cubicBezTo>
                  <a:cubicBezTo>
                    <a:pt x="14597" y="19332"/>
                    <a:pt x="14526" y="19272"/>
                    <a:pt x="14443" y="19237"/>
                  </a:cubicBezTo>
                  <a:lnTo>
                    <a:pt x="14443" y="19225"/>
                  </a:lnTo>
                  <a:cubicBezTo>
                    <a:pt x="14181" y="19058"/>
                    <a:pt x="13812" y="18618"/>
                    <a:pt x="13609" y="18427"/>
                  </a:cubicBezTo>
                  <a:cubicBezTo>
                    <a:pt x="13181" y="18034"/>
                    <a:pt x="12657" y="17201"/>
                    <a:pt x="12442" y="16903"/>
                  </a:cubicBezTo>
                  <a:cubicBezTo>
                    <a:pt x="11811" y="16010"/>
                    <a:pt x="11788" y="15677"/>
                    <a:pt x="11299" y="14689"/>
                  </a:cubicBezTo>
                  <a:cubicBezTo>
                    <a:pt x="11097" y="14260"/>
                    <a:pt x="11085" y="13903"/>
                    <a:pt x="11002" y="13438"/>
                  </a:cubicBezTo>
                  <a:cubicBezTo>
                    <a:pt x="10954" y="13224"/>
                    <a:pt x="10978" y="12998"/>
                    <a:pt x="11073" y="12807"/>
                  </a:cubicBezTo>
                  <a:cubicBezTo>
                    <a:pt x="11125" y="12717"/>
                    <a:pt x="11202" y="12684"/>
                    <a:pt x="11286" y="12684"/>
                  </a:cubicBezTo>
                  <a:cubicBezTo>
                    <a:pt x="11411" y="12684"/>
                    <a:pt x="11552" y="12760"/>
                    <a:pt x="11645" y="12831"/>
                  </a:cubicBezTo>
                  <a:cubicBezTo>
                    <a:pt x="11954" y="13046"/>
                    <a:pt x="12181" y="13391"/>
                    <a:pt x="12395" y="13688"/>
                  </a:cubicBezTo>
                  <a:cubicBezTo>
                    <a:pt x="12716" y="14153"/>
                    <a:pt x="12978" y="14629"/>
                    <a:pt x="13216" y="15141"/>
                  </a:cubicBezTo>
                  <a:cubicBezTo>
                    <a:pt x="13443" y="15617"/>
                    <a:pt x="13705" y="16094"/>
                    <a:pt x="14002" y="16546"/>
                  </a:cubicBezTo>
                  <a:cubicBezTo>
                    <a:pt x="14300" y="16963"/>
                    <a:pt x="14657" y="17344"/>
                    <a:pt x="15050" y="17677"/>
                  </a:cubicBezTo>
                  <a:cubicBezTo>
                    <a:pt x="15563" y="18104"/>
                    <a:pt x="16192" y="18446"/>
                    <a:pt x="16841" y="18446"/>
                  </a:cubicBezTo>
                  <a:cubicBezTo>
                    <a:pt x="17096" y="18446"/>
                    <a:pt x="17355" y="18393"/>
                    <a:pt x="17610" y="18272"/>
                  </a:cubicBezTo>
                  <a:cubicBezTo>
                    <a:pt x="17657" y="18237"/>
                    <a:pt x="17693" y="18201"/>
                    <a:pt x="17741" y="18165"/>
                  </a:cubicBezTo>
                  <a:cubicBezTo>
                    <a:pt x="17776" y="18129"/>
                    <a:pt x="18181" y="17737"/>
                    <a:pt x="18348" y="17546"/>
                  </a:cubicBezTo>
                  <a:lnTo>
                    <a:pt x="18431" y="17451"/>
                  </a:lnTo>
                  <a:lnTo>
                    <a:pt x="18312" y="17403"/>
                  </a:lnTo>
                  <a:cubicBezTo>
                    <a:pt x="18038" y="17260"/>
                    <a:pt x="17765" y="17106"/>
                    <a:pt x="17503" y="16939"/>
                  </a:cubicBezTo>
                  <a:cubicBezTo>
                    <a:pt x="16943" y="16594"/>
                    <a:pt x="16407" y="16201"/>
                    <a:pt x="15907" y="15748"/>
                  </a:cubicBezTo>
                  <a:cubicBezTo>
                    <a:pt x="15669" y="15510"/>
                    <a:pt x="15371" y="15224"/>
                    <a:pt x="15217" y="14891"/>
                  </a:cubicBezTo>
                  <a:cubicBezTo>
                    <a:pt x="15109" y="14641"/>
                    <a:pt x="15074" y="14260"/>
                    <a:pt x="15383" y="14129"/>
                  </a:cubicBezTo>
                  <a:cubicBezTo>
                    <a:pt x="15444" y="14103"/>
                    <a:pt x="15507" y="14092"/>
                    <a:pt x="15571" y="14092"/>
                  </a:cubicBezTo>
                  <a:cubicBezTo>
                    <a:pt x="15799" y="14092"/>
                    <a:pt x="16040" y="14232"/>
                    <a:pt x="16217" y="14343"/>
                  </a:cubicBezTo>
                  <a:cubicBezTo>
                    <a:pt x="16514" y="14534"/>
                    <a:pt x="16800" y="14748"/>
                    <a:pt x="17062" y="14986"/>
                  </a:cubicBezTo>
                  <a:cubicBezTo>
                    <a:pt x="17654" y="15490"/>
                    <a:pt x="18216" y="16388"/>
                    <a:pt x="18942" y="16388"/>
                  </a:cubicBezTo>
                  <a:cubicBezTo>
                    <a:pt x="19005" y="16388"/>
                    <a:pt x="19069" y="16382"/>
                    <a:pt x="19134" y="16367"/>
                  </a:cubicBezTo>
                  <a:cubicBezTo>
                    <a:pt x="19610" y="16272"/>
                    <a:pt x="19705" y="15927"/>
                    <a:pt x="20229" y="15582"/>
                  </a:cubicBezTo>
                  <a:cubicBezTo>
                    <a:pt x="20610" y="15332"/>
                    <a:pt x="21003" y="15105"/>
                    <a:pt x="21420" y="14915"/>
                  </a:cubicBezTo>
                  <a:cubicBezTo>
                    <a:pt x="21253" y="14546"/>
                    <a:pt x="21110" y="14153"/>
                    <a:pt x="21027" y="13760"/>
                  </a:cubicBezTo>
                  <a:cubicBezTo>
                    <a:pt x="20932" y="13284"/>
                    <a:pt x="21039" y="12819"/>
                    <a:pt x="20658" y="12629"/>
                  </a:cubicBezTo>
                  <a:cubicBezTo>
                    <a:pt x="20503" y="12557"/>
                    <a:pt x="20348" y="12498"/>
                    <a:pt x="20182" y="12474"/>
                  </a:cubicBezTo>
                  <a:cubicBezTo>
                    <a:pt x="19994" y="12439"/>
                    <a:pt x="19803" y="12421"/>
                    <a:pt x="19610" y="12421"/>
                  </a:cubicBezTo>
                  <a:cubicBezTo>
                    <a:pt x="19472" y="12421"/>
                    <a:pt x="19332" y="12430"/>
                    <a:pt x="19193" y="12450"/>
                  </a:cubicBezTo>
                  <a:cubicBezTo>
                    <a:pt x="18830" y="12503"/>
                    <a:pt x="18529" y="12547"/>
                    <a:pt x="18207" y="12547"/>
                  </a:cubicBezTo>
                  <a:cubicBezTo>
                    <a:pt x="18024" y="12547"/>
                    <a:pt x="17834" y="12532"/>
                    <a:pt x="17622" y="12498"/>
                  </a:cubicBezTo>
                  <a:cubicBezTo>
                    <a:pt x="17515" y="12486"/>
                    <a:pt x="17276" y="12319"/>
                    <a:pt x="17300" y="12224"/>
                  </a:cubicBezTo>
                  <a:cubicBezTo>
                    <a:pt x="17467" y="11605"/>
                    <a:pt x="18407" y="11569"/>
                    <a:pt x="18919" y="11557"/>
                  </a:cubicBezTo>
                  <a:cubicBezTo>
                    <a:pt x="18976" y="11556"/>
                    <a:pt x="19033" y="11555"/>
                    <a:pt x="19089" y="11555"/>
                  </a:cubicBezTo>
                  <a:cubicBezTo>
                    <a:pt x="19604" y="11555"/>
                    <a:pt x="20117" y="11605"/>
                    <a:pt x="20610" y="11712"/>
                  </a:cubicBezTo>
                  <a:lnTo>
                    <a:pt x="20753" y="11748"/>
                  </a:lnTo>
                  <a:cubicBezTo>
                    <a:pt x="20693" y="11438"/>
                    <a:pt x="20574" y="11141"/>
                    <a:pt x="20408" y="10890"/>
                  </a:cubicBezTo>
                  <a:cubicBezTo>
                    <a:pt x="20040" y="10373"/>
                    <a:pt x="19323" y="10247"/>
                    <a:pt x="18702" y="10247"/>
                  </a:cubicBezTo>
                  <a:cubicBezTo>
                    <a:pt x="18579" y="10247"/>
                    <a:pt x="18460" y="10252"/>
                    <a:pt x="18348" y="10259"/>
                  </a:cubicBezTo>
                  <a:cubicBezTo>
                    <a:pt x="17300" y="10319"/>
                    <a:pt x="16360" y="10831"/>
                    <a:pt x="15348" y="10974"/>
                  </a:cubicBezTo>
                  <a:cubicBezTo>
                    <a:pt x="15186" y="10997"/>
                    <a:pt x="15025" y="11010"/>
                    <a:pt x="14863" y="11010"/>
                  </a:cubicBezTo>
                  <a:cubicBezTo>
                    <a:pt x="14775" y="11010"/>
                    <a:pt x="14686" y="11006"/>
                    <a:pt x="14597" y="10998"/>
                  </a:cubicBezTo>
                  <a:cubicBezTo>
                    <a:pt x="14478" y="10998"/>
                    <a:pt x="14359" y="10938"/>
                    <a:pt x="14288" y="10843"/>
                  </a:cubicBezTo>
                  <a:cubicBezTo>
                    <a:pt x="14216" y="10736"/>
                    <a:pt x="14300" y="10557"/>
                    <a:pt x="14371" y="10474"/>
                  </a:cubicBezTo>
                  <a:cubicBezTo>
                    <a:pt x="14693" y="10117"/>
                    <a:pt x="15312" y="10057"/>
                    <a:pt x="15740" y="9914"/>
                  </a:cubicBezTo>
                  <a:cubicBezTo>
                    <a:pt x="16836" y="9569"/>
                    <a:pt x="17860" y="9021"/>
                    <a:pt x="18991" y="8771"/>
                  </a:cubicBezTo>
                  <a:cubicBezTo>
                    <a:pt x="19146" y="8735"/>
                    <a:pt x="19300" y="8700"/>
                    <a:pt x="19467" y="8688"/>
                  </a:cubicBezTo>
                  <a:cubicBezTo>
                    <a:pt x="19537" y="8670"/>
                    <a:pt x="19613" y="8659"/>
                    <a:pt x="19691" y="8659"/>
                  </a:cubicBezTo>
                  <a:cubicBezTo>
                    <a:pt x="19719" y="8659"/>
                    <a:pt x="19748" y="8661"/>
                    <a:pt x="19777" y="8664"/>
                  </a:cubicBezTo>
                  <a:cubicBezTo>
                    <a:pt x="19805" y="8669"/>
                    <a:pt x="19827" y="8671"/>
                    <a:pt x="19846" y="8671"/>
                  </a:cubicBezTo>
                  <a:cubicBezTo>
                    <a:pt x="20015" y="8671"/>
                    <a:pt x="19804" y="8487"/>
                    <a:pt x="19729" y="8390"/>
                  </a:cubicBezTo>
                  <a:cubicBezTo>
                    <a:pt x="19670" y="8295"/>
                    <a:pt x="19634" y="8200"/>
                    <a:pt x="19586" y="8116"/>
                  </a:cubicBezTo>
                  <a:cubicBezTo>
                    <a:pt x="19455" y="7890"/>
                    <a:pt x="19336" y="7652"/>
                    <a:pt x="19193" y="7438"/>
                  </a:cubicBezTo>
                  <a:cubicBezTo>
                    <a:pt x="18979" y="7081"/>
                    <a:pt x="18646" y="6819"/>
                    <a:pt x="18265" y="6664"/>
                  </a:cubicBezTo>
                  <a:cubicBezTo>
                    <a:pt x="18053" y="6589"/>
                    <a:pt x="17837" y="6557"/>
                    <a:pt x="17619" y="6557"/>
                  </a:cubicBezTo>
                  <a:cubicBezTo>
                    <a:pt x="16904" y="6557"/>
                    <a:pt x="16176" y="6904"/>
                    <a:pt x="15574" y="7223"/>
                  </a:cubicBezTo>
                  <a:cubicBezTo>
                    <a:pt x="14990" y="7533"/>
                    <a:pt x="14467" y="7902"/>
                    <a:pt x="13931" y="8271"/>
                  </a:cubicBezTo>
                  <a:cubicBezTo>
                    <a:pt x="13359" y="8652"/>
                    <a:pt x="12752" y="9069"/>
                    <a:pt x="12085" y="9247"/>
                  </a:cubicBezTo>
                  <a:cubicBezTo>
                    <a:pt x="12007" y="9270"/>
                    <a:pt x="11907" y="9292"/>
                    <a:pt x="11811" y="9292"/>
                  </a:cubicBezTo>
                  <a:cubicBezTo>
                    <a:pt x="11703" y="9292"/>
                    <a:pt x="11601" y="9264"/>
                    <a:pt x="11538" y="9176"/>
                  </a:cubicBezTo>
                  <a:cubicBezTo>
                    <a:pt x="11383" y="8950"/>
                    <a:pt x="11490" y="8688"/>
                    <a:pt x="11633" y="8497"/>
                  </a:cubicBezTo>
                  <a:cubicBezTo>
                    <a:pt x="12002" y="7938"/>
                    <a:pt x="12692" y="7581"/>
                    <a:pt x="13264" y="7283"/>
                  </a:cubicBezTo>
                  <a:cubicBezTo>
                    <a:pt x="13835" y="6973"/>
                    <a:pt x="14478" y="6723"/>
                    <a:pt x="15086" y="6461"/>
                  </a:cubicBezTo>
                  <a:cubicBezTo>
                    <a:pt x="15894" y="6113"/>
                    <a:pt x="16739" y="5792"/>
                    <a:pt x="17618" y="5792"/>
                  </a:cubicBezTo>
                  <a:cubicBezTo>
                    <a:pt x="17761" y="5792"/>
                    <a:pt x="17905" y="5800"/>
                    <a:pt x="18050" y="5818"/>
                  </a:cubicBezTo>
                  <a:cubicBezTo>
                    <a:pt x="18062" y="5830"/>
                    <a:pt x="18074" y="5830"/>
                    <a:pt x="18086" y="5830"/>
                  </a:cubicBezTo>
                  <a:lnTo>
                    <a:pt x="18157" y="5830"/>
                  </a:lnTo>
                  <a:cubicBezTo>
                    <a:pt x="18312" y="5830"/>
                    <a:pt x="18479" y="5854"/>
                    <a:pt x="18634" y="5902"/>
                  </a:cubicBezTo>
                  <a:cubicBezTo>
                    <a:pt x="18634" y="5902"/>
                    <a:pt x="18634" y="5902"/>
                    <a:pt x="18634" y="5902"/>
                  </a:cubicBezTo>
                  <a:cubicBezTo>
                    <a:pt x="18676" y="5902"/>
                    <a:pt x="17774" y="3959"/>
                    <a:pt x="16967" y="3330"/>
                  </a:cubicBezTo>
                  <a:cubicBezTo>
                    <a:pt x="16536" y="2991"/>
                    <a:pt x="16014" y="2816"/>
                    <a:pt x="15486" y="2816"/>
                  </a:cubicBezTo>
                  <a:cubicBezTo>
                    <a:pt x="15123" y="2816"/>
                    <a:pt x="14758" y="2898"/>
                    <a:pt x="14419" y="3068"/>
                  </a:cubicBezTo>
                  <a:cubicBezTo>
                    <a:pt x="13597" y="3449"/>
                    <a:pt x="12931" y="4128"/>
                    <a:pt x="12288" y="4747"/>
                  </a:cubicBezTo>
                  <a:cubicBezTo>
                    <a:pt x="11978" y="5045"/>
                    <a:pt x="11633" y="5318"/>
                    <a:pt x="11299" y="5604"/>
                  </a:cubicBezTo>
                  <a:cubicBezTo>
                    <a:pt x="10930" y="5914"/>
                    <a:pt x="10561" y="6247"/>
                    <a:pt x="10097" y="6414"/>
                  </a:cubicBezTo>
                  <a:cubicBezTo>
                    <a:pt x="9994" y="6448"/>
                    <a:pt x="9897" y="6501"/>
                    <a:pt x="9779" y="6501"/>
                  </a:cubicBezTo>
                  <a:cubicBezTo>
                    <a:pt x="9734" y="6501"/>
                    <a:pt x="9686" y="6493"/>
                    <a:pt x="9633" y="6473"/>
                  </a:cubicBezTo>
                  <a:lnTo>
                    <a:pt x="9621" y="6473"/>
                  </a:lnTo>
                  <a:cubicBezTo>
                    <a:pt x="9573" y="6426"/>
                    <a:pt x="9549" y="6354"/>
                    <a:pt x="9585" y="6295"/>
                  </a:cubicBezTo>
                  <a:cubicBezTo>
                    <a:pt x="9597" y="6247"/>
                    <a:pt x="9621" y="6188"/>
                    <a:pt x="9656" y="6152"/>
                  </a:cubicBezTo>
                  <a:cubicBezTo>
                    <a:pt x="9775" y="5985"/>
                    <a:pt x="9906" y="5842"/>
                    <a:pt x="10049" y="5711"/>
                  </a:cubicBezTo>
                  <a:cubicBezTo>
                    <a:pt x="10430" y="5342"/>
                    <a:pt x="10799" y="4973"/>
                    <a:pt x="11133" y="4580"/>
                  </a:cubicBezTo>
                  <a:cubicBezTo>
                    <a:pt x="11538" y="4092"/>
                    <a:pt x="11978" y="3640"/>
                    <a:pt x="12442" y="3211"/>
                  </a:cubicBezTo>
                  <a:cubicBezTo>
                    <a:pt x="12839" y="2877"/>
                    <a:pt x="13326" y="2534"/>
                    <a:pt x="13857" y="2534"/>
                  </a:cubicBezTo>
                  <a:cubicBezTo>
                    <a:pt x="13932" y="2534"/>
                    <a:pt x="14009" y="2541"/>
                    <a:pt x="14086" y="2556"/>
                  </a:cubicBezTo>
                  <a:cubicBezTo>
                    <a:pt x="14109" y="2556"/>
                    <a:pt x="13085" y="842"/>
                    <a:pt x="12181" y="604"/>
                  </a:cubicBezTo>
                  <a:cubicBezTo>
                    <a:pt x="12002" y="559"/>
                    <a:pt x="11825" y="538"/>
                    <a:pt x="11652" y="538"/>
                  </a:cubicBezTo>
                  <a:cubicBezTo>
                    <a:pt x="10950" y="538"/>
                    <a:pt x="10305" y="883"/>
                    <a:pt x="9799" y="1389"/>
                  </a:cubicBezTo>
                  <a:cubicBezTo>
                    <a:pt x="9228" y="1985"/>
                    <a:pt x="8930" y="2711"/>
                    <a:pt x="8668" y="3473"/>
                  </a:cubicBezTo>
                  <a:cubicBezTo>
                    <a:pt x="8537" y="3902"/>
                    <a:pt x="8371" y="4306"/>
                    <a:pt x="8180" y="4711"/>
                  </a:cubicBezTo>
                  <a:cubicBezTo>
                    <a:pt x="8013" y="5021"/>
                    <a:pt x="7799" y="5366"/>
                    <a:pt x="7442" y="5485"/>
                  </a:cubicBezTo>
                  <a:cubicBezTo>
                    <a:pt x="7392" y="5503"/>
                    <a:pt x="7346" y="5511"/>
                    <a:pt x="7305" y="5511"/>
                  </a:cubicBezTo>
                  <a:cubicBezTo>
                    <a:pt x="6699" y="5511"/>
                    <a:pt x="7004" y="3737"/>
                    <a:pt x="7049" y="3425"/>
                  </a:cubicBezTo>
                  <a:cubicBezTo>
                    <a:pt x="7132" y="2854"/>
                    <a:pt x="7287" y="2306"/>
                    <a:pt x="7513" y="1794"/>
                  </a:cubicBezTo>
                  <a:cubicBezTo>
                    <a:pt x="7870" y="1044"/>
                    <a:pt x="8466" y="532"/>
                    <a:pt x="9156" y="115"/>
                  </a:cubicBezTo>
                  <a:cubicBezTo>
                    <a:pt x="9178" y="101"/>
                    <a:pt x="8519" y="0"/>
                    <a:pt x="78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22"/>
            <p:cNvSpPr/>
            <p:nvPr/>
          </p:nvSpPr>
          <p:spPr>
            <a:xfrm>
              <a:off x="3725461" y="3677005"/>
              <a:ext cx="776094" cy="400382"/>
            </a:xfrm>
            <a:custGeom>
              <a:avLst/>
              <a:gdLst/>
              <a:ahLst/>
              <a:cxnLst/>
              <a:rect l="l" t="t" r="r" b="b"/>
              <a:pathLst>
                <a:path w="20888" h="10776" extrusionOk="0">
                  <a:moveTo>
                    <a:pt x="11530" y="0"/>
                  </a:moveTo>
                  <a:cubicBezTo>
                    <a:pt x="11077" y="477"/>
                    <a:pt x="10994" y="489"/>
                    <a:pt x="10613" y="977"/>
                  </a:cubicBezTo>
                  <a:cubicBezTo>
                    <a:pt x="10553" y="1036"/>
                    <a:pt x="10137" y="1751"/>
                    <a:pt x="10077" y="1786"/>
                  </a:cubicBezTo>
                  <a:cubicBezTo>
                    <a:pt x="9851" y="2227"/>
                    <a:pt x="9708" y="2548"/>
                    <a:pt x="9517" y="3001"/>
                  </a:cubicBezTo>
                  <a:cubicBezTo>
                    <a:pt x="9315" y="3489"/>
                    <a:pt x="9125" y="3977"/>
                    <a:pt x="8922" y="4465"/>
                  </a:cubicBezTo>
                  <a:cubicBezTo>
                    <a:pt x="8732" y="4894"/>
                    <a:pt x="8470" y="5287"/>
                    <a:pt x="8279" y="5703"/>
                  </a:cubicBezTo>
                  <a:cubicBezTo>
                    <a:pt x="7970" y="5608"/>
                    <a:pt x="7672" y="5513"/>
                    <a:pt x="7362" y="5430"/>
                  </a:cubicBezTo>
                  <a:cubicBezTo>
                    <a:pt x="7601" y="4930"/>
                    <a:pt x="7636" y="4287"/>
                    <a:pt x="7672" y="3775"/>
                  </a:cubicBezTo>
                  <a:cubicBezTo>
                    <a:pt x="7708" y="3072"/>
                    <a:pt x="7708" y="2382"/>
                    <a:pt x="7648" y="1691"/>
                  </a:cubicBezTo>
                  <a:cubicBezTo>
                    <a:pt x="7636" y="1524"/>
                    <a:pt x="7624" y="1358"/>
                    <a:pt x="7612" y="1191"/>
                  </a:cubicBezTo>
                  <a:cubicBezTo>
                    <a:pt x="7601" y="1227"/>
                    <a:pt x="7589" y="1274"/>
                    <a:pt x="7577" y="1310"/>
                  </a:cubicBezTo>
                  <a:cubicBezTo>
                    <a:pt x="7398" y="1941"/>
                    <a:pt x="7279" y="2584"/>
                    <a:pt x="7231" y="3239"/>
                  </a:cubicBezTo>
                  <a:cubicBezTo>
                    <a:pt x="7231" y="3632"/>
                    <a:pt x="7208" y="4025"/>
                    <a:pt x="7160" y="4406"/>
                  </a:cubicBezTo>
                  <a:cubicBezTo>
                    <a:pt x="7124" y="4727"/>
                    <a:pt x="7041" y="5025"/>
                    <a:pt x="7029" y="5334"/>
                  </a:cubicBezTo>
                  <a:cubicBezTo>
                    <a:pt x="6839" y="5287"/>
                    <a:pt x="6660" y="5239"/>
                    <a:pt x="6481" y="5191"/>
                  </a:cubicBezTo>
                  <a:cubicBezTo>
                    <a:pt x="6315" y="4382"/>
                    <a:pt x="5803" y="3620"/>
                    <a:pt x="5469" y="2870"/>
                  </a:cubicBezTo>
                  <a:cubicBezTo>
                    <a:pt x="5386" y="2691"/>
                    <a:pt x="5303" y="2501"/>
                    <a:pt x="5231" y="2310"/>
                  </a:cubicBezTo>
                  <a:lnTo>
                    <a:pt x="5231" y="2310"/>
                  </a:lnTo>
                  <a:cubicBezTo>
                    <a:pt x="5160" y="2513"/>
                    <a:pt x="5374" y="3441"/>
                    <a:pt x="5541" y="3751"/>
                  </a:cubicBezTo>
                  <a:cubicBezTo>
                    <a:pt x="5755" y="4156"/>
                    <a:pt x="5898" y="4703"/>
                    <a:pt x="6088" y="5108"/>
                  </a:cubicBezTo>
                  <a:cubicBezTo>
                    <a:pt x="4422" y="4727"/>
                    <a:pt x="1957" y="3822"/>
                    <a:pt x="493" y="2941"/>
                  </a:cubicBezTo>
                  <a:cubicBezTo>
                    <a:pt x="449" y="2915"/>
                    <a:pt x="405" y="2904"/>
                    <a:pt x="363" y="2904"/>
                  </a:cubicBezTo>
                  <a:cubicBezTo>
                    <a:pt x="154" y="2904"/>
                    <a:pt x="0" y="3185"/>
                    <a:pt x="219" y="3334"/>
                  </a:cubicBezTo>
                  <a:cubicBezTo>
                    <a:pt x="1540" y="4263"/>
                    <a:pt x="4029" y="5120"/>
                    <a:pt x="5588" y="5489"/>
                  </a:cubicBezTo>
                  <a:cubicBezTo>
                    <a:pt x="5791" y="5537"/>
                    <a:pt x="5981" y="5584"/>
                    <a:pt x="6184" y="5632"/>
                  </a:cubicBezTo>
                  <a:cubicBezTo>
                    <a:pt x="5827" y="6299"/>
                    <a:pt x="4410" y="7311"/>
                    <a:pt x="4291" y="7430"/>
                  </a:cubicBezTo>
                  <a:lnTo>
                    <a:pt x="4124" y="7620"/>
                  </a:lnTo>
                  <a:cubicBezTo>
                    <a:pt x="4422" y="7489"/>
                    <a:pt x="5874" y="6751"/>
                    <a:pt x="6529" y="5751"/>
                  </a:cubicBezTo>
                  <a:cubicBezTo>
                    <a:pt x="6696" y="5787"/>
                    <a:pt x="6767" y="5787"/>
                    <a:pt x="6934" y="5834"/>
                  </a:cubicBezTo>
                  <a:cubicBezTo>
                    <a:pt x="7017" y="6120"/>
                    <a:pt x="7053" y="6430"/>
                    <a:pt x="7041" y="6739"/>
                  </a:cubicBezTo>
                  <a:cubicBezTo>
                    <a:pt x="6981" y="7204"/>
                    <a:pt x="6874" y="7656"/>
                    <a:pt x="6708" y="8097"/>
                  </a:cubicBezTo>
                  <a:cubicBezTo>
                    <a:pt x="6469" y="8847"/>
                    <a:pt x="5934" y="10406"/>
                    <a:pt x="6077" y="10430"/>
                  </a:cubicBezTo>
                  <a:cubicBezTo>
                    <a:pt x="6267" y="10085"/>
                    <a:pt x="6458" y="9752"/>
                    <a:pt x="6636" y="9394"/>
                  </a:cubicBezTo>
                  <a:cubicBezTo>
                    <a:pt x="6958" y="8740"/>
                    <a:pt x="7196" y="8049"/>
                    <a:pt x="7327" y="7335"/>
                  </a:cubicBezTo>
                  <a:cubicBezTo>
                    <a:pt x="7386" y="6942"/>
                    <a:pt x="7458" y="6382"/>
                    <a:pt x="7327" y="5942"/>
                  </a:cubicBezTo>
                  <a:lnTo>
                    <a:pt x="7327" y="5942"/>
                  </a:lnTo>
                  <a:cubicBezTo>
                    <a:pt x="7660" y="6037"/>
                    <a:pt x="7993" y="6132"/>
                    <a:pt x="8327" y="6239"/>
                  </a:cubicBezTo>
                  <a:cubicBezTo>
                    <a:pt x="8803" y="7668"/>
                    <a:pt x="8875" y="10645"/>
                    <a:pt x="9006" y="10645"/>
                  </a:cubicBezTo>
                  <a:lnTo>
                    <a:pt x="9006" y="10371"/>
                  </a:lnTo>
                  <a:cubicBezTo>
                    <a:pt x="8982" y="9132"/>
                    <a:pt x="9196" y="7549"/>
                    <a:pt x="8696" y="6346"/>
                  </a:cubicBezTo>
                  <a:lnTo>
                    <a:pt x="8696" y="6346"/>
                  </a:lnTo>
                  <a:cubicBezTo>
                    <a:pt x="9256" y="6513"/>
                    <a:pt x="9815" y="6692"/>
                    <a:pt x="10375" y="6858"/>
                  </a:cubicBezTo>
                  <a:cubicBezTo>
                    <a:pt x="10375" y="6870"/>
                    <a:pt x="10387" y="6870"/>
                    <a:pt x="10387" y="6882"/>
                  </a:cubicBezTo>
                  <a:cubicBezTo>
                    <a:pt x="11101" y="8013"/>
                    <a:pt x="12113" y="10597"/>
                    <a:pt x="12268" y="10776"/>
                  </a:cubicBezTo>
                  <a:lnTo>
                    <a:pt x="12232" y="10656"/>
                  </a:lnTo>
                  <a:cubicBezTo>
                    <a:pt x="11970" y="9859"/>
                    <a:pt x="11768" y="9049"/>
                    <a:pt x="11530" y="8251"/>
                  </a:cubicBezTo>
                  <a:cubicBezTo>
                    <a:pt x="11434" y="7823"/>
                    <a:pt x="11268" y="7430"/>
                    <a:pt x="11041" y="7061"/>
                  </a:cubicBezTo>
                  <a:lnTo>
                    <a:pt x="11041" y="7061"/>
                  </a:lnTo>
                  <a:cubicBezTo>
                    <a:pt x="12006" y="7358"/>
                    <a:pt x="13208" y="7835"/>
                    <a:pt x="14173" y="8168"/>
                  </a:cubicBezTo>
                  <a:cubicBezTo>
                    <a:pt x="14732" y="8847"/>
                    <a:pt x="15816" y="10335"/>
                    <a:pt x="15959" y="10406"/>
                  </a:cubicBezTo>
                  <a:cubicBezTo>
                    <a:pt x="15661" y="9740"/>
                    <a:pt x="15328" y="8942"/>
                    <a:pt x="14851" y="8335"/>
                  </a:cubicBezTo>
                  <a:lnTo>
                    <a:pt x="14851" y="8335"/>
                  </a:lnTo>
                  <a:cubicBezTo>
                    <a:pt x="15244" y="8478"/>
                    <a:pt x="15649" y="8620"/>
                    <a:pt x="16030" y="8763"/>
                  </a:cubicBezTo>
                  <a:cubicBezTo>
                    <a:pt x="16899" y="9097"/>
                    <a:pt x="17757" y="9406"/>
                    <a:pt x="18638" y="9692"/>
                  </a:cubicBezTo>
                  <a:cubicBezTo>
                    <a:pt x="19388" y="9918"/>
                    <a:pt x="20043" y="10323"/>
                    <a:pt x="20840" y="10347"/>
                  </a:cubicBezTo>
                  <a:cubicBezTo>
                    <a:pt x="20888" y="10335"/>
                    <a:pt x="20888" y="10264"/>
                    <a:pt x="20840" y="10264"/>
                  </a:cubicBezTo>
                  <a:cubicBezTo>
                    <a:pt x="20019" y="10168"/>
                    <a:pt x="19328" y="9775"/>
                    <a:pt x="18602" y="9382"/>
                  </a:cubicBezTo>
                  <a:cubicBezTo>
                    <a:pt x="18054" y="9097"/>
                    <a:pt x="17483" y="8835"/>
                    <a:pt x="16899" y="8620"/>
                  </a:cubicBezTo>
                  <a:cubicBezTo>
                    <a:pt x="17042" y="8561"/>
                    <a:pt x="17173" y="8478"/>
                    <a:pt x="17316" y="8418"/>
                  </a:cubicBezTo>
                  <a:cubicBezTo>
                    <a:pt x="17685" y="8239"/>
                    <a:pt x="18054" y="8061"/>
                    <a:pt x="18435" y="7882"/>
                  </a:cubicBezTo>
                  <a:lnTo>
                    <a:pt x="18542" y="7835"/>
                  </a:lnTo>
                  <a:cubicBezTo>
                    <a:pt x="18533" y="7823"/>
                    <a:pt x="18505" y="7818"/>
                    <a:pt x="18460" y="7818"/>
                  </a:cubicBezTo>
                  <a:cubicBezTo>
                    <a:pt x="18093" y="7818"/>
                    <a:pt x="16647" y="8179"/>
                    <a:pt x="16233" y="8370"/>
                  </a:cubicBezTo>
                  <a:lnTo>
                    <a:pt x="16173" y="8347"/>
                  </a:lnTo>
                  <a:cubicBezTo>
                    <a:pt x="15292" y="8001"/>
                    <a:pt x="14387" y="7668"/>
                    <a:pt x="13494" y="7347"/>
                  </a:cubicBezTo>
                  <a:cubicBezTo>
                    <a:pt x="13899" y="7168"/>
                    <a:pt x="14280" y="6942"/>
                    <a:pt x="14649" y="6692"/>
                  </a:cubicBezTo>
                  <a:cubicBezTo>
                    <a:pt x="15161" y="6370"/>
                    <a:pt x="15649" y="6013"/>
                    <a:pt x="16149" y="5692"/>
                  </a:cubicBezTo>
                  <a:cubicBezTo>
                    <a:pt x="16411" y="5513"/>
                    <a:pt x="16673" y="5358"/>
                    <a:pt x="16935" y="5203"/>
                  </a:cubicBezTo>
                  <a:lnTo>
                    <a:pt x="16935" y="5203"/>
                  </a:lnTo>
                  <a:cubicBezTo>
                    <a:pt x="16792" y="5227"/>
                    <a:pt x="16661" y="5263"/>
                    <a:pt x="16518" y="5311"/>
                  </a:cubicBezTo>
                  <a:cubicBezTo>
                    <a:pt x="15911" y="5549"/>
                    <a:pt x="15304" y="5823"/>
                    <a:pt x="14732" y="6156"/>
                  </a:cubicBezTo>
                  <a:cubicBezTo>
                    <a:pt x="14137" y="6537"/>
                    <a:pt x="13399" y="6680"/>
                    <a:pt x="12851" y="7132"/>
                  </a:cubicBezTo>
                  <a:cubicBezTo>
                    <a:pt x="12244" y="6918"/>
                    <a:pt x="11625" y="6727"/>
                    <a:pt x="11006" y="6549"/>
                  </a:cubicBezTo>
                  <a:cubicBezTo>
                    <a:pt x="10720" y="6477"/>
                    <a:pt x="10434" y="6382"/>
                    <a:pt x="10160" y="6299"/>
                  </a:cubicBezTo>
                  <a:cubicBezTo>
                    <a:pt x="10672" y="5906"/>
                    <a:pt x="11065" y="5263"/>
                    <a:pt x="11542" y="4870"/>
                  </a:cubicBezTo>
                  <a:cubicBezTo>
                    <a:pt x="12220" y="4287"/>
                    <a:pt x="12935" y="3751"/>
                    <a:pt x="13649" y="3227"/>
                  </a:cubicBezTo>
                  <a:cubicBezTo>
                    <a:pt x="14030" y="2953"/>
                    <a:pt x="14387" y="2667"/>
                    <a:pt x="14756" y="2382"/>
                  </a:cubicBezTo>
                  <a:lnTo>
                    <a:pt x="14756" y="2382"/>
                  </a:lnTo>
                  <a:cubicBezTo>
                    <a:pt x="14554" y="2477"/>
                    <a:pt x="14363" y="2572"/>
                    <a:pt x="14173" y="2655"/>
                  </a:cubicBezTo>
                  <a:cubicBezTo>
                    <a:pt x="13982" y="2739"/>
                    <a:pt x="10803" y="4775"/>
                    <a:pt x="9648" y="6144"/>
                  </a:cubicBezTo>
                  <a:lnTo>
                    <a:pt x="8613" y="5811"/>
                  </a:lnTo>
                  <a:cubicBezTo>
                    <a:pt x="9053" y="5334"/>
                    <a:pt x="9291" y="4632"/>
                    <a:pt x="9517" y="4060"/>
                  </a:cubicBezTo>
                  <a:cubicBezTo>
                    <a:pt x="9887" y="3156"/>
                    <a:pt x="10268" y="2251"/>
                    <a:pt x="10720" y="1382"/>
                  </a:cubicBezTo>
                  <a:cubicBezTo>
                    <a:pt x="10958" y="905"/>
                    <a:pt x="11232" y="441"/>
                    <a:pt x="1153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22"/>
            <p:cNvSpPr/>
            <p:nvPr/>
          </p:nvSpPr>
          <p:spPr>
            <a:xfrm>
              <a:off x="3663670" y="2925337"/>
              <a:ext cx="951131" cy="365531"/>
            </a:xfrm>
            <a:custGeom>
              <a:avLst/>
              <a:gdLst/>
              <a:ahLst/>
              <a:cxnLst/>
              <a:rect l="l" t="t" r="r" b="b"/>
              <a:pathLst>
                <a:path w="25599" h="9838" extrusionOk="0">
                  <a:moveTo>
                    <a:pt x="11223" y="1"/>
                  </a:moveTo>
                  <a:cubicBezTo>
                    <a:pt x="6749" y="1"/>
                    <a:pt x="2924" y="1720"/>
                    <a:pt x="1" y="4705"/>
                  </a:cubicBezTo>
                  <a:cubicBezTo>
                    <a:pt x="1645" y="6904"/>
                    <a:pt x="6251" y="9838"/>
                    <a:pt x="12316" y="9838"/>
                  </a:cubicBezTo>
                  <a:cubicBezTo>
                    <a:pt x="16264" y="9838"/>
                    <a:pt x="20829" y="8595"/>
                    <a:pt x="25599" y="5098"/>
                  </a:cubicBezTo>
                  <a:cubicBezTo>
                    <a:pt x="20359" y="1568"/>
                    <a:pt x="15495" y="1"/>
                    <a:pt x="112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22"/>
            <p:cNvSpPr/>
            <p:nvPr/>
          </p:nvSpPr>
          <p:spPr>
            <a:xfrm>
              <a:off x="3663670" y="3080724"/>
              <a:ext cx="827739" cy="38864"/>
            </a:xfrm>
            <a:custGeom>
              <a:avLst/>
              <a:gdLst/>
              <a:ahLst/>
              <a:cxnLst/>
              <a:rect l="l" t="t" r="r" b="b"/>
              <a:pathLst>
                <a:path w="22278" h="1046" extrusionOk="0">
                  <a:moveTo>
                    <a:pt x="6457" y="1"/>
                  </a:moveTo>
                  <a:cubicBezTo>
                    <a:pt x="3102" y="1"/>
                    <a:pt x="830" y="168"/>
                    <a:pt x="1" y="523"/>
                  </a:cubicBezTo>
                  <a:cubicBezTo>
                    <a:pt x="982" y="894"/>
                    <a:pt x="3532" y="1045"/>
                    <a:pt x="7369" y="1045"/>
                  </a:cubicBezTo>
                  <a:cubicBezTo>
                    <a:pt x="11168" y="1045"/>
                    <a:pt x="16229" y="897"/>
                    <a:pt x="22277" y="666"/>
                  </a:cubicBezTo>
                  <a:cubicBezTo>
                    <a:pt x="15889" y="234"/>
                    <a:pt x="10418" y="1"/>
                    <a:pt x="645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22"/>
            <p:cNvSpPr/>
            <p:nvPr/>
          </p:nvSpPr>
          <p:spPr>
            <a:xfrm>
              <a:off x="3779561" y="3105432"/>
              <a:ext cx="58891" cy="85865"/>
            </a:xfrm>
            <a:custGeom>
              <a:avLst/>
              <a:gdLst/>
              <a:ahLst/>
              <a:cxnLst/>
              <a:rect l="l" t="t" r="r" b="b"/>
              <a:pathLst>
                <a:path w="1585" h="2311" extrusionOk="0">
                  <a:moveTo>
                    <a:pt x="1" y="1"/>
                  </a:moveTo>
                  <a:lnTo>
                    <a:pt x="1" y="1"/>
                  </a:lnTo>
                  <a:cubicBezTo>
                    <a:pt x="692" y="513"/>
                    <a:pt x="989" y="1632"/>
                    <a:pt x="513" y="2310"/>
                  </a:cubicBezTo>
                  <a:cubicBezTo>
                    <a:pt x="1584" y="1417"/>
                    <a:pt x="465" y="96"/>
                    <a:pt x="465" y="96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2642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22"/>
            <p:cNvSpPr/>
            <p:nvPr/>
          </p:nvSpPr>
          <p:spPr>
            <a:xfrm>
              <a:off x="3888391" y="3106324"/>
              <a:ext cx="71709" cy="133647"/>
            </a:xfrm>
            <a:custGeom>
              <a:avLst/>
              <a:gdLst/>
              <a:ahLst/>
              <a:cxnLst/>
              <a:rect l="l" t="t" r="r" b="b"/>
              <a:pathLst>
                <a:path w="1930" h="3597" extrusionOk="0">
                  <a:moveTo>
                    <a:pt x="691" y="0"/>
                  </a:moveTo>
                  <a:lnTo>
                    <a:pt x="1" y="12"/>
                  </a:lnTo>
                  <a:cubicBezTo>
                    <a:pt x="906" y="1298"/>
                    <a:pt x="965" y="2763"/>
                    <a:pt x="549" y="3596"/>
                  </a:cubicBezTo>
                  <a:cubicBezTo>
                    <a:pt x="1930" y="1834"/>
                    <a:pt x="691" y="0"/>
                    <a:pt x="691" y="0"/>
                  </a:cubicBezTo>
                  <a:close/>
                </a:path>
              </a:pathLst>
            </a:custGeom>
            <a:solidFill>
              <a:srgbClr val="2642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22"/>
            <p:cNvSpPr/>
            <p:nvPr/>
          </p:nvSpPr>
          <p:spPr>
            <a:xfrm>
              <a:off x="4026427" y="3104987"/>
              <a:ext cx="62420" cy="153970"/>
            </a:xfrm>
            <a:custGeom>
              <a:avLst/>
              <a:gdLst/>
              <a:ahLst/>
              <a:cxnLst/>
              <a:rect l="l" t="t" r="r" b="b"/>
              <a:pathLst>
                <a:path w="1680" h="4144" extrusionOk="0">
                  <a:moveTo>
                    <a:pt x="501" y="1"/>
                  </a:moveTo>
                  <a:cubicBezTo>
                    <a:pt x="334" y="1"/>
                    <a:pt x="167" y="13"/>
                    <a:pt x="1" y="48"/>
                  </a:cubicBezTo>
                  <a:cubicBezTo>
                    <a:pt x="1001" y="1167"/>
                    <a:pt x="1263" y="2763"/>
                    <a:pt x="691" y="4144"/>
                  </a:cubicBezTo>
                  <a:cubicBezTo>
                    <a:pt x="1679" y="2572"/>
                    <a:pt x="1227" y="739"/>
                    <a:pt x="5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22"/>
            <p:cNvSpPr/>
            <p:nvPr/>
          </p:nvSpPr>
          <p:spPr>
            <a:xfrm>
              <a:off x="4185678" y="3105841"/>
              <a:ext cx="60674" cy="143827"/>
            </a:xfrm>
            <a:custGeom>
              <a:avLst/>
              <a:gdLst/>
              <a:ahLst/>
              <a:cxnLst/>
              <a:rect l="l" t="t" r="r" b="b"/>
              <a:pathLst>
                <a:path w="1633" h="3871" extrusionOk="0">
                  <a:moveTo>
                    <a:pt x="372" y="1"/>
                  </a:moveTo>
                  <a:cubicBezTo>
                    <a:pt x="246" y="1"/>
                    <a:pt x="122" y="16"/>
                    <a:pt x="1" y="49"/>
                  </a:cubicBezTo>
                  <a:cubicBezTo>
                    <a:pt x="989" y="1478"/>
                    <a:pt x="1227" y="2228"/>
                    <a:pt x="715" y="3871"/>
                  </a:cubicBezTo>
                  <a:cubicBezTo>
                    <a:pt x="1632" y="2645"/>
                    <a:pt x="1203" y="561"/>
                    <a:pt x="668" y="25"/>
                  </a:cubicBezTo>
                  <a:cubicBezTo>
                    <a:pt x="569" y="10"/>
                    <a:pt x="470" y="1"/>
                    <a:pt x="37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22"/>
            <p:cNvSpPr/>
            <p:nvPr/>
          </p:nvSpPr>
          <p:spPr>
            <a:xfrm>
              <a:off x="4314871" y="3104095"/>
              <a:ext cx="42505" cy="98684"/>
            </a:xfrm>
            <a:custGeom>
              <a:avLst/>
              <a:gdLst/>
              <a:ahLst/>
              <a:cxnLst/>
              <a:rect l="l" t="t" r="r" b="b"/>
              <a:pathLst>
                <a:path w="1144" h="2656" extrusionOk="0">
                  <a:moveTo>
                    <a:pt x="1" y="1"/>
                  </a:moveTo>
                  <a:lnTo>
                    <a:pt x="1" y="1"/>
                  </a:lnTo>
                  <a:cubicBezTo>
                    <a:pt x="548" y="727"/>
                    <a:pt x="834" y="1739"/>
                    <a:pt x="596" y="2656"/>
                  </a:cubicBezTo>
                  <a:cubicBezTo>
                    <a:pt x="1144" y="1608"/>
                    <a:pt x="465" y="72"/>
                    <a:pt x="465" y="72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22"/>
            <p:cNvSpPr/>
            <p:nvPr/>
          </p:nvSpPr>
          <p:spPr>
            <a:xfrm>
              <a:off x="4425039" y="3105432"/>
              <a:ext cx="27012" cy="77468"/>
            </a:xfrm>
            <a:custGeom>
              <a:avLst/>
              <a:gdLst/>
              <a:ahLst/>
              <a:cxnLst/>
              <a:rect l="l" t="t" r="r" b="b"/>
              <a:pathLst>
                <a:path w="727" h="2085" extrusionOk="0">
                  <a:moveTo>
                    <a:pt x="0" y="1"/>
                  </a:moveTo>
                  <a:cubicBezTo>
                    <a:pt x="345" y="513"/>
                    <a:pt x="453" y="1382"/>
                    <a:pt x="238" y="2084"/>
                  </a:cubicBezTo>
                  <a:cubicBezTo>
                    <a:pt x="726" y="1334"/>
                    <a:pt x="286" y="1"/>
                    <a:pt x="28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22"/>
            <p:cNvSpPr/>
            <p:nvPr/>
          </p:nvSpPr>
          <p:spPr>
            <a:xfrm>
              <a:off x="3778706" y="3006783"/>
              <a:ext cx="59745" cy="85419"/>
            </a:xfrm>
            <a:custGeom>
              <a:avLst/>
              <a:gdLst/>
              <a:ahLst/>
              <a:cxnLst/>
              <a:rect l="l" t="t" r="r" b="b"/>
              <a:pathLst>
                <a:path w="1608" h="2299" extrusionOk="0">
                  <a:moveTo>
                    <a:pt x="548" y="0"/>
                  </a:moveTo>
                  <a:cubicBezTo>
                    <a:pt x="1012" y="679"/>
                    <a:pt x="703" y="1798"/>
                    <a:pt x="0" y="2298"/>
                  </a:cubicBezTo>
                  <a:lnTo>
                    <a:pt x="476" y="2215"/>
                  </a:lnTo>
                  <a:cubicBezTo>
                    <a:pt x="476" y="2215"/>
                    <a:pt x="1607" y="917"/>
                    <a:pt x="548" y="0"/>
                  </a:cubicBezTo>
                  <a:close/>
                </a:path>
              </a:pathLst>
            </a:custGeom>
            <a:solidFill>
              <a:srgbClr val="2642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22"/>
            <p:cNvSpPr/>
            <p:nvPr/>
          </p:nvSpPr>
          <p:spPr>
            <a:xfrm>
              <a:off x="3887537" y="2959892"/>
              <a:ext cx="72564" cy="134055"/>
            </a:xfrm>
            <a:custGeom>
              <a:avLst/>
              <a:gdLst/>
              <a:ahLst/>
              <a:cxnLst/>
              <a:rect l="l" t="t" r="r" b="b"/>
              <a:pathLst>
                <a:path w="1953" h="3608" extrusionOk="0">
                  <a:moveTo>
                    <a:pt x="607" y="0"/>
                  </a:moveTo>
                  <a:lnTo>
                    <a:pt x="607" y="0"/>
                  </a:lnTo>
                  <a:cubicBezTo>
                    <a:pt x="1012" y="834"/>
                    <a:pt x="929" y="2310"/>
                    <a:pt x="0" y="3572"/>
                  </a:cubicBezTo>
                  <a:lnTo>
                    <a:pt x="691" y="3608"/>
                  </a:lnTo>
                  <a:cubicBezTo>
                    <a:pt x="691" y="3608"/>
                    <a:pt x="1953" y="1786"/>
                    <a:pt x="607" y="0"/>
                  </a:cubicBezTo>
                  <a:close/>
                </a:path>
              </a:pathLst>
            </a:custGeom>
            <a:solidFill>
              <a:srgbClr val="2642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22"/>
            <p:cNvSpPr/>
            <p:nvPr/>
          </p:nvSpPr>
          <p:spPr>
            <a:xfrm>
              <a:off x="4025535" y="2943060"/>
              <a:ext cx="63758" cy="153673"/>
            </a:xfrm>
            <a:custGeom>
              <a:avLst/>
              <a:gdLst/>
              <a:ahLst/>
              <a:cxnLst/>
              <a:rect l="l" t="t" r="r" b="b"/>
              <a:pathLst>
                <a:path w="1716" h="4136" extrusionOk="0">
                  <a:moveTo>
                    <a:pt x="751" y="1"/>
                  </a:moveTo>
                  <a:lnTo>
                    <a:pt x="751" y="1"/>
                  </a:lnTo>
                  <a:cubicBezTo>
                    <a:pt x="1311" y="1394"/>
                    <a:pt x="1013" y="2978"/>
                    <a:pt x="1" y="4085"/>
                  </a:cubicBezTo>
                  <a:cubicBezTo>
                    <a:pt x="138" y="4114"/>
                    <a:pt x="275" y="4136"/>
                    <a:pt x="412" y="4136"/>
                  </a:cubicBezTo>
                  <a:cubicBezTo>
                    <a:pt x="442" y="4136"/>
                    <a:pt x="471" y="4135"/>
                    <a:pt x="501" y="4132"/>
                  </a:cubicBezTo>
                  <a:cubicBezTo>
                    <a:pt x="1239" y="3406"/>
                    <a:pt x="1715" y="1584"/>
                    <a:pt x="75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22"/>
            <p:cNvSpPr/>
            <p:nvPr/>
          </p:nvSpPr>
          <p:spPr>
            <a:xfrm>
              <a:off x="4184378" y="2955025"/>
              <a:ext cx="62383" cy="143678"/>
            </a:xfrm>
            <a:custGeom>
              <a:avLst/>
              <a:gdLst/>
              <a:ahLst/>
              <a:cxnLst/>
              <a:rect l="l" t="t" r="r" b="b"/>
              <a:pathLst>
                <a:path w="1679" h="3867" extrusionOk="0">
                  <a:moveTo>
                    <a:pt x="786" y="0"/>
                  </a:moveTo>
                  <a:cubicBezTo>
                    <a:pt x="1274" y="1643"/>
                    <a:pt x="1024" y="2394"/>
                    <a:pt x="0" y="3810"/>
                  </a:cubicBezTo>
                  <a:cubicBezTo>
                    <a:pt x="134" y="3848"/>
                    <a:pt x="273" y="3866"/>
                    <a:pt x="413" y="3866"/>
                  </a:cubicBezTo>
                  <a:cubicBezTo>
                    <a:pt x="497" y="3866"/>
                    <a:pt x="582" y="3860"/>
                    <a:pt x="667" y="3846"/>
                  </a:cubicBezTo>
                  <a:cubicBezTo>
                    <a:pt x="1215" y="3310"/>
                    <a:pt x="1679" y="1239"/>
                    <a:pt x="78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22"/>
            <p:cNvSpPr/>
            <p:nvPr/>
          </p:nvSpPr>
          <p:spPr>
            <a:xfrm>
              <a:off x="4313533" y="3003699"/>
              <a:ext cx="43843" cy="98684"/>
            </a:xfrm>
            <a:custGeom>
              <a:avLst/>
              <a:gdLst/>
              <a:ahLst/>
              <a:cxnLst/>
              <a:rect l="l" t="t" r="r" b="b"/>
              <a:pathLst>
                <a:path w="1180" h="2656" extrusionOk="0">
                  <a:moveTo>
                    <a:pt x="644" y="0"/>
                  </a:moveTo>
                  <a:cubicBezTo>
                    <a:pt x="882" y="929"/>
                    <a:pt x="572" y="1941"/>
                    <a:pt x="1" y="2655"/>
                  </a:cubicBezTo>
                  <a:lnTo>
                    <a:pt x="477" y="2596"/>
                  </a:lnTo>
                  <a:cubicBezTo>
                    <a:pt x="477" y="2596"/>
                    <a:pt x="1180" y="1072"/>
                    <a:pt x="64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22"/>
            <p:cNvSpPr/>
            <p:nvPr/>
          </p:nvSpPr>
          <p:spPr>
            <a:xfrm>
              <a:off x="4424147" y="3025807"/>
              <a:ext cx="27903" cy="77431"/>
            </a:xfrm>
            <a:custGeom>
              <a:avLst/>
              <a:gdLst/>
              <a:ahLst/>
              <a:cxnLst/>
              <a:rect l="l" t="t" r="r" b="b"/>
              <a:pathLst>
                <a:path w="751" h="2084" extrusionOk="0">
                  <a:moveTo>
                    <a:pt x="262" y="0"/>
                  </a:moveTo>
                  <a:cubicBezTo>
                    <a:pt x="465" y="691"/>
                    <a:pt x="346" y="1572"/>
                    <a:pt x="0" y="2072"/>
                  </a:cubicBezTo>
                  <a:lnTo>
                    <a:pt x="286" y="2084"/>
                  </a:lnTo>
                  <a:cubicBezTo>
                    <a:pt x="286" y="2084"/>
                    <a:pt x="750" y="739"/>
                    <a:pt x="26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22"/>
            <p:cNvSpPr/>
            <p:nvPr/>
          </p:nvSpPr>
          <p:spPr>
            <a:xfrm>
              <a:off x="1177881" y="2025118"/>
              <a:ext cx="770223" cy="1093583"/>
            </a:xfrm>
            <a:custGeom>
              <a:avLst/>
              <a:gdLst/>
              <a:ahLst/>
              <a:cxnLst/>
              <a:rect l="l" t="t" r="r" b="b"/>
              <a:pathLst>
                <a:path w="20730" h="29433" extrusionOk="0">
                  <a:moveTo>
                    <a:pt x="465" y="1"/>
                  </a:moveTo>
                  <a:cubicBezTo>
                    <a:pt x="0" y="17443"/>
                    <a:pt x="7775" y="27159"/>
                    <a:pt x="18538" y="29433"/>
                  </a:cubicBezTo>
                  <a:cubicBezTo>
                    <a:pt x="20729" y="23706"/>
                    <a:pt x="19312" y="7359"/>
                    <a:pt x="4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22"/>
            <p:cNvSpPr/>
            <p:nvPr/>
          </p:nvSpPr>
          <p:spPr>
            <a:xfrm>
              <a:off x="1273855" y="2171996"/>
              <a:ext cx="592845" cy="946709"/>
            </a:xfrm>
            <a:custGeom>
              <a:avLst/>
              <a:gdLst/>
              <a:ahLst/>
              <a:cxnLst/>
              <a:rect l="l" t="t" r="r" b="b"/>
              <a:pathLst>
                <a:path w="15956" h="25480" extrusionOk="0">
                  <a:moveTo>
                    <a:pt x="1" y="0"/>
                  </a:moveTo>
                  <a:lnTo>
                    <a:pt x="1" y="0"/>
                  </a:lnTo>
                  <a:cubicBezTo>
                    <a:pt x="7621" y="14014"/>
                    <a:pt x="13776" y="23980"/>
                    <a:pt x="15955" y="25480"/>
                  </a:cubicBezTo>
                  <a:cubicBezTo>
                    <a:pt x="15396" y="22717"/>
                    <a:pt x="9335" y="13526"/>
                    <a:pt x="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22"/>
            <p:cNvSpPr/>
            <p:nvPr/>
          </p:nvSpPr>
          <p:spPr>
            <a:xfrm>
              <a:off x="1780406" y="2895760"/>
              <a:ext cx="92479" cy="87166"/>
            </a:xfrm>
            <a:custGeom>
              <a:avLst/>
              <a:gdLst/>
              <a:ahLst/>
              <a:cxnLst/>
              <a:rect l="l" t="t" r="r" b="b"/>
              <a:pathLst>
                <a:path w="2489" h="2346" extrusionOk="0">
                  <a:moveTo>
                    <a:pt x="1915" y="1"/>
                  </a:moveTo>
                  <a:cubicBezTo>
                    <a:pt x="542" y="1"/>
                    <a:pt x="1" y="1738"/>
                    <a:pt x="1" y="1738"/>
                  </a:cubicBezTo>
                  <a:lnTo>
                    <a:pt x="239" y="2346"/>
                  </a:lnTo>
                  <a:cubicBezTo>
                    <a:pt x="320" y="1219"/>
                    <a:pt x="1341" y="93"/>
                    <a:pt x="2408" y="93"/>
                  </a:cubicBezTo>
                  <a:cubicBezTo>
                    <a:pt x="2435" y="93"/>
                    <a:pt x="2462" y="94"/>
                    <a:pt x="2489" y="95"/>
                  </a:cubicBezTo>
                  <a:cubicBezTo>
                    <a:pt x="2284" y="30"/>
                    <a:pt x="2093" y="1"/>
                    <a:pt x="1915" y="1"/>
                  </a:cubicBezTo>
                  <a:close/>
                </a:path>
              </a:pathLst>
            </a:custGeom>
            <a:solidFill>
              <a:srgbClr val="2642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22"/>
            <p:cNvSpPr/>
            <p:nvPr/>
          </p:nvSpPr>
          <p:spPr>
            <a:xfrm>
              <a:off x="1692829" y="2737475"/>
              <a:ext cx="156200" cy="120679"/>
            </a:xfrm>
            <a:custGeom>
              <a:avLst/>
              <a:gdLst/>
              <a:ahLst/>
              <a:cxnLst/>
              <a:rect l="l" t="t" r="r" b="b"/>
              <a:pathLst>
                <a:path w="4204" h="3248" extrusionOk="0">
                  <a:moveTo>
                    <a:pt x="3767" y="0"/>
                  </a:moveTo>
                  <a:cubicBezTo>
                    <a:pt x="1075" y="0"/>
                    <a:pt x="0" y="2462"/>
                    <a:pt x="0" y="2462"/>
                  </a:cubicBezTo>
                  <a:lnTo>
                    <a:pt x="512" y="3248"/>
                  </a:lnTo>
                  <a:cubicBezTo>
                    <a:pt x="1322" y="1283"/>
                    <a:pt x="2953" y="152"/>
                    <a:pt x="4203" y="21"/>
                  </a:cubicBezTo>
                  <a:cubicBezTo>
                    <a:pt x="4053" y="7"/>
                    <a:pt x="3908" y="0"/>
                    <a:pt x="3767" y="0"/>
                  </a:cubicBezTo>
                  <a:close/>
                </a:path>
              </a:pathLst>
            </a:custGeom>
            <a:solidFill>
              <a:srgbClr val="2642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22"/>
            <p:cNvSpPr/>
            <p:nvPr/>
          </p:nvSpPr>
          <p:spPr>
            <a:xfrm>
              <a:off x="1596371" y="2561727"/>
              <a:ext cx="170356" cy="138960"/>
            </a:xfrm>
            <a:custGeom>
              <a:avLst/>
              <a:gdLst/>
              <a:ahLst/>
              <a:cxnLst/>
              <a:rect l="l" t="t" r="r" b="b"/>
              <a:pathLst>
                <a:path w="4585" h="3740" extrusionOk="0">
                  <a:moveTo>
                    <a:pt x="4585" y="1"/>
                  </a:moveTo>
                  <a:cubicBezTo>
                    <a:pt x="2084" y="1"/>
                    <a:pt x="322" y="1846"/>
                    <a:pt x="1" y="3204"/>
                  </a:cubicBezTo>
                  <a:cubicBezTo>
                    <a:pt x="120" y="3394"/>
                    <a:pt x="251" y="3585"/>
                    <a:pt x="417" y="3739"/>
                  </a:cubicBezTo>
                  <a:cubicBezTo>
                    <a:pt x="977" y="1799"/>
                    <a:pt x="2596" y="334"/>
                    <a:pt x="4585" y="1"/>
                  </a:cubicBezTo>
                  <a:close/>
                </a:path>
              </a:pathLst>
            </a:custGeom>
            <a:solidFill>
              <a:srgbClr val="2642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22"/>
            <p:cNvSpPr/>
            <p:nvPr/>
          </p:nvSpPr>
          <p:spPr>
            <a:xfrm>
              <a:off x="1479143" y="2385793"/>
              <a:ext cx="161067" cy="133498"/>
            </a:xfrm>
            <a:custGeom>
              <a:avLst/>
              <a:gdLst/>
              <a:ahLst/>
              <a:cxnLst/>
              <a:rect l="l" t="t" r="r" b="b"/>
              <a:pathLst>
                <a:path w="4335" h="3593" extrusionOk="0">
                  <a:moveTo>
                    <a:pt x="4106" y="0"/>
                  </a:moveTo>
                  <a:cubicBezTo>
                    <a:pt x="2136" y="0"/>
                    <a:pt x="218" y="1880"/>
                    <a:pt x="0" y="2855"/>
                  </a:cubicBezTo>
                  <a:cubicBezTo>
                    <a:pt x="120" y="3128"/>
                    <a:pt x="286" y="3390"/>
                    <a:pt x="512" y="3593"/>
                  </a:cubicBezTo>
                  <a:cubicBezTo>
                    <a:pt x="1417" y="1426"/>
                    <a:pt x="2108" y="604"/>
                    <a:pt x="4334" y="9"/>
                  </a:cubicBezTo>
                  <a:cubicBezTo>
                    <a:pt x="4258" y="3"/>
                    <a:pt x="4182" y="0"/>
                    <a:pt x="410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22"/>
            <p:cNvSpPr/>
            <p:nvPr/>
          </p:nvSpPr>
          <p:spPr>
            <a:xfrm>
              <a:off x="1390674" y="2277706"/>
              <a:ext cx="106189" cy="96937"/>
            </a:xfrm>
            <a:custGeom>
              <a:avLst/>
              <a:gdLst/>
              <a:ahLst/>
              <a:cxnLst/>
              <a:rect l="l" t="t" r="r" b="b"/>
              <a:pathLst>
                <a:path w="2858" h="2609" extrusionOk="0">
                  <a:moveTo>
                    <a:pt x="2858" y="1"/>
                  </a:moveTo>
                  <a:lnTo>
                    <a:pt x="2858" y="1"/>
                  </a:lnTo>
                  <a:cubicBezTo>
                    <a:pt x="1262" y="132"/>
                    <a:pt x="0" y="2013"/>
                    <a:pt x="0" y="2013"/>
                  </a:cubicBezTo>
                  <a:lnTo>
                    <a:pt x="262" y="2608"/>
                  </a:lnTo>
                  <a:cubicBezTo>
                    <a:pt x="691" y="1454"/>
                    <a:pt x="1631" y="382"/>
                    <a:pt x="285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22"/>
            <p:cNvSpPr/>
            <p:nvPr/>
          </p:nvSpPr>
          <p:spPr>
            <a:xfrm>
              <a:off x="1313687" y="2182140"/>
              <a:ext cx="89841" cy="65987"/>
            </a:xfrm>
            <a:custGeom>
              <a:avLst/>
              <a:gdLst/>
              <a:ahLst/>
              <a:cxnLst/>
              <a:rect l="l" t="t" r="r" b="b"/>
              <a:pathLst>
                <a:path w="2418" h="1776" extrusionOk="0">
                  <a:moveTo>
                    <a:pt x="2389" y="1"/>
                  </a:moveTo>
                  <a:cubicBezTo>
                    <a:pt x="1207" y="1"/>
                    <a:pt x="1" y="1454"/>
                    <a:pt x="1" y="1454"/>
                  </a:cubicBezTo>
                  <a:lnTo>
                    <a:pt x="227" y="1775"/>
                  </a:lnTo>
                  <a:cubicBezTo>
                    <a:pt x="560" y="1013"/>
                    <a:pt x="1477" y="263"/>
                    <a:pt x="2417" y="1"/>
                  </a:cubicBezTo>
                  <a:cubicBezTo>
                    <a:pt x="2408" y="1"/>
                    <a:pt x="2398" y="1"/>
                    <a:pt x="238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22"/>
            <p:cNvSpPr/>
            <p:nvPr/>
          </p:nvSpPr>
          <p:spPr>
            <a:xfrm>
              <a:off x="1663178" y="2974792"/>
              <a:ext cx="111948" cy="57256"/>
            </a:xfrm>
            <a:custGeom>
              <a:avLst/>
              <a:gdLst/>
              <a:ahLst/>
              <a:cxnLst/>
              <a:rect l="l" t="t" r="r" b="b"/>
              <a:pathLst>
                <a:path w="3013" h="1541" extrusionOk="0">
                  <a:moveTo>
                    <a:pt x="2135" y="1"/>
                  </a:moveTo>
                  <a:cubicBezTo>
                    <a:pt x="1451" y="1"/>
                    <a:pt x="190" y="188"/>
                    <a:pt x="0" y="1540"/>
                  </a:cubicBezTo>
                  <a:cubicBezTo>
                    <a:pt x="319" y="788"/>
                    <a:pt x="1230" y="338"/>
                    <a:pt x="2122" y="338"/>
                  </a:cubicBezTo>
                  <a:cubicBezTo>
                    <a:pt x="2430" y="338"/>
                    <a:pt x="2735" y="391"/>
                    <a:pt x="3013" y="504"/>
                  </a:cubicBezTo>
                  <a:lnTo>
                    <a:pt x="2572" y="28"/>
                  </a:lnTo>
                  <a:cubicBezTo>
                    <a:pt x="2572" y="28"/>
                    <a:pt x="2396" y="1"/>
                    <a:pt x="2135" y="1"/>
                  </a:cubicBezTo>
                  <a:close/>
                </a:path>
              </a:pathLst>
            </a:custGeom>
            <a:solidFill>
              <a:srgbClr val="2642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22"/>
            <p:cNvSpPr/>
            <p:nvPr/>
          </p:nvSpPr>
          <p:spPr>
            <a:xfrm>
              <a:off x="1529118" y="2839097"/>
              <a:ext cx="168164" cy="100467"/>
            </a:xfrm>
            <a:custGeom>
              <a:avLst/>
              <a:gdLst/>
              <a:ahLst/>
              <a:cxnLst/>
              <a:rect l="l" t="t" r="r" b="b"/>
              <a:pathLst>
                <a:path w="4526" h="2704" extrusionOk="0">
                  <a:moveTo>
                    <a:pt x="3976" y="0"/>
                  </a:moveTo>
                  <a:cubicBezTo>
                    <a:pt x="3549" y="0"/>
                    <a:pt x="982" y="110"/>
                    <a:pt x="1" y="2704"/>
                  </a:cubicBezTo>
                  <a:cubicBezTo>
                    <a:pt x="626" y="1699"/>
                    <a:pt x="2183" y="799"/>
                    <a:pt x="4133" y="799"/>
                  </a:cubicBezTo>
                  <a:cubicBezTo>
                    <a:pt x="4262" y="799"/>
                    <a:pt x="4393" y="802"/>
                    <a:pt x="4525" y="811"/>
                  </a:cubicBezTo>
                  <a:lnTo>
                    <a:pt x="4037" y="1"/>
                  </a:lnTo>
                  <a:cubicBezTo>
                    <a:pt x="4037" y="1"/>
                    <a:pt x="4016" y="0"/>
                    <a:pt x="3976" y="0"/>
                  </a:cubicBezTo>
                  <a:close/>
                </a:path>
              </a:pathLst>
            </a:custGeom>
            <a:solidFill>
              <a:srgbClr val="2642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22"/>
            <p:cNvSpPr/>
            <p:nvPr/>
          </p:nvSpPr>
          <p:spPr>
            <a:xfrm>
              <a:off x="1406131" y="2685383"/>
              <a:ext cx="192946" cy="102882"/>
            </a:xfrm>
            <a:custGeom>
              <a:avLst/>
              <a:gdLst/>
              <a:ahLst/>
              <a:cxnLst/>
              <a:rect l="l" t="t" r="r" b="b"/>
              <a:pathLst>
                <a:path w="5193" h="2769" extrusionOk="0">
                  <a:moveTo>
                    <a:pt x="4271" y="1"/>
                  </a:moveTo>
                  <a:cubicBezTo>
                    <a:pt x="2885" y="1"/>
                    <a:pt x="954" y="843"/>
                    <a:pt x="1" y="2769"/>
                  </a:cubicBezTo>
                  <a:cubicBezTo>
                    <a:pt x="1005" y="1383"/>
                    <a:pt x="2594" y="590"/>
                    <a:pt x="4260" y="590"/>
                  </a:cubicBezTo>
                  <a:cubicBezTo>
                    <a:pt x="4569" y="590"/>
                    <a:pt x="4881" y="617"/>
                    <a:pt x="5192" y="673"/>
                  </a:cubicBezTo>
                  <a:cubicBezTo>
                    <a:pt x="5121" y="447"/>
                    <a:pt x="5025" y="245"/>
                    <a:pt x="4894" y="66"/>
                  </a:cubicBezTo>
                  <a:cubicBezTo>
                    <a:pt x="4705" y="23"/>
                    <a:pt x="4495" y="1"/>
                    <a:pt x="4271" y="1"/>
                  </a:cubicBezTo>
                  <a:close/>
                </a:path>
              </a:pathLst>
            </a:custGeom>
            <a:solidFill>
              <a:srgbClr val="2642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22"/>
            <p:cNvSpPr/>
            <p:nvPr/>
          </p:nvSpPr>
          <p:spPr>
            <a:xfrm>
              <a:off x="1303952" y="2497707"/>
              <a:ext cx="181874" cy="99910"/>
            </a:xfrm>
            <a:custGeom>
              <a:avLst/>
              <a:gdLst/>
              <a:ahLst/>
              <a:cxnLst/>
              <a:rect l="l" t="t" r="r" b="b"/>
              <a:pathLst>
                <a:path w="4895" h="2689" extrusionOk="0">
                  <a:moveTo>
                    <a:pt x="4131" y="1"/>
                  </a:moveTo>
                  <a:cubicBezTo>
                    <a:pt x="2955" y="1"/>
                    <a:pt x="689" y="955"/>
                    <a:pt x="1" y="2688"/>
                  </a:cubicBezTo>
                  <a:cubicBezTo>
                    <a:pt x="1289" y="1209"/>
                    <a:pt x="2228" y="793"/>
                    <a:pt x="3897" y="793"/>
                  </a:cubicBezTo>
                  <a:cubicBezTo>
                    <a:pt x="4202" y="793"/>
                    <a:pt x="4533" y="807"/>
                    <a:pt x="4894" y="831"/>
                  </a:cubicBezTo>
                  <a:cubicBezTo>
                    <a:pt x="4823" y="533"/>
                    <a:pt x="4668" y="259"/>
                    <a:pt x="4465" y="33"/>
                  </a:cubicBezTo>
                  <a:cubicBezTo>
                    <a:pt x="4368" y="11"/>
                    <a:pt x="4256" y="1"/>
                    <a:pt x="413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22"/>
            <p:cNvSpPr/>
            <p:nvPr/>
          </p:nvSpPr>
          <p:spPr>
            <a:xfrm>
              <a:off x="1269879" y="2358669"/>
              <a:ext cx="129225" cy="62420"/>
            </a:xfrm>
            <a:custGeom>
              <a:avLst/>
              <a:gdLst/>
              <a:ahLst/>
              <a:cxnLst/>
              <a:rect l="l" t="t" r="r" b="b"/>
              <a:pathLst>
                <a:path w="3478" h="1680" extrusionOk="0">
                  <a:moveTo>
                    <a:pt x="3061" y="1"/>
                  </a:moveTo>
                  <a:cubicBezTo>
                    <a:pt x="3061" y="1"/>
                    <a:pt x="822" y="310"/>
                    <a:pt x="1" y="1680"/>
                  </a:cubicBezTo>
                  <a:cubicBezTo>
                    <a:pt x="772" y="867"/>
                    <a:pt x="1917" y="464"/>
                    <a:pt x="3013" y="464"/>
                  </a:cubicBezTo>
                  <a:cubicBezTo>
                    <a:pt x="3169" y="464"/>
                    <a:pt x="3324" y="473"/>
                    <a:pt x="3477" y="489"/>
                  </a:cubicBezTo>
                  <a:lnTo>
                    <a:pt x="306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22"/>
            <p:cNvSpPr/>
            <p:nvPr/>
          </p:nvSpPr>
          <p:spPr>
            <a:xfrm>
              <a:off x="1224772" y="2238357"/>
              <a:ext cx="95154" cy="57107"/>
            </a:xfrm>
            <a:custGeom>
              <a:avLst/>
              <a:gdLst/>
              <a:ahLst/>
              <a:cxnLst/>
              <a:rect l="l" t="t" r="r" b="b"/>
              <a:pathLst>
                <a:path w="2561" h="1537" extrusionOk="0">
                  <a:moveTo>
                    <a:pt x="2370" y="0"/>
                  </a:moveTo>
                  <a:cubicBezTo>
                    <a:pt x="2370" y="0"/>
                    <a:pt x="500" y="441"/>
                    <a:pt x="0" y="1536"/>
                  </a:cubicBezTo>
                  <a:cubicBezTo>
                    <a:pt x="622" y="834"/>
                    <a:pt x="1656" y="332"/>
                    <a:pt x="2477" y="332"/>
                  </a:cubicBezTo>
                  <a:cubicBezTo>
                    <a:pt x="2505" y="332"/>
                    <a:pt x="2533" y="333"/>
                    <a:pt x="2560" y="334"/>
                  </a:cubicBezTo>
                  <a:lnTo>
                    <a:pt x="237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22"/>
            <p:cNvSpPr/>
            <p:nvPr/>
          </p:nvSpPr>
          <p:spPr>
            <a:xfrm>
              <a:off x="968617" y="3817753"/>
              <a:ext cx="883472" cy="636539"/>
            </a:xfrm>
            <a:custGeom>
              <a:avLst/>
              <a:gdLst/>
              <a:ahLst/>
              <a:cxnLst/>
              <a:rect l="l" t="t" r="r" b="b"/>
              <a:pathLst>
                <a:path w="23778" h="17132" extrusionOk="0">
                  <a:moveTo>
                    <a:pt x="20549" y="1"/>
                  </a:moveTo>
                  <a:cubicBezTo>
                    <a:pt x="14409" y="1"/>
                    <a:pt x="4308" y="3707"/>
                    <a:pt x="1" y="17132"/>
                  </a:cubicBezTo>
                  <a:cubicBezTo>
                    <a:pt x="14669" y="16608"/>
                    <a:pt x="22408" y="9571"/>
                    <a:pt x="23777" y="427"/>
                  </a:cubicBezTo>
                  <a:cubicBezTo>
                    <a:pt x="22931" y="161"/>
                    <a:pt x="21826" y="1"/>
                    <a:pt x="205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22"/>
            <p:cNvSpPr/>
            <p:nvPr/>
          </p:nvSpPr>
          <p:spPr>
            <a:xfrm>
              <a:off x="1088074" y="3833618"/>
              <a:ext cx="764018" cy="546364"/>
            </a:xfrm>
            <a:custGeom>
              <a:avLst/>
              <a:gdLst/>
              <a:ahLst/>
              <a:cxnLst/>
              <a:rect l="l" t="t" r="r" b="b"/>
              <a:pathLst>
                <a:path w="20563" h="14705" extrusionOk="0">
                  <a:moveTo>
                    <a:pt x="20562" y="0"/>
                  </a:moveTo>
                  <a:cubicBezTo>
                    <a:pt x="18276" y="607"/>
                    <a:pt x="10871" y="6180"/>
                    <a:pt x="0" y="14704"/>
                  </a:cubicBezTo>
                  <a:cubicBezTo>
                    <a:pt x="11371" y="7584"/>
                    <a:pt x="19408" y="1905"/>
                    <a:pt x="2056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22"/>
            <p:cNvSpPr/>
            <p:nvPr/>
          </p:nvSpPr>
          <p:spPr>
            <a:xfrm>
              <a:off x="1652997" y="3839786"/>
              <a:ext cx="88949" cy="74384"/>
            </a:xfrm>
            <a:custGeom>
              <a:avLst/>
              <a:gdLst/>
              <a:ahLst/>
              <a:cxnLst/>
              <a:rect l="l" t="t" r="r" b="b"/>
              <a:pathLst>
                <a:path w="2394" h="2002" extrusionOk="0">
                  <a:moveTo>
                    <a:pt x="394" y="1"/>
                  </a:moveTo>
                  <a:cubicBezTo>
                    <a:pt x="1" y="1537"/>
                    <a:pt x="1906" y="2001"/>
                    <a:pt x="1906" y="2001"/>
                  </a:cubicBezTo>
                  <a:lnTo>
                    <a:pt x="2394" y="1775"/>
                  </a:lnTo>
                  <a:cubicBezTo>
                    <a:pt x="1417" y="1763"/>
                    <a:pt x="394" y="918"/>
                    <a:pt x="394" y="1"/>
                  </a:cubicBezTo>
                  <a:close/>
                </a:path>
              </a:pathLst>
            </a:custGeom>
            <a:solidFill>
              <a:srgbClr val="2642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22"/>
            <p:cNvSpPr/>
            <p:nvPr/>
          </p:nvSpPr>
          <p:spPr>
            <a:xfrm>
              <a:off x="1530456" y="3868099"/>
              <a:ext cx="111093" cy="126587"/>
            </a:xfrm>
            <a:custGeom>
              <a:avLst/>
              <a:gdLst/>
              <a:ahLst/>
              <a:cxnLst/>
              <a:rect l="l" t="t" r="r" b="b"/>
              <a:pathLst>
                <a:path w="2990" h="3407" extrusionOk="0">
                  <a:moveTo>
                    <a:pt x="84" y="1"/>
                  </a:moveTo>
                  <a:cubicBezTo>
                    <a:pt x="1" y="2549"/>
                    <a:pt x="2346" y="3406"/>
                    <a:pt x="2346" y="3406"/>
                  </a:cubicBezTo>
                  <a:lnTo>
                    <a:pt x="2989" y="2930"/>
                  </a:lnTo>
                  <a:cubicBezTo>
                    <a:pt x="1298" y="2346"/>
                    <a:pt x="251" y="1049"/>
                    <a:pt x="84" y="1"/>
                  </a:cubicBezTo>
                  <a:close/>
                </a:path>
              </a:pathLst>
            </a:custGeom>
            <a:solidFill>
              <a:srgbClr val="2642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22"/>
            <p:cNvSpPr/>
            <p:nvPr/>
          </p:nvSpPr>
          <p:spPr>
            <a:xfrm>
              <a:off x="1389337" y="3946424"/>
              <a:ext cx="124804" cy="136730"/>
            </a:xfrm>
            <a:custGeom>
              <a:avLst/>
              <a:gdLst/>
              <a:ahLst/>
              <a:cxnLst/>
              <a:rect l="l" t="t" r="r" b="b"/>
              <a:pathLst>
                <a:path w="3359" h="3680" extrusionOk="0">
                  <a:moveTo>
                    <a:pt x="0" y="0"/>
                  </a:moveTo>
                  <a:lnTo>
                    <a:pt x="0" y="0"/>
                  </a:lnTo>
                  <a:cubicBezTo>
                    <a:pt x="143" y="2096"/>
                    <a:pt x="1775" y="3477"/>
                    <a:pt x="2929" y="3679"/>
                  </a:cubicBezTo>
                  <a:cubicBezTo>
                    <a:pt x="3096" y="3572"/>
                    <a:pt x="3239" y="3441"/>
                    <a:pt x="3358" y="3298"/>
                  </a:cubicBezTo>
                  <a:cubicBezTo>
                    <a:pt x="1703" y="2929"/>
                    <a:pt x="393" y="1655"/>
                    <a:pt x="0" y="0"/>
                  </a:cubicBezTo>
                  <a:close/>
                </a:path>
              </a:pathLst>
            </a:custGeom>
            <a:solidFill>
              <a:srgbClr val="2642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22"/>
            <p:cNvSpPr/>
            <p:nvPr/>
          </p:nvSpPr>
          <p:spPr>
            <a:xfrm>
              <a:off x="1247771" y="4061422"/>
              <a:ext cx="119936" cy="130117"/>
            </a:xfrm>
            <a:custGeom>
              <a:avLst/>
              <a:gdLst/>
              <a:ahLst/>
              <a:cxnLst/>
              <a:rect l="l" t="t" r="r" b="b"/>
              <a:pathLst>
                <a:path w="3228" h="3502" extrusionOk="0">
                  <a:moveTo>
                    <a:pt x="24" y="1"/>
                  </a:moveTo>
                  <a:lnTo>
                    <a:pt x="24" y="1"/>
                  </a:lnTo>
                  <a:cubicBezTo>
                    <a:pt x="0" y="1739"/>
                    <a:pt x="1775" y="3358"/>
                    <a:pt x="2632" y="3501"/>
                  </a:cubicBezTo>
                  <a:cubicBezTo>
                    <a:pt x="2870" y="3382"/>
                    <a:pt x="3072" y="3227"/>
                    <a:pt x="3227" y="3025"/>
                  </a:cubicBezTo>
                  <a:cubicBezTo>
                    <a:pt x="1358" y="2382"/>
                    <a:pt x="643" y="1846"/>
                    <a:pt x="2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22"/>
            <p:cNvSpPr/>
            <p:nvPr/>
          </p:nvSpPr>
          <p:spPr>
            <a:xfrm>
              <a:off x="1165062" y="4187530"/>
              <a:ext cx="86274" cy="85419"/>
            </a:xfrm>
            <a:custGeom>
              <a:avLst/>
              <a:gdLst/>
              <a:ahLst/>
              <a:cxnLst/>
              <a:rect l="l" t="t" r="r" b="b"/>
              <a:pathLst>
                <a:path w="2322" h="2299" extrusionOk="0">
                  <a:moveTo>
                    <a:pt x="0" y="0"/>
                  </a:moveTo>
                  <a:lnTo>
                    <a:pt x="0" y="0"/>
                  </a:lnTo>
                  <a:cubicBezTo>
                    <a:pt x="202" y="1346"/>
                    <a:pt x="1845" y="2298"/>
                    <a:pt x="1845" y="2298"/>
                  </a:cubicBezTo>
                  <a:lnTo>
                    <a:pt x="2322" y="2048"/>
                  </a:lnTo>
                  <a:cubicBezTo>
                    <a:pt x="1334" y="1750"/>
                    <a:pt x="393" y="1000"/>
                    <a:pt x="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22"/>
            <p:cNvSpPr/>
            <p:nvPr/>
          </p:nvSpPr>
          <p:spPr>
            <a:xfrm>
              <a:off x="1089820" y="4270686"/>
              <a:ext cx="59337" cy="72601"/>
            </a:xfrm>
            <a:custGeom>
              <a:avLst/>
              <a:gdLst/>
              <a:ahLst/>
              <a:cxnLst/>
              <a:rect l="l" t="t" r="r" b="b"/>
              <a:pathLst>
                <a:path w="1597" h="1954" extrusionOk="0">
                  <a:moveTo>
                    <a:pt x="1" y="1"/>
                  </a:moveTo>
                  <a:lnTo>
                    <a:pt x="1" y="1"/>
                  </a:lnTo>
                  <a:cubicBezTo>
                    <a:pt x="37" y="1013"/>
                    <a:pt x="1334" y="1953"/>
                    <a:pt x="1334" y="1953"/>
                  </a:cubicBezTo>
                  <a:lnTo>
                    <a:pt x="1596" y="1751"/>
                  </a:lnTo>
                  <a:cubicBezTo>
                    <a:pt x="942" y="1513"/>
                    <a:pt x="275" y="774"/>
                    <a:pt x="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22"/>
            <p:cNvSpPr/>
            <p:nvPr/>
          </p:nvSpPr>
          <p:spPr>
            <a:xfrm>
              <a:off x="1730877" y="3916774"/>
              <a:ext cx="58854" cy="92070"/>
            </a:xfrm>
            <a:custGeom>
              <a:avLst/>
              <a:gdLst/>
              <a:ahLst/>
              <a:cxnLst/>
              <a:rect l="l" t="t" r="r" b="b"/>
              <a:pathLst>
                <a:path w="1584" h="2478" extrusionOk="0">
                  <a:moveTo>
                    <a:pt x="560" y="1"/>
                  </a:moveTo>
                  <a:lnTo>
                    <a:pt x="179" y="393"/>
                  </a:lnTo>
                  <a:cubicBezTo>
                    <a:pt x="179" y="393"/>
                    <a:pt x="0" y="2358"/>
                    <a:pt x="1584" y="2477"/>
                  </a:cubicBezTo>
                  <a:cubicBezTo>
                    <a:pt x="703" y="2167"/>
                    <a:pt x="250" y="929"/>
                    <a:pt x="560" y="1"/>
                  </a:cubicBezTo>
                  <a:close/>
                </a:path>
              </a:pathLst>
            </a:custGeom>
            <a:solidFill>
              <a:srgbClr val="2642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22"/>
            <p:cNvSpPr/>
            <p:nvPr/>
          </p:nvSpPr>
          <p:spPr>
            <a:xfrm>
              <a:off x="1626914" y="3988894"/>
              <a:ext cx="92033" cy="137622"/>
            </a:xfrm>
            <a:custGeom>
              <a:avLst/>
              <a:gdLst/>
              <a:ahLst/>
              <a:cxnLst/>
              <a:rect l="l" t="t" r="r" b="b"/>
              <a:pathLst>
                <a:path w="2477" h="3704" extrusionOk="0">
                  <a:moveTo>
                    <a:pt x="655" y="0"/>
                  </a:moveTo>
                  <a:lnTo>
                    <a:pt x="0" y="453"/>
                  </a:lnTo>
                  <a:cubicBezTo>
                    <a:pt x="0" y="453"/>
                    <a:pt x="48" y="2953"/>
                    <a:pt x="2477" y="3703"/>
                  </a:cubicBezTo>
                  <a:cubicBezTo>
                    <a:pt x="1548" y="3203"/>
                    <a:pt x="655" y="1786"/>
                    <a:pt x="655" y="0"/>
                  </a:cubicBezTo>
                  <a:close/>
                </a:path>
              </a:pathLst>
            </a:custGeom>
            <a:solidFill>
              <a:srgbClr val="2642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22"/>
            <p:cNvSpPr/>
            <p:nvPr/>
          </p:nvSpPr>
          <p:spPr>
            <a:xfrm>
              <a:off x="1497721" y="4079146"/>
              <a:ext cx="100913" cy="157946"/>
            </a:xfrm>
            <a:custGeom>
              <a:avLst/>
              <a:gdLst/>
              <a:ahLst/>
              <a:cxnLst/>
              <a:rect l="l" t="t" r="r" b="b"/>
              <a:pathLst>
                <a:path w="2716" h="4251" extrusionOk="0">
                  <a:moveTo>
                    <a:pt x="679" y="0"/>
                  </a:moveTo>
                  <a:cubicBezTo>
                    <a:pt x="501" y="72"/>
                    <a:pt x="334" y="167"/>
                    <a:pt x="179" y="286"/>
                  </a:cubicBezTo>
                  <a:cubicBezTo>
                    <a:pt x="1" y="1441"/>
                    <a:pt x="774" y="3441"/>
                    <a:pt x="2715" y="4251"/>
                  </a:cubicBezTo>
                  <a:cubicBezTo>
                    <a:pt x="1274" y="3346"/>
                    <a:pt x="477" y="1691"/>
                    <a:pt x="679" y="0"/>
                  </a:cubicBezTo>
                  <a:close/>
                </a:path>
              </a:pathLst>
            </a:custGeom>
            <a:solidFill>
              <a:srgbClr val="2642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22"/>
            <p:cNvSpPr/>
            <p:nvPr/>
          </p:nvSpPr>
          <p:spPr>
            <a:xfrm>
              <a:off x="1346867" y="4183555"/>
              <a:ext cx="96900" cy="149549"/>
            </a:xfrm>
            <a:custGeom>
              <a:avLst/>
              <a:gdLst/>
              <a:ahLst/>
              <a:cxnLst/>
              <a:rect l="l" t="t" r="r" b="b"/>
              <a:pathLst>
                <a:path w="2608" h="4025" extrusionOk="0">
                  <a:moveTo>
                    <a:pt x="798" y="0"/>
                  </a:moveTo>
                  <a:cubicBezTo>
                    <a:pt x="548" y="83"/>
                    <a:pt x="334" y="226"/>
                    <a:pt x="155" y="417"/>
                  </a:cubicBezTo>
                  <a:cubicBezTo>
                    <a:pt x="0" y="1262"/>
                    <a:pt x="965" y="3477"/>
                    <a:pt x="2608" y="4024"/>
                  </a:cubicBezTo>
                  <a:cubicBezTo>
                    <a:pt x="1060" y="2834"/>
                    <a:pt x="798" y="1976"/>
                    <a:pt x="798" y="0"/>
                  </a:cubicBezTo>
                  <a:close/>
                </a:path>
              </a:pathLst>
            </a:custGeom>
            <a:solidFill>
              <a:srgbClr val="2642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22"/>
            <p:cNvSpPr/>
            <p:nvPr/>
          </p:nvSpPr>
          <p:spPr>
            <a:xfrm>
              <a:off x="1238928" y="4264481"/>
              <a:ext cx="58408" cy="106226"/>
            </a:xfrm>
            <a:custGeom>
              <a:avLst/>
              <a:gdLst/>
              <a:ahLst/>
              <a:cxnLst/>
              <a:rect l="l" t="t" r="r" b="b"/>
              <a:pathLst>
                <a:path w="1572" h="2859" extrusionOk="0">
                  <a:moveTo>
                    <a:pt x="393" y="1"/>
                  </a:moveTo>
                  <a:lnTo>
                    <a:pt x="0" y="382"/>
                  </a:lnTo>
                  <a:cubicBezTo>
                    <a:pt x="0" y="382"/>
                    <a:pt x="381" y="2239"/>
                    <a:pt x="1572" y="2858"/>
                  </a:cubicBezTo>
                  <a:cubicBezTo>
                    <a:pt x="739" y="2168"/>
                    <a:pt x="346" y="1037"/>
                    <a:pt x="39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22"/>
            <p:cNvSpPr/>
            <p:nvPr/>
          </p:nvSpPr>
          <p:spPr>
            <a:xfrm>
              <a:off x="1141579" y="4337492"/>
              <a:ext cx="52686" cy="77431"/>
            </a:xfrm>
            <a:custGeom>
              <a:avLst/>
              <a:gdLst/>
              <a:ahLst/>
              <a:cxnLst/>
              <a:rect l="l" t="t" r="r" b="b"/>
              <a:pathLst>
                <a:path w="1418" h="2084" extrusionOk="0">
                  <a:moveTo>
                    <a:pt x="275" y="0"/>
                  </a:moveTo>
                  <a:lnTo>
                    <a:pt x="1" y="179"/>
                  </a:lnTo>
                  <a:cubicBezTo>
                    <a:pt x="1" y="179"/>
                    <a:pt x="477" y="1715"/>
                    <a:pt x="1418" y="2084"/>
                  </a:cubicBezTo>
                  <a:cubicBezTo>
                    <a:pt x="763" y="1584"/>
                    <a:pt x="287" y="703"/>
                    <a:pt x="27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22"/>
            <p:cNvSpPr/>
            <p:nvPr/>
          </p:nvSpPr>
          <p:spPr>
            <a:xfrm>
              <a:off x="670884" y="3474133"/>
              <a:ext cx="1328960" cy="539008"/>
            </a:xfrm>
            <a:custGeom>
              <a:avLst/>
              <a:gdLst/>
              <a:ahLst/>
              <a:cxnLst/>
              <a:rect l="l" t="t" r="r" b="b"/>
              <a:pathLst>
                <a:path w="35768" h="14507" extrusionOk="0">
                  <a:moveTo>
                    <a:pt x="15699" y="0"/>
                  </a:moveTo>
                  <a:cubicBezTo>
                    <a:pt x="11030" y="0"/>
                    <a:pt x="5738" y="1177"/>
                    <a:pt x="1" y="4234"/>
                  </a:cubicBezTo>
                  <a:cubicBezTo>
                    <a:pt x="7884" y="11370"/>
                    <a:pt x="15591" y="14507"/>
                    <a:pt x="22463" y="14507"/>
                  </a:cubicBezTo>
                  <a:cubicBezTo>
                    <a:pt x="27412" y="14507"/>
                    <a:pt x="31929" y="12880"/>
                    <a:pt x="35767" y="9949"/>
                  </a:cubicBezTo>
                  <a:cubicBezTo>
                    <a:pt x="33645" y="6034"/>
                    <a:pt x="26269" y="0"/>
                    <a:pt x="1569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22"/>
            <p:cNvSpPr/>
            <p:nvPr/>
          </p:nvSpPr>
          <p:spPr>
            <a:xfrm>
              <a:off x="841654" y="3669054"/>
              <a:ext cx="1158196" cy="180276"/>
            </a:xfrm>
            <a:custGeom>
              <a:avLst/>
              <a:gdLst/>
              <a:ahLst/>
              <a:cxnLst/>
              <a:rect l="l" t="t" r="r" b="b"/>
              <a:pathLst>
                <a:path w="31172" h="4852" extrusionOk="0">
                  <a:moveTo>
                    <a:pt x="1" y="0"/>
                  </a:moveTo>
                  <a:lnTo>
                    <a:pt x="1" y="0"/>
                  </a:lnTo>
                  <a:cubicBezTo>
                    <a:pt x="14076" y="3012"/>
                    <a:pt x="25022" y="4851"/>
                    <a:pt x="29510" y="4851"/>
                  </a:cubicBezTo>
                  <a:cubicBezTo>
                    <a:pt x="30239" y="4851"/>
                    <a:pt x="30797" y="4803"/>
                    <a:pt x="31171" y="4703"/>
                  </a:cubicBezTo>
                  <a:cubicBezTo>
                    <a:pt x="28587" y="3274"/>
                    <a:pt x="17134" y="181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22"/>
            <p:cNvSpPr/>
            <p:nvPr/>
          </p:nvSpPr>
          <p:spPr>
            <a:xfrm>
              <a:off x="1766695" y="3689378"/>
              <a:ext cx="72155" cy="123912"/>
            </a:xfrm>
            <a:custGeom>
              <a:avLst/>
              <a:gdLst/>
              <a:ahLst/>
              <a:cxnLst/>
              <a:rect l="l" t="t" r="r" b="b"/>
              <a:pathLst>
                <a:path w="1942" h="3335" extrusionOk="0">
                  <a:moveTo>
                    <a:pt x="1691" y="1"/>
                  </a:moveTo>
                  <a:lnTo>
                    <a:pt x="1691" y="1"/>
                  </a:lnTo>
                  <a:cubicBezTo>
                    <a:pt x="1" y="1037"/>
                    <a:pt x="1298" y="3096"/>
                    <a:pt x="1298" y="3096"/>
                  </a:cubicBezTo>
                  <a:lnTo>
                    <a:pt x="1941" y="3335"/>
                  </a:lnTo>
                  <a:cubicBezTo>
                    <a:pt x="1072" y="2465"/>
                    <a:pt x="893" y="834"/>
                    <a:pt x="1691" y="1"/>
                  </a:cubicBezTo>
                  <a:close/>
                </a:path>
              </a:pathLst>
            </a:custGeom>
            <a:solidFill>
              <a:srgbClr val="2F52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22"/>
            <p:cNvSpPr/>
            <p:nvPr/>
          </p:nvSpPr>
          <p:spPr>
            <a:xfrm>
              <a:off x="1599901" y="3598271"/>
              <a:ext cx="87203" cy="191125"/>
            </a:xfrm>
            <a:custGeom>
              <a:avLst/>
              <a:gdLst/>
              <a:ahLst/>
              <a:cxnLst/>
              <a:rect l="l" t="t" r="r" b="b"/>
              <a:pathLst>
                <a:path w="2347" h="5144" extrusionOk="0">
                  <a:moveTo>
                    <a:pt x="2287" y="0"/>
                  </a:moveTo>
                  <a:lnTo>
                    <a:pt x="2287" y="0"/>
                  </a:lnTo>
                  <a:cubicBezTo>
                    <a:pt x="1" y="2203"/>
                    <a:pt x="1358" y="5013"/>
                    <a:pt x="1358" y="5013"/>
                  </a:cubicBezTo>
                  <a:lnTo>
                    <a:pt x="2346" y="5144"/>
                  </a:lnTo>
                  <a:cubicBezTo>
                    <a:pt x="1334" y="3155"/>
                    <a:pt x="1537" y="1084"/>
                    <a:pt x="2287" y="0"/>
                  </a:cubicBezTo>
                  <a:close/>
                </a:path>
              </a:pathLst>
            </a:custGeom>
            <a:solidFill>
              <a:srgbClr val="2F52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22"/>
            <p:cNvSpPr/>
            <p:nvPr/>
          </p:nvSpPr>
          <p:spPr>
            <a:xfrm>
              <a:off x="1425155" y="3542946"/>
              <a:ext cx="68179" cy="218583"/>
            </a:xfrm>
            <a:custGeom>
              <a:avLst/>
              <a:gdLst/>
              <a:ahLst/>
              <a:cxnLst/>
              <a:rect l="l" t="t" r="r" b="b"/>
              <a:pathLst>
                <a:path w="1835" h="5883" extrusionOk="0">
                  <a:moveTo>
                    <a:pt x="1703" y="1"/>
                  </a:moveTo>
                  <a:lnTo>
                    <a:pt x="1703" y="1"/>
                  </a:lnTo>
                  <a:cubicBezTo>
                    <a:pt x="1" y="1989"/>
                    <a:pt x="263" y="4644"/>
                    <a:pt x="1120" y="5835"/>
                  </a:cubicBezTo>
                  <a:cubicBezTo>
                    <a:pt x="1271" y="5867"/>
                    <a:pt x="1432" y="5882"/>
                    <a:pt x="1594" y="5882"/>
                  </a:cubicBezTo>
                  <a:cubicBezTo>
                    <a:pt x="1674" y="5882"/>
                    <a:pt x="1755" y="5879"/>
                    <a:pt x="1834" y="5871"/>
                  </a:cubicBezTo>
                  <a:cubicBezTo>
                    <a:pt x="656" y="4097"/>
                    <a:pt x="608" y="1822"/>
                    <a:pt x="1703" y="1"/>
                  </a:cubicBezTo>
                  <a:close/>
                </a:path>
              </a:pathLst>
            </a:custGeom>
            <a:solidFill>
              <a:srgbClr val="2F52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22"/>
            <p:cNvSpPr/>
            <p:nvPr/>
          </p:nvSpPr>
          <p:spPr>
            <a:xfrm>
              <a:off x="1205748" y="3523476"/>
              <a:ext cx="65504" cy="204761"/>
            </a:xfrm>
            <a:custGeom>
              <a:avLst/>
              <a:gdLst/>
              <a:ahLst/>
              <a:cxnLst/>
              <a:rect l="l" t="t" r="r" b="b"/>
              <a:pathLst>
                <a:path w="1763" h="5511" extrusionOk="0">
                  <a:moveTo>
                    <a:pt x="1524" y="1"/>
                  </a:moveTo>
                  <a:lnTo>
                    <a:pt x="1524" y="1"/>
                  </a:lnTo>
                  <a:cubicBezTo>
                    <a:pt x="0" y="1537"/>
                    <a:pt x="179" y="4525"/>
                    <a:pt x="822" y="5394"/>
                  </a:cubicBezTo>
                  <a:cubicBezTo>
                    <a:pt x="1033" y="5470"/>
                    <a:pt x="1255" y="5510"/>
                    <a:pt x="1482" y="5510"/>
                  </a:cubicBezTo>
                  <a:cubicBezTo>
                    <a:pt x="1575" y="5510"/>
                    <a:pt x="1669" y="5504"/>
                    <a:pt x="1763" y="5490"/>
                  </a:cubicBezTo>
                  <a:cubicBezTo>
                    <a:pt x="655" y="3287"/>
                    <a:pt x="477" y="2192"/>
                    <a:pt x="152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22"/>
            <p:cNvSpPr/>
            <p:nvPr/>
          </p:nvSpPr>
          <p:spPr>
            <a:xfrm>
              <a:off x="1041629" y="3563753"/>
              <a:ext cx="47818" cy="142935"/>
            </a:xfrm>
            <a:custGeom>
              <a:avLst/>
              <a:gdLst/>
              <a:ahLst/>
              <a:cxnLst/>
              <a:rect l="l" t="t" r="r" b="b"/>
              <a:pathLst>
                <a:path w="1287" h="3847" extrusionOk="0">
                  <a:moveTo>
                    <a:pt x="988" y="0"/>
                  </a:moveTo>
                  <a:lnTo>
                    <a:pt x="988" y="0"/>
                  </a:lnTo>
                  <a:cubicBezTo>
                    <a:pt x="0" y="1358"/>
                    <a:pt x="631" y="3644"/>
                    <a:pt x="631" y="3644"/>
                  </a:cubicBezTo>
                  <a:lnTo>
                    <a:pt x="1286" y="3846"/>
                  </a:lnTo>
                  <a:cubicBezTo>
                    <a:pt x="643" y="2715"/>
                    <a:pt x="453" y="1239"/>
                    <a:pt x="9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22"/>
            <p:cNvSpPr/>
            <p:nvPr/>
          </p:nvSpPr>
          <p:spPr>
            <a:xfrm>
              <a:off x="907123" y="3572596"/>
              <a:ext cx="31433" cy="109756"/>
            </a:xfrm>
            <a:custGeom>
              <a:avLst/>
              <a:gdLst/>
              <a:ahLst/>
              <a:cxnLst/>
              <a:rect l="l" t="t" r="r" b="b"/>
              <a:pathLst>
                <a:path w="846" h="2954" extrusionOk="0">
                  <a:moveTo>
                    <a:pt x="846" y="1"/>
                  </a:moveTo>
                  <a:cubicBezTo>
                    <a:pt x="1" y="941"/>
                    <a:pt x="346" y="2918"/>
                    <a:pt x="346" y="2918"/>
                  </a:cubicBezTo>
                  <a:lnTo>
                    <a:pt x="751" y="2953"/>
                  </a:lnTo>
                  <a:cubicBezTo>
                    <a:pt x="370" y="2179"/>
                    <a:pt x="405" y="929"/>
                    <a:pt x="8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22"/>
            <p:cNvSpPr/>
            <p:nvPr/>
          </p:nvSpPr>
          <p:spPr>
            <a:xfrm>
              <a:off x="1743250" y="3831389"/>
              <a:ext cx="94262" cy="115515"/>
            </a:xfrm>
            <a:custGeom>
              <a:avLst/>
              <a:gdLst/>
              <a:ahLst/>
              <a:cxnLst/>
              <a:rect l="l" t="t" r="r" b="b"/>
              <a:pathLst>
                <a:path w="2537" h="3109" extrusionOk="0">
                  <a:moveTo>
                    <a:pt x="2537" y="1"/>
                  </a:moveTo>
                  <a:lnTo>
                    <a:pt x="1858" y="24"/>
                  </a:lnTo>
                  <a:cubicBezTo>
                    <a:pt x="1858" y="24"/>
                    <a:pt x="0" y="1620"/>
                    <a:pt x="1298" y="3108"/>
                  </a:cubicBezTo>
                  <a:cubicBezTo>
                    <a:pt x="786" y="2072"/>
                    <a:pt x="1453" y="560"/>
                    <a:pt x="2537" y="1"/>
                  </a:cubicBezTo>
                  <a:close/>
                </a:path>
              </a:pathLst>
            </a:custGeom>
            <a:solidFill>
              <a:srgbClr val="2F52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22"/>
            <p:cNvSpPr/>
            <p:nvPr/>
          </p:nvSpPr>
          <p:spPr>
            <a:xfrm>
              <a:off x="1569842" y="3802184"/>
              <a:ext cx="115478" cy="188041"/>
            </a:xfrm>
            <a:custGeom>
              <a:avLst/>
              <a:gdLst/>
              <a:ahLst/>
              <a:cxnLst/>
              <a:rect l="l" t="t" r="r" b="b"/>
              <a:pathLst>
                <a:path w="3108" h="5061" extrusionOk="0">
                  <a:moveTo>
                    <a:pt x="2131" y="1"/>
                  </a:moveTo>
                  <a:cubicBezTo>
                    <a:pt x="2131" y="1"/>
                    <a:pt x="0" y="2287"/>
                    <a:pt x="1524" y="5061"/>
                  </a:cubicBezTo>
                  <a:cubicBezTo>
                    <a:pt x="1131" y="3811"/>
                    <a:pt x="1548" y="1775"/>
                    <a:pt x="3108" y="179"/>
                  </a:cubicBezTo>
                  <a:lnTo>
                    <a:pt x="2131" y="1"/>
                  </a:lnTo>
                  <a:close/>
                </a:path>
              </a:pathLst>
            </a:custGeom>
            <a:solidFill>
              <a:srgbClr val="2F52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22"/>
            <p:cNvSpPr/>
            <p:nvPr/>
          </p:nvSpPr>
          <p:spPr>
            <a:xfrm>
              <a:off x="1384023" y="3771233"/>
              <a:ext cx="107972" cy="213270"/>
            </a:xfrm>
            <a:custGeom>
              <a:avLst/>
              <a:gdLst/>
              <a:ahLst/>
              <a:cxnLst/>
              <a:rect l="l" t="t" r="r" b="b"/>
              <a:pathLst>
                <a:path w="2906" h="5740" extrusionOk="0">
                  <a:moveTo>
                    <a:pt x="2215" y="0"/>
                  </a:moveTo>
                  <a:cubicBezTo>
                    <a:pt x="1036" y="870"/>
                    <a:pt x="1" y="3334"/>
                    <a:pt x="1036" y="5739"/>
                  </a:cubicBezTo>
                  <a:cubicBezTo>
                    <a:pt x="536" y="3679"/>
                    <a:pt x="1263" y="1512"/>
                    <a:pt x="2906" y="179"/>
                  </a:cubicBezTo>
                  <a:cubicBezTo>
                    <a:pt x="2680" y="84"/>
                    <a:pt x="2453" y="24"/>
                    <a:pt x="2215" y="0"/>
                  </a:cubicBezTo>
                  <a:close/>
                </a:path>
              </a:pathLst>
            </a:custGeom>
            <a:solidFill>
              <a:srgbClr val="2F52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22"/>
            <p:cNvSpPr/>
            <p:nvPr/>
          </p:nvSpPr>
          <p:spPr>
            <a:xfrm>
              <a:off x="1163724" y="3736678"/>
              <a:ext cx="106635" cy="199151"/>
            </a:xfrm>
            <a:custGeom>
              <a:avLst/>
              <a:gdLst/>
              <a:ahLst/>
              <a:cxnLst/>
              <a:rect l="l" t="t" r="r" b="b"/>
              <a:pathLst>
                <a:path w="2870" h="5360" extrusionOk="0">
                  <a:moveTo>
                    <a:pt x="2021" y="0"/>
                  </a:moveTo>
                  <a:cubicBezTo>
                    <a:pt x="1994" y="0"/>
                    <a:pt x="1968" y="1"/>
                    <a:pt x="1941" y="2"/>
                  </a:cubicBezTo>
                  <a:cubicBezTo>
                    <a:pt x="1060" y="633"/>
                    <a:pt x="0" y="3443"/>
                    <a:pt x="1000" y="5360"/>
                  </a:cubicBezTo>
                  <a:cubicBezTo>
                    <a:pt x="643" y="2954"/>
                    <a:pt x="1143" y="1954"/>
                    <a:pt x="2870" y="192"/>
                  </a:cubicBezTo>
                  <a:cubicBezTo>
                    <a:pt x="2597" y="61"/>
                    <a:pt x="2314" y="0"/>
                    <a:pt x="20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22"/>
            <p:cNvSpPr/>
            <p:nvPr/>
          </p:nvSpPr>
          <p:spPr>
            <a:xfrm>
              <a:off x="1016845" y="3708848"/>
              <a:ext cx="73455" cy="133201"/>
            </a:xfrm>
            <a:custGeom>
              <a:avLst/>
              <a:gdLst/>
              <a:ahLst/>
              <a:cxnLst/>
              <a:rect l="l" t="t" r="r" b="b"/>
              <a:pathLst>
                <a:path w="1977" h="3585" extrusionOk="0">
                  <a:moveTo>
                    <a:pt x="1286" y="1"/>
                  </a:moveTo>
                  <a:cubicBezTo>
                    <a:pt x="1286" y="1"/>
                    <a:pt x="0" y="1989"/>
                    <a:pt x="536" y="3584"/>
                  </a:cubicBezTo>
                  <a:cubicBezTo>
                    <a:pt x="405" y="2251"/>
                    <a:pt x="1036" y="906"/>
                    <a:pt x="1977" y="13"/>
                  </a:cubicBezTo>
                  <a:lnTo>
                    <a:pt x="128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22"/>
            <p:cNvSpPr/>
            <p:nvPr/>
          </p:nvSpPr>
          <p:spPr>
            <a:xfrm>
              <a:off x="886761" y="3683619"/>
              <a:ext cx="48710" cy="108864"/>
            </a:xfrm>
            <a:custGeom>
              <a:avLst/>
              <a:gdLst/>
              <a:ahLst/>
              <a:cxnLst/>
              <a:rect l="l" t="t" r="r" b="b"/>
              <a:pathLst>
                <a:path w="1311" h="2930" extrusionOk="0">
                  <a:moveTo>
                    <a:pt x="918" y="1"/>
                  </a:moveTo>
                  <a:cubicBezTo>
                    <a:pt x="918" y="1"/>
                    <a:pt x="1" y="1787"/>
                    <a:pt x="525" y="2930"/>
                  </a:cubicBezTo>
                  <a:cubicBezTo>
                    <a:pt x="394" y="1918"/>
                    <a:pt x="715" y="715"/>
                    <a:pt x="1311" y="84"/>
                  </a:cubicBezTo>
                  <a:lnTo>
                    <a:pt x="9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22"/>
            <p:cNvSpPr/>
            <p:nvPr/>
          </p:nvSpPr>
          <p:spPr>
            <a:xfrm>
              <a:off x="3661441" y="3440061"/>
              <a:ext cx="839257" cy="546922"/>
            </a:xfrm>
            <a:custGeom>
              <a:avLst/>
              <a:gdLst/>
              <a:ahLst/>
              <a:cxnLst/>
              <a:rect l="l" t="t" r="r" b="b"/>
              <a:pathLst>
                <a:path w="22588" h="14720" extrusionOk="0">
                  <a:moveTo>
                    <a:pt x="21827" y="1"/>
                  </a:moveTo>
                  <a:cubicBezTo>
                    <a:pt x="8841" y="1"/>
                    <a:pt x="1660" y="5999"/>
                    <a:pt x="1" y="14152"/>
                  </a:cubicBezTo>
                  <a:cubicBezTo>
                    <a:pt x="927" y="14498"/>
                    <a:pt x="2210" y="14719"/>
                    <a:pt x="3711" y="14719"/>
                  </a:cubicBezTo>
                  <a:cubicBezTo>
                    <a:pt x="9393" y="14719"/>
                    <a:pt x="18199" y="11553"/>
                    <a:pt x="22587" y="8"/>
                  </a:cubicBezTo>
                  <a:cubicBezTo>
                    <a:pt x="22331" y="3"/>
                    <a:pt x="22078" y="1"/>
                    <a:pt x="2182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22"/>
            <p:cNvSpPr/>
            <p:nvPr/>
          </p:nvSpPr>
          <p:spPr>
            <a:xfrm>
              <a:off x="3661441" y="3502260"/>
              <a:ext cx="726009" cy="463657"/>
            </a:xfrm>
            <a:custGeom>
              <a:avLst/>
              <a:gdLst/>
              <a:ahLst/>
              <a:cxnLst/>
              <a:rect l="l" t="t" r="r" b="b"/>
              <a:pathLst>
                <a:path w="19540" h="12479" extrusionOk="0">
                  <a:moveTo>
                    <a:pt x="19539" y="0"/>
                  </a:moveTo>
                  <a:lnTo>
                    <a:pt x="19539" y="0"/>
                  </a:lnTo>
                  <a:cubicBezTo>
                    <a:pt x="8788" y="5977"/>
                    <a:pt x="1144" y="10787"/>
                    <a:pt x="1" y="12478"/>
                  </a:cubicBezTo>
                  <a:cubicBezTo>
                    <a:pt x="2120" y="12038"/>
                    <a:pt x="9181" y="7287"/>
                    <a:pt x="1953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22"/>
            <p:cNvSpPr/>
            <p:nvPr/>
          </p:nvSpPr>
          <p:spPr>
            <a:xfrm>
              <a:off x="3765850" y="3898641"/>
              <a:ext cx="80998" cy="70817"/>
            </a:xfrm>
            <a:custGeom>
              <a:avLst/>
              <a:gdLst/>
              <a:ahLst/>
              <a:cxnLst/>
              <a:rect l="l" t="t" r="r" b="b"/>
              <a:pathLst>
                <a:path w="2180" h="1906" extrusionOk="0">
                  <a:moveTo>
                    <a:pt x="453" y="0"/>
                  </a:moveTo>
                  <a:lnTo>
                    <a:pt x="1" y="179"/>
                  </a:lnTo>
                  <a:cubicBezTo>
                    <a:pt x="894" y="239"/>
                    <a:pt x="1787" y="1060"/>
                    <a:pt x="1751" y="1905"/>
                  </a:cubicBezTo>
                  <a:cubicBezTo>
                    <a:pt x="2180" y="512"/>
                    <a:pt x="453" y="0"/>
                    <a:pt x="453" y="0"/>
                  </a:cubicBezTo>
                  <a:close/>
                </a:path>
              </a:pathLst>
            </a:custGeom>
            <a:solidFill>
              <a:srgbClr val="2F52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22"/>
            <p:cNvSpPr/>
            <p:nvPr/>
          </p:nvSpPr>
          <p:spPr>
            <a:xfrm>
              <a:off x="3861416" y="3830051"/>
              <a:ext cx="100913" cy="119490"/>
            </a:xfrm>
            <a:custGeom>
              <a:avLst/>
              <a:gdLst/>
              <a:ahLst/>
              <a:cxnLst/>
              <a:rect l="l" t="t" r="r" b="b"/>
              <a:pathLst>
                <a:path w="2716" h="3216" extrusionOk="0">
                  <a:moveTo>
                    <a:pt x="608" y="1"/>
                  </a:moveTo>
                  <a:lnTo>
                    <a:pt x="1" y="406"/>
                  </a:lnTo>
                  <a:cubicBezTo>
                    <a:pt x="1525" y="1013"/>
                    <a:pt x="2406" y="2251"/>
                    <a:pt x="2513" y="3216"/>
                  </a:cubicBezTo>
                  <a:cubicBezTo>
                    <a:pt x="2715" y="894"/>
                    <a:pt x="608" y="1"/>
                    <a:pt x="608" y="1"/>
                  </a:cubicBezTo>
                  <a:close/>
                </a:path>
              </a:pathLst>
            </a:custGeom>
            <a:solidFill>
              <a:srgbClr val="2F52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22"/>
            <p:cNvSpPr/>
            <p:nvPr/>
          </p:nvSpPr>
          <p:spPr>
            <a:xfrm>
              <a:off x="3982211" y="3754847"/>
              <a:ext cx="108418" cy="130117"/>
            </a:xfrm>
            <a:custGeom>
              <a:avLst/>
              <a:gdLst/>
              <a:ahLst/>
              <a:cxnLst/>
              <a:rect l="l" t="t" r="r" b="b"/>
              <a:pathLst>
                <a:path w="2918" h="3502" extrusionOk="0">
                  <a:moveTo>
                    <a:pt x="417" y="1"/>
                  </a:moveTo>
                  <a:cubicBezTo>
                    <a:pt x="262" y="84"/>
                    <a:pt x="119" y="191"/>
                    <a:pt x="0" y="322"/>
                  </a:cubicBezTo>
                  <a:cubicBezTo>
                    <a:pt x="1500" y="727"/>
                    <a:pt x="2631" y="1965"/>
                    <a:pt x="2917" y="3501"/>
                  </a:cubicBezTo>
                  <a:cubicBezTo>
                    <a:pt x="2893" y="1573"/>
                    <a:pt x="1464" y="227"/>
                    <a:pt x="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22"/>
            <p:cNvSpPr/>
            <p:nvPr/>
          </p:nvSpPr>
          <p:spPr>
            <a:xfrm>
              <a:off x="4121547" y="3662849"/>
              <a:ext cx="107527" cy="123466"/>
            </a:xfrm>
            <a:custGeom>
              <a:avLst/>
              <a:gdLst/>
              <a:ahLst/>
              <a:cxnLst/>
              <a:rect l="l" t="t" r="r" b="b"/>
              <a:pathLst>
                <a:path w="2894" h="3323" extrusionOk="0">
                  <a:moveTo>
                    <a:pt x="560" y="0"/>
                  </a:moveTo>
                  <a:cubicBezTo>
                    <a:pt x="346" y="84"/>
                    <a:pt x="155" y="227"/>
                    <a:pt x="0" y="405"/>
                  </a:cubicBezTo>
                  <a:cubicBezTo>
                    <a:pt x="1679" y="1084"/>
                    <a:pt x="2310" y="1608"/>
                    <a:pt x="2787" y="3322"/>
                  </a:cubicBezTo>
                  <a:cubicBezTo>
                    <a:pt x="2894" y="1739"/>
                    <a:pt x="1334" y="167"/>
                    <a:pt x="56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22"/>
            <p:cNvSpPr/>
            <p:nvPr/>
          </p:nvSpPr>
          <p:spPr>
            <a:xfrm>
              <a:off x="4232161" y="3593404"/>
              <a:ext cx="75648" cy="81407"/>
            </a:xfrm>
            <a:custGeom>
              <a:avLst/>
              <a:gdLst/>
              <a:ahLst/>
              <a:cxnLst/>
              <a:rect l="l" t="t" r="r" b="b"/>
              <a:pathLst>
                <a:path w="2036" h="2191" extrusionOk="0">
                  <a:moveTo>
                    <a:pt x="452" y="0"/>
                  </a:moveTo>
                  <a:lnTo>
                    <a:pt x="0" y="214"/>
                  </a:lnTo>
                  <a:cubicBezTo>
                    <a:pt x="893" y="536"/>
                    <a:pt x="1726" y="1250"/>
                    <a:pt x="2036" y="2191"/>
                  </a:cubicBezTo>
                  <a:cubicBezTo>
                    <a:pt x="1917" y="965"/>
                    <a:pt x="452" y="0"/>
                    <a:pt x="4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22"/>
            <p:cNvSpPr/>
            <p:nvPr/>
          </p:nvSpPr>
          <p:spPr>
            <a:xfrm>
              <a:off x="4329473" y="3533657"/>
              <a:ext cx="51348" cy="68625"/>
            </a:xfrm>
            <a:custGeom>
              <a:avLst/>
              <a:gdLst/>
              <a:ahLst/>
              <a:cxnLst/>
              <a:rect l="l" t="t" r="r" b="b"/>
              <a:pathLst>
                <a:path w="1382" h="1847" extrusionOk="0">
                  <a:moveTo>
                    <a:pt x="239" y="1"/>
                  </a:moveTo>
                  <a:lnTo>
                    <a:pt x="0" y="167"/>
                  </a:lnTo>
                  <a:cubicBezTo>
                    <a:pt x="584" y="417"/>
                    <a:pt x="1167" y="1132"/>
                    <a:pt x="1370" y="1846"/>
                  </a:cubicBezTo>
                  <a:cubicBezTo>
                    <a:pt x="1382" y="929"/>
                    <a:pt x="239" y="1"/>
                    <a:pt x="23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22"/>
            <p:cNvSpPr/>
            <p:nvPr/>
          </p:nvSpPr>
          <p:spPr>
            <a:xfrm>
              <a:off x="3726947" y="3808389"/>
              <a:ext cx="53540" cy="85865"/>
            </a:xfrm>
            <a:custGeom>
              <a:avLst/>
              <a:gdLst/>
              <a:ahLst/>
              <a:cxnLst/>
              <a:rect l="l" t="t" r="r" b="b"/>
              <a:pathLst>
                <a:path w="1441" h="2311" extrusionOk="0">
                  <a:moveTo>
                    <a:pt x="0" y="1"/>
                  </a:moveTo>
                  <a:cubicBezTo>
                    <a:pt x="786" y="322"/>
                    <a:pt x="1155" y="1477"/>
                    <a:pt x="822" y="2310"/>
                  </a:cubicBezTo>
                  <a:lnTo>
                    <a:pt x="1191" y="1977"/>
                  </a:lnTo>
                  <a:cubicBezTo>
                    <a:pt x="1191" y="1977"/>
                    <a:pt x="1441" y="191"/>
                    <a:pt x="0" y="1"/>
                  </a:cubicBezTo>
                  <a:close/>
                </a:path>
              </a:pathLst>
            </a:custGeom>
            <a:solidFill>
              <a:srgbClr val="2F52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22"/>
            <p:cNvSpPr/>
            <p:nvPr/>
          </p:nvSpPr>
          <p:spPr>
            <a:xfrm>
              <a:off x="3797284" y="3704426"/>
              <a:ext cx="81407" cy="128779"/>
            </a:xfrm>
            <a:custGeom>
              <a:avLst/>
              <a:gdLst/>
              <a:ahLst/>
              <a:cxnLst/>
              <a:rect l="l" t="t" r="r" b="b"/>
              <a:pathLst>
                <a:path w="2191" h="3466" extrusionOk="0">
                  <a:moveTo>
                    <a:pt x="0" y="1"/>
                  </a:moveTo>
                  <a:lnTo>
                    <a:pt x="0" y="1"/>
                  </a:lnTo>
                  <a:cubicBezTo>
                    <a:pt x="834" y="489"/>
                    <a:pt x="1584" y="1834"/>
                    <a:pt x="1488" y="3465"/>
                  </a:cubicBezTo>
                  <a:lnTo>
                    <a:pt x="2120" y="3096"/>
                  </a:lnTo>
                  <a:cubicBezTo>
                    <a:pt x="2120" y="3096"/>
                    <a:pt x="2191" y="798"/>
                    <a:pt x="0" y="1"/>
                  </a:cubicBezTo>
                  <a:close/>
                </a:path>
              </a:pathLst>
            </a:custGeom>
            <a:solidFill>
              <a:srgbClr val="2F52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22"/>
            <p:cNvSpPr/>
            <p:nvPr/>
          </p:nvSpPr>
          <p:spPr>
            <a:xfrm>
              <a:off x="3913174" y="3608415"/>
              <a:ext cx="87203" cy="148694"/>
            </a:xfrm>
            <a:custGeom>
              <a:avLst/>
              <a:gdLst/>
              <a:ahLst/>
              <a:cxnLst/>
              <a:rect l="l" t="t" r="r" b="b"/>
              <a:pathLst>
                <a:path w="2347" h="4002" extrusionOk="0">
                  <a:moveTo>
                    <a:pt x="1" y="1"/>
                  </a:moveTo>
                  <a:lnTo>
                    <a:pt x="1" y="1"/>
                  </a:lnTo>
                  <a:cubicBezTo>
                    <a:pt x="1275" y="906"/>
                    <a:pt x="1918" y="2454"/>
                    <a:pt x="1656" y="4001"/>
                  </a:cubicBezTo>
                  <a:cubicBezTo>
                    <a:pt x="1822" y="3942"/>
                    <a:pt x="1977" y="3859"/>
                    <a:pt x="2120" y="3751"/>
                  </a:cubicBezTo>
                  <a:cubicBezTo>
                    <a:pt x="2346" y="2704"/>
                    <a:pt x="1739" y="846"/>
                    <a:pt x="1" y="1"/>
                  </a:cubicBezTo>
                  <a:close/>
                </a:path>
              </a:pathLst>
            </a:custGeom>
            <a:solidFill>
              <a:srgbClr val="2F52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22"/>
            <p:cNvSpPr/>
            <p:nvPr/>
          </p:nvSpPr>
          <p:spPr>
            <a:xfrm>
              <a:off x="4059607" y="3528343"/>
              <a:ext cx="83636" cy="139851"/>
            </a:xfrm>
            <a:custGeom>
              <a:avLst/>
              <a:gdLst/>
              <a:ahLst/>
              <a:cxnLst/>
              <a:rect l="l" t="t" r="r" b="b"/>
              <a:pathLst>
                <a:path w="2251" h="3764" extrusionOk="0">
                  <a:moveTo>
                    <a:pt x="1" y="1"/>
                  </a:moveTo>
                  <a:lnTo>
                    <a:pt x="1" y="1"/>
                  </a:lnTo>
                  <a:cubicBezTo>
                    <a:pt x="1358" y="1168"/>
                    <a:pt x="1560" y="1954"/>
                    <a:pt x="1465" y="3763"/>
                  </a:cubicBezTo>
                  <a:cubicBezTo>
                    <a:pt x="1691" y="3704"/>
                    <a:pt x="1894" y="3585"/>
                    <a:pt x="2072" y="3430"/>
                  </a:cubicBezTo>
                  <a:cubicBezTo>
                    <a:pt x="2251" y="2656"/>
                    <a:pt x="1489" y="572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22"/>
            <p:cNvSpPr/>
            <p:nvPr/>
          </p:nvSpPr>
          <p:spPr>
            <a:xfrm>
              <a:off x="4195413" y="3500476"/>
              <a:ext cx="49156" cy="99575"/>
            </a:xfrm>
            <a:custGeom>
              <a:avLst/>
              <a:gdLst/>
              <a:ahLst/>
              <a:cxnLst/>
              <a:rect l="l" t="t" r="r" b="b"/>
              <a:pathLst>
                <a:path w="1323" h="2680" extrusionOk="0">
                  <a:moveTo>
                    <a:pt x="1" y="1"/>
                  </a:moveTo>
                  <a:cubicBezTo>
                    <a:pt x="727" y="679"/>
                    <a:pt x="1037" y="1739"/>
                    <a:pt x="941" y="2680"/>
                  </a:cubicBezTo>
                  <a:lnTo>
                    <a:pt x="1322" y="2358"/>
                  </a:lnTo>
                  <a:cubicBezTo>
                    <a:pt x="1322" y="2358"/>
                    <a:pt x="1072" y="632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22"/>
            <p:cNvSpPr/>
            <p:nvPr/>
          </p:nvSpPr>
          <p:spPr>
            <a:xfrm>
              <a:off x="4291871" y="3465104"/>
              <a:ext cx="44697" cy="73010"/>
            </a:xfrm>
            <a:custGeom>
              <a:avLst/>
              <a:gdLst/>
              <a:ahLst/>
              <a:cxnLst/>
              <a:rect l="l" t="t" r="r" b="b"/>
              <a:pathLst>
                <a:path w="1203" h="1965" extrusionOk="0">
                  <a:moveTo>
                    <a:pt x="0" y="0"/>
                  </a:moveTo>
                  <a:lnTo>
                    <a:pt x="0" y="0"/>
                  </a:lnTo>
                  <a:cubicBezTo>
                    <a:pt x="572" y="500"/>
                    <a:pt x="965" y="1322"/>
                    <a:pt x="953" y="1965"/>
                  </a:cubicBezTo>
                  <a:lnTo>
                    <a:pt x="1203" y="1822"/>
                  </a:lnTo>
                  <a:cubicBezTo>
                    <a:pt x="1203" y="1822"/>
                    <a:pt x="846" y="381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22"/>
            <p:cNvSpPr/>
            <p:nvPr/>
          </p:nvSpPr>
          <p:spPr>
            <a:xfrm>
              <a:off x="3764549" y="4103595"/>
              <a:ext cx="461428" cy="420595"/>
            </a:xfrm>
            <a:custGeom>
              <a:avLst/>
              <a:gdLst/>
              <a:ahLst/>
              <a:cxnLst/>
              <a:rect l="l" t="t" r="r" b="b"/>
              <a:pathLst>
                <a:path w="12419" h="11320" extrusionOk="0">
                  <a:moveTo>
                    <a:pt x="946" y="1"/>
                  </a:moveTo>
                  <a:cubicBezTo>
                    <a:pt x="727" y="1"/>
                    <a:pt x="507" y="7"/>
                    <a:pt x="286" y="21"/>
                  </a:cubicBezTo>
                  <a:cubicBezTo>
                    <a:pt x="0" y="2950"/>
                    <a:pt x="2750" y="10332"/>
                    <a:pt x="12418" y="11320"/>
                  </a:cubicBezTo>
                  <a:cubicBezTo>
                    <a:pt x="10479" y="3529"/>
                    <a:pt x="5950" y="1"/>
                    <a:pt x="94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22"/>
            <p:cNvSpPr/>
            <p:nvPr/>
          </p:nvSpPr>
          <p:spPr>
            <a:xfrm>
              <a:off x="3775139" y="4104338"/>
              <a:ext cx="395106" cy="361927"/>
            </a:xfrm>
            <a:custGeom>
              <a:avLst/>
              <a:gdLst/>
              <a:ahLst/>
              <a:cxnLst/>
              <a:rect l="l" t="t" r="r" b="b"/>
              <a:pathLst>
                <a:path w="10634" h="9741" extrusionOk="0">
                  <a:moveTo>
                    <a:pt x="1" y="1"/>
                  </a:moveTo>
                  <a:cubicBezTo>
                    <a:pt x="608" y="1203"/>
                    <a:pt x="4597" y="4680"/>
                    <a:pt x="10633" y="9740"/>
                  </a:cubicBezTo>
                  <a:cubicBezTo>
                    <a:pt x="5311" y="4228"/>
                    <a:pt x="1192" y="418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22"/>
            <p:cNvSpPr/>
            <p:nvPr/>
          </p:nvSpPr>
          <p:spPr>
            <a:xfrm>
              <a:off x="3800368" y="4156988"/>
              <a:ext cx="35000" cy="49602"/>
            </a:xfrm>
            <a:custGeom>
              <a:avLst/>
              <a:gdLst/>
              <a:ahLst/>
              <a:cxnLst/>
              <a:rect l="l" t="t" r="r" b="b"/>
              <a:pathLst>
                <a:path w="942" h="1335" extrusionOk="0">
                  <a:moveTo>
                    <a:pt x="751" y="1"/>
                  </a:moveTo>
                  <a:lnTo>
                    <a:pt x="751" y="1"/>
                  </a:lnTo>
                  <a:cubicBezTo>
                    <a:pt x="858" y="548"/>
                    <a:pt x="513" y="1227"/>
                    <a:pt x="1" y="1334"/>
                  </a:cubicBezTo>
                  <a:cubicBezTo>
                    <a:pt x="15" y="1335"/>
                    <a:pt x="29" y="1335"/>
                    <a:pt x="43" y="1335"/>
                  </a:cubicBezTo>
                  <a:cubicBezTo>
                    <a:pt x="907" y="1335"/>
                    <a:pt x="941" y="251"/>
                    <a:pt x="941" y="251"/>
                  </a:cubicBezTo>
                  <a:lnTo>
                    <a:pt x="751" y="1"/>
                  </a:lnTo>
                  <a:close/>
                </a:path>
              </a:pathLst>
            </a:custGeom>
            <a:solidFill>
              <a:srgbClr val="2F52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22"/>
            <p:cNvSpPr/>
            <p:nvPr/>
          </p:nvSpPr>
          <p:spPr>
            <a:xfrm>
              <a:off x="3832211" y="4204771"/>
              <a:ext cx="60228" cy="73455"/>
            </a:xfrm>
            <a:custGeom>
              <a:avLst/>
              <a:gdLst/>
              <a:ahLst/>
              <a:cxnLst/>
              <a:rect l="l" t="t" r="r" b="b"/>
              <a:pathLst>
                <a:path w="1621" h="1977" extrusionOk="0">
                  <a:moveTo>
                    <a:pt x="1287" y="1"/>
                  </a:moveTo>
                  <a:cubicBezTo>
                    <a:pt x="1168" y="1024"/>
                    <a:pt x="560" y="1751"/>
                    <a:pt x="1" y="1977"/>
                  </a:cubicBezTo>
                  <a:cubicBezTo>
                    <a:pt x="1430" y="1715"/>
                    <a:pt x="1620" y="310"/>
                    <a:pt x="1620" y="310"/>
                  </a:cubicBezTo>
                  <a:lnTo>
                    <a:pt x="1287" y="1"/>
                  </a:lnTo>
                  <a:close/>
                </a:path>
              </a:pathLst>
            </a:custGeom>
            <a:solidFill>
              <a:srgbClr val="2F52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22"/>
            <p:cNvSpPr/>
            <p:nvPr/>
          </p:nvSpPr>
          <p:spPr>
            <a:xfrm>
              <a:off x="3892404" y="4264926"/>
              <a:ext cx="64613" cy="84082"/>
            </a:xfrm>
            <a:custGeom>
              <a:avLst/>
              <a:gdLst/>
              <a:ahLst/>
              <a:cxnLst/>
              <a:rect l="l" t="t" r="r" b="b"/>
              <a:pathLst>
                <a:path w="1739" h="2263" extrusionOk="0">
                  <a:moveTo>
                    <a:pt x="1453" y="1"/>
                  </a:moveTo>
                  <a:cubicBezTo>
                    <a:pt x="1441" y="977"/>
                    <a:pt x="881" y="1858"/>
                    <a:pt x="0" y="2263"/>
                  </a:cubicBezTo>
                  <a:cubicBezTo>
                    <a:pt x="1155" y="1941"/>
                    <a:pt x="1738" y="870"/>
                    <a:pt x="1715" y="203"/>
                  </a:cubicBezTo>
                  <a:cubicBezTo>
                    <a:pt x="1631" y="120"/>
                    <a:pt x="1548" y="60"/>
                    <a:pt x="145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22"/>
            <p:cNvSpPr/>
            <p:nvPr/>
          </p:nvSpPr>
          <p:spPr>
            <a:xfrm>
              <a:off x="3973776" y="4334408"/>
              <a:ext cx="61529" cy="79660"/>
            </a:xfrm>
            <a:custGeom>
              <a:avLst/>
              <a:gdLst/>
              <a:ahLst/>
              <a:cxnLst/>
              <a:rect l="l" t="t" r="r" b="b"/>
              <a:pathLst>
                <a:path w="1656" h="2144" extrusionOk="0">
                  <a:moveTo>
                    <a:pt x="1299" y="0"/>
                  </a:moveTo>
                  <a:cubicBezTo>
                    <a:pt x="1168" y="1119"/>
                    <a:pt x="953" y="1584"/>
                    <a:pt x="1" y="2143"/>
                  </a:cubicBezTo>
                  <a:cubicBezTo>
                    <a:pt x="965" y="1953"/>
                    <a:pt x="1656" y="774"/>
                    <a:pt x="1632" y="274"/>
                  </a:cubicBezTo>
                  <a:cubicBezTo>
                    <a:pt x="1549" y="155"/>
                    <a:pt x="1430" y="60"/>
                    <a:pt x="12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22"/>
            <p:cNvSpPr/>
            <p:nvPr/>
          </p:nvSpPr>
          <p:spPr>
            <a:xfrm>
              <a:off x="4053848" y="4388805"/>
              <a:ext cx="39421" cy="57107"/>
            </a:xfrm>
            <a:custGeom>
              <a:avLst/>
              <a:gdLst/>
              <a:ahLst/>
              <a:cxnLst/>
              <a:rect l="l" t="t" r="r" b="b"/>
              <a:pathLst>
                <a:path w="1061" h="1537" extrusionOk="0">
                  <a:moveTo>
                    <a:pt x="870" y="0"/>
                  </a:moveTo>
                  <a:cubicBezTo>
                    <a:pt x="822" y="620"/>
                    <a:pt x="501" y="1179"/>
                    <a:pt x="1" y="1536"/>
                  </a:cubicBezTo>
                  <a:cubicBezTo>
                    <a:pt x="727" y="1274"/>
                    <a:pt x="1060" y="239"/>
                    <a:pt x="1060" y="239"/>
                  </a:cubicBezTo>
                  <a:lnTo>
                    <a:pt x="87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22"/>
            <p:cNvSpPr/>
            <p:nvPr/>
          </p:nvSpPr>
          <p:spPr>
            <a:xfrm>
              <a:off x="4109174" y="4437480"/>
              <a:ext cx="34517" cy="40722"/>
            </a:xfrm>
            <a:custGeom>
              <a:avLst/>
              <a:gdLst/>
              <a:ahLst/>
              <a:cxnLst/>
              <a:rect l="l" t="t" r="r" b="b"/>
              <a:pathLst>
                <a:path w="929" h="1096" extrusionOk="0">
                  <a:moveTo>
                    <a:pt x="786" y="0"/>
                  </a:moveTo>
                  <a:cubicBezTo>
                    <a:pt x="691" y="453"/>
                    <a:pt x="405" y="846"/>
                    <a:pt x="0" y="1096"/>
                  </a:cubicBezTo>
                  <a:cubicBezTo>
                    <a:pt x="560" y="941"/>
                    <a:pt x="929" y="107"/>
                    <a:pt x="929" y="107"/>
                  </a:cubicBezTo>
                  <a:lnTo>
                    <a:pt x="78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22"/>
            <p:cNvSpPr/>
            <p:nvPr/>
          </p:nvSpPr>
          <p:spPr>
            <a:xfrm>
              <a:off x="3833549" y="4118494"/>
              <a:ext cx="50902" cy="38084"/>
            </a:xfrm>
            <a:custGeom>
              <a:avLst/>
              <a:gdLst/>
              <a:ahLst/>
              <a:cxnLst/>
              <a:rect l="l" t="t" r="r" b="b"/>
              <a:pathLst>
                <a:path w="1370" h="1025" extrusionOk="0">
                  <a:moveTo>
                    <a:pt x="1263" y="1"/>
                  </a:moveTo>
                  <a:lnTo>
                    <a:pt x="1263" y="1"/>
                  </a:lnTo>
                  <a:cubicBezTo>
                    <a:pt x="1196" y="490"/>
                    <a:pt x="641" y="876"/>
                    <a:pt x="112" y="876"/>
                  </a:cubicBezTo>
                  <a:cubicBezTo>
                    <a:pt x="74" y="876"/>
                    <a:pt x="37" y="874"/>
                    <a:pt x="1" y="870"/>
                  </a:cubicBezTo>
                  <a:lnTo>
                    <a:pt x="1" y="870"/>
                  </a:lnTo>
                  <a:lnTo>
                    <a:pt x="262" y="1025"/>
                  </a:lnTo>
                  <a:cubicBezTo>
                    <a:pt x="262" y="1025"/>
                    <a:pt x="1370" y="894"/>
                    <a:pt x="1263" y="1"/>
                  </a:cubicBezTo>
                  <a:close/>
                </a:path>
              </a:pathLst>
            </a:custGeom>
            <a:solidFill>
              <a:srgbClr val="2F52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22"/>
            <p:cNvSpPr/>
            <p:nvPr/>
          </p:nvSpPr>
          <p:spPr>
            <a:xfrm>
              <a:off x="3885307" y="4144169"/>
              <a:ext cx="69034" cy="65504"/>
            </a:xfrm>
            <a:custGeom>
              <a:avLst/>
              <a:gdLst/>
              <a:ahLst/>
              <a:cxnLst/>
              <a:rect l="l" t="t" r="r" b="b"/>
              <a:pathLst>
                <a:path w="1858" h="1763" extrusionOk="0">
                  <a:moveTo>
                    <a:pt x="1858" y="0"/>
                  </a:moveTo>
                  <a:lnTo>
                    <a:pt x="1858" y="0"/>
                  </a:lnTo>
                  <a:cubicBezTo>
                    <a:pt x="1679" y="572"/>
                    <a:pt x="1001" y="1239"/>
                    <a:pt x="1" y="1441"/>
                  </a:cubicBezTo>
                  <a:lnTo>
                    <a:pt x="334" y="1762"/>
                  </a:lnTo>
                  <a:cubicBezTo>
                    <a:pt x="334" y="1762"/>
                    <a:pt x="1727" y="1441"/>
                    <a:pt x="1858" y="0"/>
                  </a:cubicBezTo>
                  <a:close/>
                </a:path>
              </a:pathLst>
            </a:custGeom>
            <a:solidFill>
              <a:srgbClr val="2F52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22"/>
            <p:cNvSpPr/>
            <p:nvPr/>
          </p:nvSpPr>
          <p:spPr>
            <a:xfrm>
              <a:off x="3951222" y="4198120"/>
              <a:ext cx="79214" cy="69963"/>
            </a:xfrm>
            <a:custGeom>
              <a:avLst/>
              <a:gdLst/>
              <a:ahLst/>
              <a:cxnLst/>
              <a:rect l="l" t="t" r="r" b="b"/>
              <a:pathLst>
                <a:path w="2132" h="1883" extrusionOk="0">
                  <a:moveTo>
                    <a:pt x="2132" y="1"/>
                  </a:moveTo>
                  <a:cubicBezTo>
                    <a:pt x="1787" y="906"/>
                    <a:pt x="965" y="1549"/>
                    <a:pt x="1" y="1644"/>
                  </a:cubicBezTo>
                  <a:cubicBezTo>
                    <a:pt x="60" y="1727"/>
                    <a:pt x="132" y="1811"/>
                    <a:pt x="215" y="1882"/>
                  </a:cubicBezTo>
                  <a:cubicBezTo>
                    <a:pt x="882" y="1846"/>
                    <a:pt x="1906" y="1180"/>
                    <a:pt x="2132" y="1"/>
                  </a:cubicBezTo>
                  <a:close/>
                </a:path>
              </a:pathLst>
            </a:custGeom>
            <a:solidFill>
              <a:srgbClr val="2F52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22"/>
            <p:cNvSpPr/>
            <p:nvPr/>
          </p:nvSpPr>
          <p:spPr>
            <a:xfrm>
              <a:off x="4026873" y="4273324"/>
              <a:ext cx="75239" cy="66842"/>
            </a:xfrm>
            <a:custGeom>
              <a:avLst/>
              <a:gdLst/>
              <a:ahLst/>
              <a:cxnLst/>
              <a:rect l="l" t="t" r="r" b="b"/>
              <a:pathLst>
                <a:path w="2025" h="1799" extrusionOk="0">
                  <a:moveTo>
                    <a:pt x="2025" y="1"/>
                  </a:moveTo>
                  <a:lnTo>
                    <a:pt x="2025" y="1"/>
                  </a:lnTo>
                  <a:cubicBezTo>
                    <a:pt x="1548" y="1001"/>
                    <a:pt x="1096" y="1251"/>
                    <a:pt x="1" y="1489"/>
                  </a:cubicBezTo>
                  <a:cubicBezTo>
                    <a:pt x="72" y="1608"/>
                    <a:pt x="179" y="1715"/>
                    <a:pt x="298" y="1799"/>
                  </a:cubicBezTo>
                  <a:cubicBezTo>
                    <a:pt x="798" y="1775"/>
                    <a:pt x="1917" y="977"/>
                    <a:pt x="202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22"/>
            <p:cNvSpPr/>
            <p:nvPr/>
          </p:nvSpPr>
          <p:spPr>
            <a:xfrm>
              <a:off x="4086137" y="4350311"/>
              <a:ext cx="54469" cy="43843"/>
            </a:xfrm>
            <a:custGeom>
              <a:avLst/>
              <a:gdLst/>
              <a:ahLst/>
              <a:cxnLst/>
              <a:rect l="l" t="t" r="r" b="b"/>
              <a:pathLst>
                <a:path w="1466" h="1180" extrusionOk="0">
                  <a:moveTo>
                    <a:pt x="1465" y="1"/>
                  </a:moveTo>
                  <a:lnTo>
                    <a:pt x="1465" y="1"/>
                  </a:lnTo>
                  <a:cubicBezTo>
                    <a:pt x="1156" y="536"/>
                    <a:pt x="620" y="906"/>
                    <a:pt x="1" y="1001"/>
                  </a:cubicBezTo>
                  <a:lnTo>
                    <a:pt x="263" y="1179"/>
                  </a:lnTo>
                  <a:cubicBezTo>
                    <a:pt x="263" y="1179"/>
                    <a:pt x="1263" y="751"/>
                    <a:pt x="14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22"/>
            <p:cNvSpPr/>
            <p:nvPr/>
          </p:nvSpPr>
          <p:spPr>
            <a:xfrm>
              <a:off x="4139233" y="4402961"/>
              <a:ext cx="38084" cy="37638"/>
            </a:xfrm>
            <a:custGeom>
              <a:avLst/>
              <a:gdLst/>
              <a:ahLst/>
              <a:cxnLst/>
              <a:rect l="l" t="t" r="r" b="b"/>
              <a:pathLst>
                <a:path w="1025" h="1013" extrusionOk="0">
                  <a:moveTo>
                    <a:pt x="1025" y="0"/>
                  </a:moveTo>
                  <a:lnTo>
                    <a:pt x="1025" y="0"/>
                  </a:lnTo>
                  <a:cubicBezTo>
                    <a:pt x="822" y="417"/>
                    <a:pt x="441" y="739"/>
                    <a:pt x="1" y="882"/>
                  </a:cubicBezTo>
                  <a:lnTo>
                    <a:pt x="132" y="1013"/>
                  </a:lnTo>
                  <a:cubicBezTo>
                    <a:pt x="132" y="1013"/>
                    <a:pt x="929" y="560"/>
                    <a:pt x="10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22"/>
            <p:cNvSpPr/>
            <p:nvPr/>
          </p:nvSpPr>
          <p:spPr>
            <a:xfrm>
              <a:off x="991170" y="4617538"/>
              <a:ext cx="3388647" cy="137585"/>
            </a:xfrm>
            <a:custGeom>
              <a:avLst/>
              <a:gdLst/>
              <a:ahLst/>
              <a:cxnLst/>
              <a:rect l="l" t="t" r="r" b="b"/>
              <a:pathLst>
                <a:path w="91203" h="3703" extrusionOk="0">
                  <a:moveTo>
                    <a:pt x="45602" y="0"/>
                  </a:moveTo>
                  <a:cubicBezTo>
                    <a:pt x="20420" y="0"/>
                    <a:pt x="1" y="833"/>
                    <a:pt x="1" y="1857"/>
                  </a:cubicBezTo>
                  <a:cubicBezTo>
                    <a:pt x="1" y="2881"/>
                    <a:pt x="20420" y="3703"/>
                    <a:pt x="45602" y="3703"/>
                  </a:cubicBezTo>
                  <a:cubicBezTo>
                    <a:pt x="70784" y="3703"/>
                    <a:pt x="91203" y="2881"/>
                    <a:pt x="91203" y="1857"/>
                  </a:cubicBezTo>
                  <a:cubicBezTo>
                    <a:pt x="91203" y="833"/>
                    <a:pt x="70784" y="0"/>
                    <a:pt x="456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22"/>
            <p:cNvSpPr/>
            <p:nvPr/>
          </p:nvSpPr>
          <p:spPr>
            <a:xfrm>
              <a:off x="2326306" y="4316685"/>
              <a:ext cx="718466" cy="326072"/>
            </a:xfrm>
            <a:custGeom>
              <a:avLst/>
              <a:gdLst/>
              <a:ahLst/>
              <a:cxnLst/>
              <a:rect l="l" t="t" r="r" b="b"/>
              <a:pathLst>
                <a:path w="19337" h="8776" extrusionOk="0">
                  <a:moveTo>
                    <a:pt x="2430" y="1"/>
                  </a:moveTo>
                  <a:lnTo>
                    <a:pt x="1" y="8776"/>
                  </a:lnTo>
                  <a:lnTo>
                    <a:pt x="19337" y="8776"/>
                  </a:lnTo>
                  <a:lnTo>
                    <a:pt x="1690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22"/>
            <p:cNvSpPr/>
            <p:nvPr/>
          </p:nvSpPr>
          <p:spPr>
            <a:xfrm>
              <a:off x="2392667" y="4316685"/>
              <a:ext cx="585749" cy="85865"/>
            </a:xfrm>
            <a:custGeom>
              <a:avLst/>
              <a:gdLst/>
              <a:ahLst/>
              <a:cxnLst/>
              <a:rect l="l" t="t" r="r" b="b"/>
              <a:pathLst>
                <a:path w="15765" h="2311" extrusionOk="0">
                  <a:moveTo>
                    <a:pt x="644" y="1"/>
                  </a:moveTo>
                  <a:lnTo>
                    <a:pt x="1" y="2311"/>
                  </a:lnTo>
                  <a:lnTo>
                    <a:pt x="15765" y="2311"/>
                  </a:lnTo>
                  <a:lnTo>
                    <a:pt x="1512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22"/>
            <p:cNvSpPr/>
            <p:nvPr/>
          </p:nvSpPr>
          <p:spPr>
            <a:xfrm>
              <a:off x="2326306" y="4579044"/>
              <a:ext cx="718466" cy="63721"/>
            </a:xfrm>
            <a:custGeom>
              <a:avLst/>
              <a:gdLst/>
              <a:ahLst/>
              <a:cxnLst/>
              <a:rect l="l" t="t" r="r" b="b"/>
              <a:pathLst>
                <a:path w="19337" h="1715" extrusionOk="0">
                  <a:moveTo>
                    <a:pt x="477" y="0"/>
                  </a:moveTo>
                  <a:lnTo>
                    <a:pt x="1" y="1715"/>
                  </a:lnTo>
                  <a:lnTo>
                    <a:pt x="19337" y="1715"/>
                  </a:lnTo>
                  <a:lnTo>
                    <a:pt x="1886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22"/>
            <p:cNvSpPr/>
            <p:nvPr/>
          </p:nvSpPr>
          <p:spPr>
            <a:xfrm>
              <a:off x="2223680" y="4621068"/>
              <a:ext cx="920627" cy="50011"/>
            </a:xfrm>
            <a:custGeom>
              <a:avLst/>
              <a:gdLst/>
              <a:ahLst/>
              <a:cxnLst/>
              <a:rect l="l" t="t" r="r" b="b"/>
              <a:pathLst>
                <a:path w="24778" h="1346" extrusionOk="0">
                  <a:moveTo>
                    <a:pt x="453" y="0"/>
                  </a:moveTo>
                  <a:cubicBezTo>
                    <a:pt x="203" y="0"/>
                    <a:pt x="1" y="203"/>
                    <a:pt x="1" y="453"/>
                  </a:cubicBezTo>
                  <a:lnTo>
                    <a:pt x="1" y="1346"/>
                  </a:lnTo>
                  <a:lnTo>
                    <a:pt x="24778" y="1346"/>
                  </a:lnTo>
                  <a:lnTo>
                    <a:pt x="24778" y="453"/>
                  </a:lnTo>
                  <a:cubicBezTo>
                    <a:pt x="24778" y="203"/>
                    <a:pt x="24575" y="0"/>
                    <a:pt x="2432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22"/>
            <p:cNvSpPr/>
            <p:nvPr/>
          </p:nvSpPr>
          <p:spPr>
            <a:xfrm>
              <a:off x="1339770" y="4101700"/>
              <a:ext cx="2691917" cy="238015"/>
            </a:xfrm>
            <a:custGeom>
              <a:avLst/>
              <a:gdLst/>
              <a:ahLst/>
              <a:cxnLst/>
              <a:rect l="l" t="t" r="r" b="b"/>
              <a:pathLst>
                <a:path w="72451" h="6406" extrusionOk="0">
                  <a:moveTo>
                    <a:pt x="1" y="0"/>
                  </a:moveTo>
                  <a:lnTo>
                    <a:pt x="1" y="4465"/>
                  </a:lnTo>
                  <a:cubicBezTo>
                    <a:pt x="1" y="5537"/>
                    <a:pt x="858" y="6406"/>
                    <a:pt x="1930" y="6406"/>
                  </a:cubicBezTo>
                  <a:lnTo>
                    <a:pt x="70510" y="6406"/>
                  </a:lnTo>
                  <a:cubicBezTo>
                    <a:pt x="71581" y="6406"/>
                    <a:pt x="72451" y="5537"/>
                    <a:pt x="72451" y="4465"/>
                  </a:cubicBezTo>
                  <a:lnTo>
                    <a:pt x="7245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22"/>
            <p:cNvSpPr/>
            <p:nvPr/>
          </p:nvSpPr>
          <p:spPr>
            <a:xfrm>
              <a:off x="1339362" y="2498933"/>
              <a:ext cx="2691880" cy="1602755"/>
            </a:xfrm>
            <a:custGeom>
              <a:avLst/>
              <a:gdLst/>
              <a:ahLst/>
              <a:cxnLst/>
              <a:rect l="l" t="t" r="r" b="b"/>
              <a:pathLst>
                <a:path w="72450" h="43137" extrusionOk="0">
                  <a:moveTo>
                    <a:pt x="1941" y="0"/>
                  </a:moveTo>
                  <a:cubicBezTo>
                    <a:pt x="869" y="0"/>
                    <a:pt x="0" y="869"/>
                    <a:pt x="0" y="1929"/>
                  </a:cubicBezTo>
                  <a:lnTo>
                    <a:pt x="0" y="43136"/>
                  </a:lnTo>
                  <a:lnTo>
                    <a:pt x="72450" y="43136"/>
                  </a:lnTo>
                  <a:lnTo>
                    <a:pt x="72450" y="1929"/>
                  </a:lnTo>
                  <a:cubicBezTo>
                    <a:pt x="72450" y="869"/>
                    <a:pt x="71580" y="0"/>
                    <a:pt x="7052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22"/>
            <p:cNvSpPr/>
            <p:nvPr/>
          </p:nvSpPr>
          <p:spPr>
            <a:xfrm>
              <a:off x="1434036" y="2594461"/>
              <a:ext cx="2499454" cy="1409475"/>
            </a:xfrm>
            <a:custGeom>
              <a:avLst/>
              <a:gdLst/>
              <a:ahLst/>
              <a:cxnLst/>
              <a:rect l="l" t="t" r="r" b="b"/>
              <a:pathLst>
                <a:path w="67271" h="37935" extrusionOk="0">
                  <a:moveTo>
                    <a:pt x="0" y="1"/>
                  </a:moveTo>
                  <a:lnTo>
                    <a:pt x="67270" y="1"/>
                  </a:lnTo>
                  <a:lnTo>
                    <a:pt x="67270" y="37934"/>
                  </a:lnTo>
                  <a:lnTo>
                    <a:pt x="0" y="37934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22"/>
            <p:cNvSpPr/>
            <p:nvPr/>
          </p:nvSpPr>
          <p:spPr>
            <a:xfrm>
              <a:off x="2647930" y="4171590"/>
              <a:ext cx="85419" cy="85865"/>
            </a:xfrm>
            <a:custGeom>
              <a:avLst/>
              <a:gdLst/>
              <a:ahLst/>
              <a:cxnLst/>
              <a:rect l="l" t="t" r="r" b="b"/>
              <a:pathLst>
                <a:path w="2299" h="2311" extrusionOk="0">
                  <a:moveTo>
                    <a:pt x="1144" y="1"/>
                  </a:moveTo>
                  <a:cubicBezTo>
                    <a:pt x="513" y="1"/>
                    <a:pt x="1" y="513"/>
                    <a:pt x="1" y="1155"/>
                  </a:cubicBezTo>
                  <a:cubicBezTo>
                    <a:pt x="1" y="1786"/>
                    <a:pt x="513" y="2310"/>
                    <a:pt x="1144" y="2310"/>
                  </a:cubicBezTo>
                  <a:cubicBezTo>
                    <a:pt x="1787" y="2310"/>
                    <a:pt x="2299" y="1786"/>
                    <a:pt x="2299" y="1155"/>
                  </a:cubicBezTo>
                  <a:cubicBezTo>
                    <a:pt x="2299" y="513"/>
                    <a:pt x="1787" y="1"/>
                    <a:pt x="114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22"/>
            <p:cNvSpPr/>
            <p:nvPr/>
          </p:nvSpPr>
          <p:spPr>
            <a:xfrm>
              <a:off x="1443779" y="2597606"/>
              <a:ext cx="2499528" cy="1386459"/>
            </a:xfrm>
            <a:custGeom>
              <a:avLst/>
              <a:gdLst/>
              <a:ahLst/>
              <a:cxnLst/>
              <a:rect l="l" t="t" r="r" b="b"/>
              <a:pathLst>
                <a:path w="71903" h="39970" extrusionOk="0">
                  <a:moveTo>
                    <a:pt x="1394" y="0"/>
                  </a:moveTo>
                  <a:cubicBezTo>
                    <a:pt x="870" y="0"/>
                    <a:pt x="358" y="214"/>
                    <a:pt x="1" y="595"/>
                  </a:cubicBezTo>
                  <a:lnTo>
                    <a:pt x="71903" y="39969"/>
                  </a:lnTo>
                  <a:lnTo>
                    <a:pt x="71903" y="1929"/>
                  </a:lnTo>
                  <a:cubicBezTo>
                    <a:pt x="71903" y="869"/>
                    <a:pt x="71033" y="0"/>
                    <a:pt x="699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22"/>
            <p:cNvSpPr/>
            <p:nvPr/>
          </p:nvSpPr>
          <p:spPr>
            <a:xfrm>
              <a:off x="1830827" y="2499379"/>
              <a:ext cx="1708944" cy="1165664"/>
            </a:xfrm>
            <a:custGeom>
              <a:avLst/>
              <a:gdLst/>
              <a:ahLst/>
              <a:cxnLst/>
              <a:rect l="l" t="t" r="r" b="b"/>
              <a:pathLst>
                <a:path w="45995" h="31373" extrusionOk="0">
                  <a:moveTo>
                    <a:pt x="1" y="0"/>
                  </a:moveTo>
                  <a:cubicBezTo>
                    <a:pt x="1751" y="7858"/>
                    <a:pt x="5537" y="15061"/>
                    <a:pt x="11324" y="21526"/>
                  </a:cubicBezTo>
                  <a:cubicBezTo>
                    <a:pt x="16134" y="26896"/>
                    <a:pt x="21015" y="30158"/>
                    <a:pt x="23004" y="31373"/>
                  </a:cubicBezTo>
                  <a:cubicBezTo>
                    <a:pt x="24980" y="30147"/>
                    <a:pt x="29862" y="26872"/>
                    <a:pt x="34684" y="21491"/>
                  </a:cubicBezTo>
                  <a:cubicBezTo>
                    <a:pt x="40470" y="15026"/>
                    <a:pt x="44245" y="7834"/>
                    <a:pt x="4599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22"/>
            <p:cNvSpPr/>
            <p:nvPr/>
          </p:nvSpPr>
          <p:spPr>
            <a:xfrm>
              <a:off x="1790587" y="1550449"/>
              <a:ext cx="1789905" cy="1933658"/>
            </a:xfrm>
            <a:custGeom>
              <a:avLst/>
              <a:gdLst/>
              <a:ahLst/>
              <a:cxnLst/>
              <a:rect l="l" t="t" r="r" b="b"/>
              <a:pathLst>
                <a:path w="48174" h="52043" extrusionOk="0">
                  <a:moveTo>
                    <a:pt x="35767" y="42172"/>
                  </a:moveTo>
                  <a:cubicBezTo>
                    <a:pt x="30945" y="47554"/>
                    <a:pt x="26063" y="50828"/>
                    <a:pt x="24087" y="52042"/>
                  </a:cubicBezTo>
                  <a:cubicBezTo>
                    <a:pt x="22098" y="50828"/>
                    <a:pt x="17217" y="47566"/>
                    <a:pt x="12407" y="42196"/>
                  </a:cubicBezTo>
                  <a:cubicBezTo>
                    <a:pt x="4561" y="33445"/>
                    <a:pt x="393" y="23324"/>
                    <a:pt x="0" y="12061"/>
                  </a:cubicBezTo>
                  <a:cubicBezTo>
                    <a:pt x="12633" y="10466"/>
                    <a:pt x="20813" y="3382"/>
                    <a:pt x="24063" y="0"/>
                  </a:cubicBezTo>
                  <a:cubicBezTo>
                    <a:pt x="27135" y="3239"/>
                    <a:pt x="34802" y="9787"/>
                    <a:pt x="48173" y="11990"/>
                  </a:cubicBezTo>
                  <a:cubicBezTo>
                    <a:pt x="47792" y="23241"/>
                    <a:pt x="43625" y="33385"/>
                    <a:pt x="35767" y="4217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22"/>
            <p:cNvSpPr/>
            <p:nvPr/>
          </p:nvSpPr>
          <p:spPr>
            <a:xfrm>
              <a:off x="1838370" y="1615026"/>
              <a:ext cx="1693896" cy="1804061"/>
            </a:xfrm>
            <a:custGeom>
              <a:avLst/>
              <a:gdLst/>
              <a:ahLst/>
              <a:cxnLst/>
              <a:rect l="l" t="t" r="r" b="b"/>
              <a:pathLst>
                <a:path w="45590" h="48555" fill="none" extrusionOk="0">
                  <a:moveTo>
                    <a:pt x="33850" y="39351"/>
                  </a:moveTo>
                  <a:cubicBezTo>
                    <a:pt x="29290" y="44363"/>
                    <a:pt x="24670" y="47423"/>
                    <a:pt x="22801" y="48554"/>
                  </a:cubicBezTo>
                  <a:cubicBezTo>
                    <a:pt x="20920" y="47423"/>
                    <a:pt x="16300" y="44387"/>
                    <a:pt x="11752" y="39374"/>
                  </a:cubicBezTo>
                  <a:cubicBezTo>
                    <a:pt x="4322" y="31207"/>
                    <a:pt x="369" y="21765"/>
                    <a:pt x="0" y="11264"/>
                  </a:cubicBezTo>
                  <a:cubicBezTo>
                    <a:pt x="11966" y="9775"/>
                    <a:pt x="19705" y="3156"/>
                    <a:pt x="22765" y="0"/>
                  </a:cubicBezTo>
                  <a:cubicBezTo>
                    <a:pt x="25670" y="3025"/>
                    <a:pt x="32933" y="9144"/>
                    <a:pt x="45589" y="11192"/>
                  </a:cubicBezTo>
                  <a:cubicBezTo>
                    <a:pt x="45244" y="21694"/>
                    <a:pt x="41291" y="31147"/>
                    <a:pt x="33850" y="39351"/>
                  </a:cubicBezTo>
                  <a:close/>
                </a:path>
              </a:pathLst>
            </a:custGeom>
            <a:noFill/>
            <a:ln w="1775" cap="flat" cmpd="sng">
              <a:solidFill>
                <a:srgbClr val="FFFFFF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22"/>
            <p:cNvSpPr/>
            <p:nvPr/>
          </p:nvSpPr>
          <p:spPr>
            <a:xfrm>
              <a:off x="1790587" y="1550449"/>
              <a:ext cx="894952" cy="1933658"/>
            </a:xfrm>
            <a:custGeom>
              <a:avLst/>
              <a:gdLst/>
              <a:ahLst/>
              <a:cxnLst/>
              <a:rect l="l" t="t" r="r" b="b"/>
              <a:pathLst>
                <a:path w="24087" h="52043" extrusionOk="0">
                  <a:moveTo>
                    <a:pt x="24063" y="0"/>
                  </a:moveTo>
                  <a:cubicBezTo>
                    <a:pt x="20813" y="3382"/>
                    <a:pt x="12633" y="10466"/>
                    <a:pt x="0" y="12061"/>
                  </a:cubicBezTo>
                  <a:cubicBezTo>
                    <a:pt x="393" y="23324"/>
                    <a:pt x="4561" y="33445"/>
                    <a:pt x="12407" y="42196"/>
                  </a:cubicBezTo>
                  <a:cubicBezTo>
                    <a:pt x="17217" y="47566"/>
                    <a:pt x="22098" y="50828"/>
                    <a:pt x="24087" y="52042"/>
                  </a:cubicBezTo>
                  <a:cubicBezTo>
                    <a:pt x="24087" y="45518"/>
                    <a:pt x="24063" y="9275"/>
                    <a:pt x="240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22"/>
            <p:cNvSpPr/>
            <p:nvPr/>
          </p:nvSpPr>
          <p:spPr>
            <a:xfrm>
              <a:off x="1906477" y="1566559"/>
              <a:ext cx="22182" cy="22182"/>
            </a:xfrm>
            <a:custGeom>
              <a:avLst/>
              <a:gdLst/>
              <a:ahLst/>
              <a:cxnLst/>
              <a:rect l="l" t="t" r="r" b="b"/>
              <a:pathLst>
                <a:path w="597" h="597" extrusionOk="0">
                  <a:moveTo>
                    <a:pt x="299" y="1"/>
                  </a:moveTo>
                  <a:cubicBezTo>
                    <a:pt x="132" y="1"/>
                    <a:pt x="1" y="132"/>
                    <a:pt x="1" y="299"/>
                  </a:cubicBezTo>
                  <a:cubicBezTo>
                    <a:pt x="1" y="465"/>
                    <a:pt x="132" y="596"/>
                    <a:pt x="299" y="596"/>
                  </a:cubicBezTo>
                  <a:cubicBezTo>
                    <a:pt x="465" y="596"/>
                    <a:pt x="596" y="465"/>
                    <a:pt x="596" y="299"/>
                  </a:cubicBezTo>
                  <a:cubicBezTo>
                    <a:pt x="596" y="132"/>
                    <a:pt x="465" y="1"/>
                    <a:pt x="29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22"/>
            <p:cNvSpPr/>
            <p:nvPr/>
          </p:nvSpPr>
          <p:spPr>
            <a:xfrm>
              <a:off x="3436274" y="1566559"/>
              <a:ext cx="22144" cy="22182"/>
            </a:xfrm>
            <a:custGeom>
              <a:avLst/>
              <a:gdLst/>
              <a:ahLst/>
              <a:cxnLst/>
              <a:rect l="l" t="t" r="r" b="b"/>
              <a:pathLst>
                <a:path w="596" h="597" extrusionOk="0">
                  <a:moveTo>
                    <a:pt x="298" y="1"/>
                  </a:moveTo>
                  <a:cubicBezTo>
                    <a:pt x="144" y="1"/>
                    <a:pt x="1" y="132"/>
                    <a:pt x="1" y="299"/>
                  </a:cubicBezTo>
                  <a:cubicBezTo>
                    <a:pt x="1" y="465"/>
                    <a:pt x="144" y="596"/>
                    <a:pt x="298" y="596"/>
                  </a:cubicBezTo>
                  <a:cubicBezTo>
                    <a:pt x="465" y="596"/>
                    <a:pt x="596" y="465"/>
                    <a:pt x="596" y="299"/>
                  </a:cubicBezTo>
                  <a:cubicBezTo>
                    <a:pt x="596" y="132"/>
                    <a:pt x="465" y="1"/>
                    <a:pt x="29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22"/>
            <p:cNvSpPr/>
            <p:nvPr/>
          </p:nvSpPr>
          <p:spPr>
            <a:xfrm>
              <a:off x="1514516" y="1933120"/>
              <a:ext cx="73047" cy="73455"/>
            </a:xfrm>
            <a:custGeom>
              <a:avLst/>
              <a:gdLst/>
              <a:ahLst/>
              <a:cxnLst/>
              <a:rect l="l" t="t" r="r" b="b"/>
              <a:pathLst>
                <a:path w="1966" h="1977" extrusionOk="0">
                  <a:moveTo>
                    <a:pt x="989" y="0"/>
                  </a:moveTo>
                  <a:cubicBezTo>
                    <a:pt x="441" y="0"/>
                    <a:pt x="1" y="441"/>
                    <a:pt x="1" y="988"/>
                  </a:cubicBezTo>
                  <a:cubicBezTo>
                    <a:pt x="1" y="1536"/>
                    <a:pt x="441" y="1976"/>
                    <a:pt x="989" y="1976"/>
                  </a:cubicBezTo>
                  <a:cubicBezTo>
                    <a:pt x="1525" y="1976"/>
                    <a:pt x="1965" y="1536"/>
                    <a:pt x="1965" y="988"/>
                  </a:cubicBezTo>
                  <a:cubicBezTo>
                    <a:pt x="1965" y="441"/>
                    <a:pt x="1525" y="0"/>
                    <a:pt x="98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22"/>
            <p:cNvSpPr/>
            <p:nvPr/>
          </p:nvSpPr>
          <p:spPr>
            <a:xfrm>
              <a:off x="1343783" y="1891059"/>
              <a:ext cx="18615" cy="18652"/>
            </a:xfrm>
            <a:custGeom>
              <a:avLst/>
              <a:gdLst/>
              <a:ahLst/>
              <a:cxnLst/>
              <a:rect l="l" t="t" r="r" b="b"/>
              <a:pathLst>
                <a:path w="501" h="502" extrusionOk="0">
                  <a:moveTo>
                    <a:pt x="250" y="1"/>
                  </a:moveTo>
                  <a:cubicBezTo>
                    <a:pt x="107" y="1"/>
                    <a:pt x="0" y="120"/>
                    <a:pt x="0" y="251"/>
                  </a:cubicBezTo>
                  <a:cubicBezTo>
                    <a:pt x="0" y="394"/>
                    <a:pt x="107" y="501"/>
                    <a:pt x="250" y="501"/>
                  </a:cubicBezTo>
                  <a:cubicBezTo>
                    <a:pt x="393" y="501"/>
                    <a:pt x="500" y="394"/>
                    <a:pt x="500" y="251"/>
                  </a:cubicBezTo>
                  <a:cubicBezTo>
                    <a:pt x="500" y="120"/>
                    <a:pt x="393" y="1"/>
                    <a:pt x="25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22"/>
            <p:cNvSpPr/>
            <p:nvPr/>
          </p:nvSpPr>
          <p:spPr>
            <a:xfrm>
              <a:off x="1020821" y="2187045"/>
              <a:ext cx="45589" cy="45589"/>
            </a:xfrm>
            <a:custGeom>
              <a:avLst/>
              <a:gdLst/>
              <a:ahLst/>
              <a:cxnLst/>
              <a:rect l="l" t="t" r="r" b="b"/>
              <a:pathLst>
                <a:path w="1227" h="1227" extrusionOk="0">
                  <a:moveTo>
                    <a:pt x="620" y="0"/>
                  </a:moveTo>
                  <a:cubicBezTo>
                    <a:pt x="274" y="0"/>
                    <a:pt x="1" y="274"/>
                    <a:pt x="1" y="619"/>
                  </a:cubicBezTo>
                  <a:cubicBezTo>
                    <a:pt x="1" y="953"/>
                    <a:pt x="274" y="1227"/>
                    <a:pt x="620" y="1227"/>
                  </a:cubicBezTo>
                  <a:cubicBezTo>
                    <a:pt x="953" y="1227"/>
                    <a:pt x="1227" y="953"/>
                    <a:pt x="1227" y="619"/>
                  </a:cubicBezTo>
                  <a:cubicBezTo>
                    <a:pt x="1227" y="274"/>
                    <a:pt x="953" y="0"/>
                    <a:pt x="62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22"/>
            <p:cNvSpPr/>
            <p:nvPr/>
          </p:nvSpPr>
          <p:spPr>
            <a:xfrm>
              <a:off x="884123" y="2302935"/>
              <a:ext cx="27012" cy="27012"/>
            </a:xfrm>
            <a:custGeom>
              <a:avLst/>
              <a:gdLst/>
              <a:ahLst/>
              <a:cxnLst/>
              <a:rect l="l" t="t" r="r" b="b"/>
              <a:pathLst>
                <a:path w="727" h="727" extrusionOk="0">
                  <a:moveTo>
                    <a:pt x="370" y="1"/>
                  </a:moveTo>
                  <a:cubicBezTo>
                    <a:pt x="167" y="1"/>
                    <a:pt x="1" y="167"/>
                    <a:pt x="1" y="358"/>
                  </a:cubicBezTo>
                  <a:cubicBezTo>
                    <a:pt x="1" y="560"/>
                    <a:pt x="167" y="727"/>
                    <a:pt x="370" y="727"/>
                  </a:cubicBezTo>
                  <a:cubicBezTo>
                    <a:pt x="572" y="727"/>
                    <a:pt x="727" y="560"/>
                    <a:pt x="727" y="358"/>
                  </a:cubicBezTo>
                  <a:cubicBezTo>
                    <a:pt x="727" y="167"/>
                    <a:pt x="572" y="1"/>
                    <a:pt x="37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22"/>
            <p:cNvSpPr/>
            <p:nvPr/>
          </p:nvSpPr>
          <p:spPr>
            <a:xfrm>
              <a:off x="633727" y="3342117"/>
              <a:ext cx="45589" cy="45589"/>
            </a:xfrm>
            <a:custGeom>
              <a:avLst/>
              <a:gdLst/>
              <a:ahLst/>
              <a:cxnLst/>
              <a:rect l="l" t="t" r="r" b="b"/>
              <a:pathLst>
                <a:path w="1227" h="1227" extrusionOk="0">
                  <a:moveTo>
                    <a:pt x="620" y="0"/>
                  </a:moveTo>
                  <a:cubicBezTo>
                    <a:pt x="274" y="0"/>
                    <a:pt x="1" y="274"/>
                    <a:pt x="1" y="608"/>
                  </a:cubicBezTo>
                  <a:cubicBezTo>
                    <a:pt x="1" y="953"/>
                    <a:pt x="274" y="1227"/>
                    <a:pt x="620" y="1227"/>
                  </a:cubicBezTo>
                  <a:cubicBezTo>
                    <a:pt x="953" y="1227"/>
                    <a:pt x="1227" y="953"/>
                    <a:pt x="1227" y="608"/>
                  </a:cubicBezTo>
                  <a:cubicBezTo>
                    <a:pt x="1227" y="274"/>
                    <a:pt x="953" y="0"/>
                    <a:pt x="62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22"/>
            <p:cNvSpPr/>
            <p:nvPr/>
          </p:nvSpPr>
          <p:spPr>
            <a:xfrm>
              <a:off x="538607" y="3190817"/>
              <a:ext cx="16868" cy="16831"/>
            </a:xfrm>
            <a:custGeom>
              <a:avLst/>
              <a:gdLst/>
              <a:ahLst/>
              <a:cxnLst/>
              <a:rect l="l" t="t" r="r" b="b"/>
              <a:pathLst>
                <a:path w="454" h="453" extrusionOk="0">
                  <a:moveTo>
                    <a:pt x="227" y="0"/>
                  </a:moveTo>
                  <a:cubicBezTo>
                    <a:pt x="96" y="0"/>
                    <a:pt x="1" y="108"/>
                    <a:pt x="1" y="227"/>
                  </a:cubicBezTo>
                  <a:cubicBezTo>
                    <a:pt x="1" y="346"/>
                    <a:pt x="96" y="453"/>
                    <a:pt x="227" y="453"/>
                  </a:cubicBezTo>
                  <a:cubicBezTo>
                    <a:pt x="346" y="453"/>
                    <a:pt x="453" y="346"/>
                    <a:pt x="453" y="227"/>
                  </a:cubicBezTo>
                  <a:cubicBezTo>
                    <a:pt x="453" y="108"/>
                    <a:pt x="346" y="0"/>
                    <a:pt x="22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22"/>
            <p:cNvSpPr/>
            <p:nvPr/>
          </p:nvSpPr>
          <p:spPr>
            <a:xfrm>
              <a:off x="470500" y="3607114"/>
              <a:ext cx="18615" cy="18615"/>
            </a:xfrm>
            <a:custGeom>
              <a:avLst/>
              <a:gdLst/>
              <a:ahLst/>
              <a:cxnLst/>
              <a:rect l="l" t="t" r="r" b="b"/>
              <a:pathLst>
                <a:path w="501" h="501" extrusionOk="0">
                  <a:moveTo>
                    <a:pt x="250" y="0"/>
                  </a:moveTo>
                  <a:cubicBezTo>
                    <a:pt x="107" y="0"/>
                    <a:pt x="0" y="107"/>
                    <a:pt x="0" y="250"/>
                  </a:cubicBezTo>
                  <a:cubicBezTo>
                    <a:pt x="0" y="381"/>
                    <a:pt x="107" y="500"/>
                    <a:pt x="250" y="500"/>
                  </a:cubicBezTo>
                  <a:cubicBezTo>
                    <a:pt x="381" y="500"/>
                    <a:pt x="500" y="381"/>
                    <a:pt x="500" y="250"/>
                  </a:cubicBezTo>
                  <a:cubicBezTo>
                    <a:pt x="500" y="107"/>
                    <a:pt x="381" y="0"/>
                    <a:pt x="250" y="0"/>
                  </a:cubicBezTo>
                  <a:close/>
                </a:path>
              </a:pathLst>
            </a:custGeom>
            <a:solidFill>
              <a:srgbClr val="4478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22"/>
            <p:cNvSpPr/>
            <p:nvPr/>
          </p:nvSpPr>
          <p:spPr>
            <a:xfrm>
              <a:off x="869967" y="4043736"/>
              <a:ext cx="30987" cy="31024"/>
            </a:xfrm>
            <a:custGeom>
              <a:avLst/>
              <a:gdLst/>
              <a:ahLst/>
              <a:cxnLst/>
              <a:rect l="l" t="t" r="r" b="b"/>
              <a:pathLst>
                <a:path w="834" h="835" extrusionOk="0">
                  <a:moveTo>
                    <a:pt x="417" y="1"/>
                  </a:moveTo>
                  <a:cubicBezTo>
                    <a:pt x="179" y="1"/>
                    <a:pt x="1" y="179"/>
                    <a:pt x="1" y="417"/>
                  </a:cubicBezTo>
                  <a:cubicBezTo>
                    <a:pt x="1" y="644"/>
                    <a:pt x="179" y="834"/>
                    <a:pt x="417" y="834"/>
                  </a:cubicBezTo>
                  <a:cubicBezTo>
                    <a:pt x="643" y="834"/>
                    <a:pt x="834" y="644"/>
                    <a:pt x="834" y="417"/>
                  </a:cubicBezTo>
                  <a:cubicBezTo>
                    <a:pt x="834" y="179"/>
                    <a:pt x="643" y="1"/>
                    <a:pt x="417" y="1"/>
                  </a:cubicBezTo>
                  <a:close/>
                </a:path>
              </a:pathLst>
            </a:custGeom>
            <a:solidFill>
              <a:srgbClr val="4478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22"/>
            <p:cNvSpPr/>
            <p:nvPr/>
          </p:nvSpPr>
          <p:spPr>
            <a:xfrm>
              <a:off x="617379" y="4132651"/>
              <a:ext cx="22590" cy="22590"/>
            </a:xfrm>
            <a:custGeom>
              <a:avLst/>
              <a:gdLst/>
              <a:ahLst/>
              <a:cxnLst/>
              <a:rect l="l" t="t" r="r" b="b"/>
              <a:pathLst>
                <a:path w="608" h="608" extrusionOk="0">
                  <a:moveTo>
                    <a:pt x="310" y="1"/>
                  </a:moveTo>
                  <a:cubicBezTo>
                    <a:pt x="131" y="1"/>
                    <a:pt x="0" y="132"/>
                    <a:pt x="0" y="310"/>
                  </a:cubicBezTo>
                  <a:cubicBezTo>
                    <a:pt x="0" y="477"/>
                    <a:pt x="131" y="608"/>
                    <a:pt x="310" y="608"/>
                  </a:cubicBezTo>
                  <a:cubicBezTo>
                    <a:pt x="476" y="608"/>
                    <a:pt x="607" y="477"/>
                    <a:pt x="607" y="310"/>
                  </a:cubicBezTo>
                  <a:cubicBezTo>
                    <a:pt x="607" y="132"/>
                    <a:pt x="476" y="1"/>
                    <a:pt x="31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22"/>
            <p:cNvSpPr/>
            <p:nvPr/>
          </p:nvSpPr>
          <p:spPr>
            <a:xfrm>
              <a:off x="813787" y="4393227"/>
              <a:ext cx="29241" cy="29241"/>
            </a:xfrm>
            <a:custGeom>
              <a:avLst/>
              <a:gdLst/>
              <a:ahLst/>
              <a:cxnLst/>
              <a:rect l="l" t="t" r="r" b="b"/>
              <a:pathLst>
                <a:path w="787" h="787" extrusionOk="0">
                  <a:moveTo>
                    <a:pt x="393" y="1"/>
                  </a:moveTo>
                  <a:cubicBezTo>
                    <a:pt x="179" y="1"/>
                    <a:pt x="0" y="179"/>
                    <a:pt x="0" y="393"/>
                  </a:cubicBezTo>
                  <a:cubicBezTo>
                    <a:pt x="0" y="608"/>
                    <a:pt x="179" y="786"/>
                    <a:pt x="393" y="786"/>
                  </a:cubicBezTo>
                  <a:cubicBezTo>
                    <a:pt x="608" y="786"/>
                    <a:pt x="786" y="608"/>
                    <a:pt x="786" y="393"/>
                  </a:cubicBezTo>
                  <a:cubicBezTo>
                    <a:pt x="786" y="179"/>
                    <a:pt x="608" y="1"/>
                    <a:pt x="39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22"/>
            <p:cNvSpPr/>
            <p:nvPr/>
          </p:nvSpPr>
          <p:spPr>
            <a:xfrm>
              <a:off x="4672759" y="3340334"/>
              <a:ext cx="28349" cy="28349"/>
            </a:xfrm>
            <a:custGeom>
              <a:avLst/>
              <a:gdLst/>
              <a:ahLst/>
              <a:cxnLst/>
              <a:rect l="l" t="t" r="r" b="b"/>
              <a:pathLst>
                <a:path w="763" h="763" extrusionOk="0">
                  <a:moveTo>
                    <a:pt x="382" y="1"/>
                  </a:moveTo>
                  <a:cubicBezTo>
                    <a:pt x="179" y="1"/>
                    <a:pt x="1" y="167"/>
                    <a:pt x="1" y="382"/>
                  </a:cubicBezTo>
                  <a:cubicBezTo>
                    <a:pt x="1" y="596"/>
                    <a:pt x="179" y="763"/>
                    <a:pt x="382" y="763"/>
                  </a:cubicBezTo>
                  <a:cubicBezTo>
                    <a:pt x="596" y="763"/>
                    <a:pt x="763" y="596"/>
                    <a:pt x="763" y="382"/>
                  </a:cubicBezTo>
                  <a:cubicBezTo>
                    <a:pt x="763" y="167"/>
                    <a:pt x="596" y="1"/>
                    <a:pt x="382" y="1"/>
                  </a:cubicBezTo>
                  <a:close/>
                </a:path>
              </a:pathLst>
            </a:custGeom>
            <a:solidFill>
              <a:srgbClr val="4478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22"/>
            <p:cNvSpPr/>
            <p:nvPr/>
          </p:nvSpPr>
          <p:spPr>
            <a:xfrm>
              <a:off x="4696205" y="3654897"/>
              <a:ext cx="51794" cy="51348"/>
            </a:xfrm>
            <a:custGeom>
              <a:avLst/>
              <a:gdLst/>
              <a:ahLst/>
              <a:cxnLst/>
              <a:rect l="l" t="t" r="r" b="b"/>
              <a:pathLst>
                <a:path w="1394" h="1382" extrusionOk="0">
                  <a:moveTo>
                    <a:pt x="703" y="0"/>
                  </a:moveTo>
                  <a:cubicBezTo>
                    <a:pt x="310" y="0"/>
                    <a:pt x="1" y="310"/>
                    <a:pt x="1" y="691"/>
                  </a:cubicBezTo>
                  <a:cubicBezTo>
                    <a:pt x="1" y="1072"/>
                    <a:pt x="310" y="1381"/>
                    <a:pt x="703" y="1381"/>
                  </a:cubicBezTo>
                  <a:cubicBezTo>
                    <a:pt x="1084" y="1381"/>
                    <a:pt x="1394" y="1072"/>
                    <a:pt x="1394" y="691"/>
                  </a:cubicBezTo>
                  <a:cubicBezTo>
                    <a:pt x="1394" y="310"/>
                    <a:pt x="1084" y="0"/>
                    <a:pt x="70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22"/>
            <p:cNvSpPr/>
            <p:nvPr/>
          </p:nvSpPr>
          <p:spPr>
            <a:xfrm>
              <a:off x="4672759" y="1919372"/>
              <a:ext cx="28349" cy="28349"/>
            </a:xfrm>
            <a:custGeom>
              <a:avLst/>
              <a:gdLst/>
              <a:ahLst/>
              <a:cxnLst/>
              <a:rect l="l" t="t" r="r" b="b"/>
              <a:pathLst>
                <a:path w="763" h="763" extrusionOk="0">
                  <a:moveTo>
                    <a:pt x="382" y="1"/>
                  </a:moveTo>
                  <a:cubicBezTo>
                    <a:pt x="179" y="1"/>
                    <a:pt x="1" y="180"/>
                    <a:pt x="1" y="382"/>
                  </a:cubicBezTo>
                  <a:cubicBezTo>
                    <a:pt x="1" y="596"/>
                    <a:pt x="179" y="763"/>
                    <a:pt x="382" y="763"/>
                  </a:cubicBezTo>
                  <a:cubicBezTo>
                    <a:pt x="596" y="763"/>
                    <a:pt x="763" y="596"/>
                    <a:pt x="763" y="382"/>
                  </a:cubicBezTo>
                  <a:cubicBezTo>
                    <a:pt x="763" y="180"/>
                    <a:pt x="596" y="1"/>
                    <a:pt x="38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22"/>
            <p:cNvSpPr/>
            <p:nvPr/>
          </p:nvSpPr>
          <p:spPr>
            <a:xfrm>
              <a:off x="3828681" y="1844614"/>
              <a:ext cx="56661" cy="56216"/>
            </a:xfrm>
            <a:custGeom>
              <a:avLst/>
              <a:gdLst/>
              <a:ahLst/>
              <a:cxnLst/>
              <a:rect l="l" t="t" r="r" b="b"/>
              <a:pathLst>
                <a:path w="1525" h="1513" extrusionOk="0">
                  <a:moveTo>
                    <a:pt x="763" y="1"/>
                  </a:moveTo>
                  <a:cubicBezTo>
                    <a:pt x="346" y="1"/>
                    <a:pt x="1" y="334"/>
                    <a:pt x="1" y="751"/>
                  </a:cubicBezTo>
                  <a:cubicBezTo>
                    <a:pt x="1" y="1180"/>
                    <a:pt x="346" y="1513"/>
                    <a:pt x="763" y="1513"/>
                  </a:cubicBezTo>
                  <a:cubicBezTo>
                    <a:pt x="1179" y="1513"/>
                    <a:pt x="1525" y="1180"/>
                    <a:pt x="1525" y="751"/>
                  </a:cubicBezTo>
                  <a:cubicBezTo>
                    <a:pt x="1525" y="334"/>
                    <a:pt x="1179" y="1"/>
                    <a:pt x="76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22"/>
            <p:cNvSpPr/>
            <p:nvPr/>
          </p:nvSpPr>
          <p:spPr>
            <a:xfrm>
              <a:off x="4293208" y="1417727"/>
              <a:ext cx="46927" cy="46927"/>
            </a:xfrm>
            <a:custGeom>
              <a:avLst/>
              <a:gdLst/>
              <a:ahLst/>
              <a:cxnLst/>
              <a:rect l="l" t="t" r="r" b="b"/>
              <a:pathLst>
                <a:path w="1263" h="1263" extrusionOk="0">
                  <a:moveTo>
                    <a:pt x="631" y="0"/>
                  </a:moveTo>
                  <a:cubicBezTo>
                    <a:pt x="274" y="0"/>
                    <a:pt x="0" y="286"/>
                    <a:pt x="0" y="631"/>
                  </a:cubicBezTo>
                  <a:cubicBezTo>
                    <a:pt x="0" y="977"/>
                    <a:pt x="274" y="1262"/>
                    <a:pt x="631" y="1262"/>
                  </a:cubicBezTo>
                  <a:cubicBezTo>
                    <a:pt x="976" y="1262"/>
                    <a:pt x="1262" y="977"/>
                    <a:pt x="1262" y="631"/>
                  </a:cubicBezTo>
                  <a:cubicBezTo>
                    <a:pt x="1262" y="286"/>
                    <a:pt x="976" y="0"/>
                    <a:pt x="6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22"/>
            <p:cNvSpPr/>
            <p:nvPr/>
          </p:nvSpPr>
          <p:spPr>
            <a:xfrm>
              <a:off x="1115604" y="4878581"/>
              <a:ext cx="15225" cy="78042"/>
            </a:xfrm>
            <a:custGeom>
              <a:avLst/>
              <a:gdLst/>
              <a:ahLst/>
              <a:cxnLst/>
              <a:rect l="l" t="t" r="r" b="b"/>
              <a:pathLst>
                <a:path w="453" h="2322" extrusionOk="0">
                  <a:moveTo>
                    <a:pt x="0" y="0"/>
                  </a:moveTo>
                  <a:lnTo>
                    <a:pt x="0" y="2322"/>
                  </a:lnTo>
                  <a:lnTo>
                    <a:pt x="453" y="2322"/>
                  </a:lnTo>
                  <a:lnTo>
                    <a:pt x="45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22"/>
            <p:cNvSpPr/>
            <p:nvPr/>
          </p:nvSpPr>
          <p:spPr>
            <a:xfrm>
              <a:off x="1084379" y="4909772"/>
              <a:ext cx="77673" cy="15259"/>
            </a:xfrm>
            <a:custGeom>
              <a:avLst/>
              <a:gdLst/>
              <a:ahLst/>
              <a:cxnLst/>
              <a:rect l="l" t="t" r="r" b="b"/>
              <a:pathLst>
                <a:path w="2311" h="454" extrusionOk="0">
                  <a:moveTo>
                    <a:pt x="0" y="1"/>
                  </a:moveTo>
                  <a:lnTo>
                    <a:pt x="0" y="453"/>
                  </a:lnTo>
                  <a:lnTo>
                    <a:pt x="2310" y="453"/>
                  </a:lnTo>
                  <a:lnTo>
                    <a:pt x="231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22"/>
            <p:cNvSpPr/>
            <p:nvPr/>
          </p:nvSpPr>
          <p:spPr>
            <a:xfrm>
              <a:off x="4423255" y="4679440"/>
              <a:ext cx="16831" cy="86311"/>
            </a:xfrm>
            <a:custGeom>
              <a:avLst/>
              <a:gdLst/>
              <a:ahLst/>
              <a:cxnLst/>
              <a:rect l="l" t="t" r="r" b="b"/>
              <a:pathLst>
                <a:path w="453" h="2323" extrusionOk="0">
                  <a:moveTo>
                    <a:pt x="1" y="1"/>
                  </a:moveTo>
                  <a:lnTo>
                    <a:pt x="1" y="2323"/>
                  </a:lnTo>
                  <a:lnTo>
                    <a:pt x="453" y="2323"/>
                  </a:lnTo>
                  <a:lnTo>
                    <a:pt x="45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22"/>
            <p:cNvSpPr/>
            <p:nvPr/>
          </p:nvSpPr>
          <p:spPr>
            <a:xfrm>
              <a:off x="4388291" y="4713958"/>
              <a:ext cx="86311" cy="16831"/>
            </a:xfrm>
            <a:custGeom>
              <a:avLst/>
              <a:gdLst/>
              <a:ahLst/>
              <a:cxnLst/>
              <a:rect l="l" t="t" r="r" b="b"/>
              <a:pathLst>
                <a:path w="2323" h="453" extrusionOk="0">
                  <a:moveTo>
                    <a:pt x="1" y="1"/>
                  </a:moveTo>
                  <a:lnTo>
                    <a:pt x="1" y="453"/>
                  </a:lnTo>
                  <a:lnTo>
                    <a:pt x="2323" y="453"/>
                  </a:lnTo>
                  <a:lnTo>
                    <a:pt x="232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22"/>
            <p:cNvSpPr/>
            <p:nvPr/>
          </p:nvSpPr>
          <p:spPr>
            <a:xfrm>
              <a:off x="1923273" y="1251245"/>
              <a:ext cx="16831" cy="86274"/>
            </a:xfrm>
            <a:custGeom>
              <a:avLst/>
              <a:gdLst/>
              <a:ahLst/>
              <a:cxnLst/>
              <a:rect l="l" t="t" r="r" b="b"/>
              <a:pathLst>
                <a:path w="453" h="2322" extrusionOk="0">
                  <a:moveTo>
                    <a:pt x="1" y="0"/>
                  </a:moveTo>
                  <a:lnTo>
                    <a:pt x="1" y="2322"/>
                  </a:lnTo>
                  <a:lnTo>
                    <a:pt x="453" y="2322"/>
                  </a:lnTo>
                  <a:lnTo>
                    <a:pt x="45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22"/>
            <p:cNvSpPr/>
            <p:nvPr/>
          </p:nvSpPr>
          <p:spPr>
            <a:xfrm>
              <a:off x="1888309" y="1286171"/>
              <a:ext cx="86311" cy="16868"/>
            </a:xfrm>
            <a:custGeom>
              <a:avLst/>
              <a:gdLst/>
              <a:ahLst/>
              <a:cxnLst/>
              <a:rect l="l" t="t" r="r" b="b"/>
              <a:pathLst>
                <a:path w="2323" h="454" extrusionOk="0">
                  <a:moveTo>
                    <a:pt x="1" y="1"/>
                  </a:moveTo>
                  <a:lnTo>
                    <a:pt x="1" y="453"/>
                  </a:lnTo>
                  <a:lnTo>
                    <a:pt x="2323" y="453"/>
                  </a:lnTo>
                  <a:lnTo>
                    <a:pt x="232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22"/>
            <p:cNvSpPr/>
            <p:nvPr/>
          </p:nvSpPr>
          <p:spPr>
            <a:xfrm>
              <a:off x="3097855" y="1150745"/>
              <a:ext cx="16831" cy="85828"/>
            </a:xfrm>
            <a:custGeom>
              <a:avLst/>
              <a:gdLst/>
              <a:ahLst/>
              <a:cxnLst/>
              <a:rect l="l" t="t" r="r" b="b"/>
              <a:pathLst>
                <a:path w="453" h="2310" extrusionOk="0">
                  <a:moveTo>
                    <a:pt x="0" y="0"/>
                  </a:moveTo>
                  <a:lnTo>
                    <a:pt x="0" y="2310"/>
                  </a:lnTo>
                  <a:lnTo>
                    <a:pt x="453" y="2310"/>
                  </a:lnTo>
                  <a:lnTo>
                    <a:pt x="45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22"/>
            <p:cNvSpPr/>
            <p:nvPr/>
          </p:nvSpPr>
          <p:spPr>
            <a:xfrm>
              <a:off x="3062891" y="1185225"/>
              <a:ext cx="86311" cy="16868"/>
            </a:xfrm>
            <a:custGeom>
              <a:avLst/>
              <a:gdLst/>
              <a:ahLst/>
              <a:cxnLst/>
              <a:rect l="l" t="t" r="r" b="b"/>
              <a:pathLst>
                <a:path w="2323" h="454" extrusionOk="0">
                  <a:moveTo>
                    <a:pt x="1" y="1"/>
                  </a:moveTo>
                  <a:lnTo>
                    <a:pt x="1" y="453"/>
                  </a:lnTo>
                  <a:lnTo>
                    <a:pt x="2323" y="453"/>
                  </a:lnTo>
                  <a:lnTo>
                    <a:pt x="232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22"/>
            <p:cNvSpPr/>
            <p:nvPr/>
          </p:nvSpPr>
          <p:spPr>
            <a:xfrm>
              <a:off x="4455990" y="1713676"/>
              <a:ext cx="30133" cy="154416"/>
            </a:xfrm>
            <a:custGeom>
              <a:avLst/>
              <a:gdLst/>
              <a:ahLst/>
              <a:cxnLst/>
              <a:rect l="l" t="t" r="r" b="b"/>
              <a:pathLst>
                <a:path w="811" h="4156" extrusionOk="0">
                  <a:moveTo>
                    <a:pt x="1" y="1"/>
                  </a:moveTo>
                  <a:lnTo>
                    <a:pt x="1" y="4156"/>
                  </a:lnTo>
                  <a:lnTo>
                    <a:pt x="810" y="4156"/>
                  </a:lnTo>
                  <a:lnTo>
                    <a:pt x="81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22"/>
            <p:cNvSpPr/>
            <p:nvPr/>
          </p:nvSpPr>
          <p:spPr>
            <a:xfrm>
              <a:off x="4393605" y="1776061"/>
              <a:ext cx="154453" cy="30096"/>
            </a:xfrm>
            <a:custGeom>
              <a:avLst/>
              <a:gdLst/>
              <a:ahLst/>
              <a:cxnLst/>
              <a:rect l="l" t="t" r="r" b="b"/>
              <a:pathLst>
                <a:path w="4157" h="810" extrusionOk="0">
                  <a:moveTo>
                    <a:pt x="1" y="0"/>
                  </a:moveTo>
                  <a:lnTo>
                    <a:pt x="1" y="810"/>
                  </a:lnTo>
                  <a:lnTo>
                    <a:pt x="4156" y="810"/>
                  </a:lnTo>
                  <a:lnTo>
                    <a:pt x="41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22"/>
            <p:cNvSpPr/>
            <p:nvPr/>
          </p:nvSpPr>
          <p:spPr>
            <a:xfrm>
              <a:off x="4789987" y="4308163"/>
              <a:ext cx="16423" cy="84973"/>
            </a:xfrm>
            <a:custGeom>
              <a:avLst/>
              <a:gdLst/>
              <a:ahLst/>
              <a:cxnLst/>
              <a:rect l="l" t="t" r="r" b="b"/>
              <a:pathLst>
                <a:path w="442" h="2287" extrusionOk="0">
                  <a:moveTo>
                    <a:pt x="1" y="0"/>
                  </a:moveTo>
                  <a:lnTo>
                    <a:pt x="1" y="2286"/>
                  </a:lnTo>
                  <a:lnTo>
                    <a:pt x="441" y="2286"/>
                  </a:lnTo>
                  <a:lnTo>
                    <a:pt x="44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22"/>
            <p:cNvSpPr/>
            <p:nvPr/>
          </p:nvSpPr>
          <p:spPr>
            <a:xfrm>
              <a:off x="4755506" y="4342198"/>
              <a:ext cx="85419" cy="16868"/>
            </a:xfrm>
            <a:custGeom>
              <a:avLst/>
              <a:gdLst/>
              <a:ahLst/>
              <a:cxnLst/>
              <a:rect l="l" t="t" r="r" b="b"/>
              <a:pathLst>
                <a:path w="2299" h="454" extrusionOk="0">
                  <a:moveTo>
                    <a:pt x="0" y="1"/>
                  </a:moveTo>
                  <a:lnTo>
                    <a:pt x="0" y="453"/>
                  </a:lnTo>
                  <a:lnTo>
                    <a:pt x="2298" y="453"/>
                  </a:lnTo>
                  <a:lnTo>
                    <a:pt x="229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22"/>
            <p:cNvSpPr/>
            <p:nvPr/>
          </p:nvSpPr>
          <p:spPr>
            <a:xfrm>
              <a:off x="697004" y="1448678"/>
              <a:ext cx="30096" cy="154416"/>
            </a:xfrm>
            <a:custGeom>
              <a:avLst/>
              <a:gdLst/>
              <a:ahLst/>
              <a:cxnLst/>
              <a:rect l="l" t="t" r="r" b="b"/>
              <a:pathLst>
                <a:path w="810" h="4156" extrusionOk="0">
                  <a:moveTo>
                    <a:pt x="0" y="1"/>
                  </a:moveTo>
                  <a:lnTo>
                    <a:pt x="0" y="4156"/>
                  </a:lnTo>
                  <a:lnTo>
                    <a:pt x="810" y="4156"/>
                  </a:lnTo>
                  <a:lnTo>
                    <a:pt x="81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22"/>
            <p:cNvSpPr/>
            <p:nvPr/>
          </p:nvSpPr>
          <p:spPr>
            <a:xfrm>
              <a:off x="635065" y="1510617"/>
              <a:ext cx="154416" cy="30133"/>
            </a:xfrm>
            <a:custGeom>
              <a:avLst/>
              <a:gdLst/>
              <a:ahLst/>
              <a:cxnLst/>
              <a:rect l="l" t="t" r="r" b="b"/>
              <a:pathLst>
                <a:path w="4156" h="811" extrusionOk="0">
                  <a:moveTo>
                    <a:pt x="0" y="1"/>
                  </a:moveTo>
                  <a:lnTo>
                    <a:pt x="0" y="810"/>
                  </a:lnTo>
                  <a:lnTo>
                    <a:pt x="4156" y="810"/>
                  </a:lnTo>
                  <a:lnTo>
                    <a:pt x="41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22"/>
            <p:cNvSpPr/>
            <p:nvPr/>
          </p:nvSpPr>
          <p:spPr>
            <a:xfrm>
              <a:off x="2382932" y="2258719"/>
              <a:ext cx="624687" cy="503004"/>
            </a:xfrm>
            <a:custGeom>
              <a:avLst/>
              <a:gdLst/>
              <a:ahLst/>
              <a:cxnLst/>
              <a:rect l="l" t="t" r="r" b="b"/>
              <a:pathLst>
                <a:path w="16813" h="13538" extrusionOk="0">
                  <a:moveTo>
                    <a:pt x="14681" y="0"/>
                  </a:moveTo>
                  <a:cubicBezTo>
                    <a:pt x="9097" y="5251"/>
                    <a:pt x="6335" y="10311"/>
                    <a:pt x="6335" y="10311"/>
                  </a:cubicBezTo>
                  <a:lnTo>
                    <a:pt x="3632" y="5763"/>
                  </a:lnTo>
                  <a:lnTo>
                    <a:pt x="1" y="5763"/>
                  </a:lnTo>
                  <a:lnTo>
                    <a:pt x="5764" y="13537"/>
                  </a:lnTo>
                  <a:lnTo>
                    <a:pt x="7442" y="13537"/>
                  </a:lnTo>
                  <a:cubicBezTo>
                    <a:pt x="11574" y="4727"/>
                    <a:pt x="16813" y="0"/>
                    <a:pt x="168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22"/>
            <p:cNvSpPr/>
            <p:nvPr/>
          </p:nvSpPr>
          <p:spPr>
            <a:xfrm>
              <a:off x="2295800" y="2060937"/>
              <a:ext cx="820642" cy="820642"/>
            </a:xfrm>
            <a:custGeom>
              <a:avLst/>
              <a:gdLst/>
              <a:ahLst/>
              <a:cxnLst/>
              <a:rect l="l" t="t" r="r" b="b"/>
              <a:pathLst>
                <a:path w="22087" h="22087" fill="none" extrusionOk="0">
                  <a:moveTo>
                    <a:pt x="22086" y="11050"/>
                  </a:moveTo>
                  <a:cubicBezTo>
                    <a:pt x="22086" y="17146"/>
                    <a:pt x="17145" y="22087"/>
                    <a:pt x="11049" y="22087"/>
                  </a:cubicBezTo>
                  <a:cubicBezTo>
                    <a:pt x="4953" y="22087"/>
                    <a:pt x="0" y="17146"/>
                    <a:pt x="0" y="11050"/>
                  </a:cubicBezTo>
                  <a:cubicBezTo>
                    <a:pt x="0" y="4954"/>
                    <a:pt x="4953" y="1"/>
                    <a:pt x="11049" y="1"/>
                  </a:cubicBezTo>
                  <a:cubicBezTo>
                    <a:pt x="17145" y="1"/>
                    <a:pt x="22086" y="4954"/>
                    <a:pt x="22086" y="11050"/>
                  </a:cubicBezTo>
                  <a:close/>
                </a:path>
              </a:pathLst>
            </a:custGeom>
            <a:noFill/>
            <a:ln w="3875" cap="flat" cmpd="sng">
              <a:solidFill>
                <a:srgbClr val="FFFFFF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Ellipse 1">
            <a:extLst>
              <a:ext uri="{FF2B5EF4-FFF2-40B4-BE49-F238E27FC236}">
                <a16:creationId xmlns:a16="http://schemas.microsoft.com/office/drawing/2014/main" id="{8B4ADAE9-F127-7726-0A3B-CA95061BA4FE}"/>
              </a:ext>
            </a:extLst>
          </p:cNvPr>
          <p:cNvSpPr/>
          <p:nvPr/>
        </p:nvSpPr>
        <p:spPr>
          <a:xfrm>
            <a:off x="8367712" y="-1804640"/>
            <a:ext cx="3400425" cy="3437441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449B33B8-6525-AE51-9EDC-C626C3A24BD7}"/>
              </a:ext>
            </a:extLst>
          </p:cNvPr>
          <p:cNvSpPr/>
          <p:nvPr/>
        </p:nvSpPr>
        <p:spPr>
          <a:xfrm>
            <a:off x="7119937" y="-1548008"/>
            <a:ext cx="2495550" cy="2466975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Google Shape;3368;p37">
            <a:extLst>
              <a:ext uri="{FF2B5EF4-FFF2-40B4-BE49-F238E27FC236}">
                <a16:creationId xmlns:a16="http://schemas.microsoft.com/office/drawing/2014/main" id="{A8EFF9B3-C680-6A8C-ADDB-1AB84E6E5435}"/>
              </a:ext>
            </a:extLst>
          </p:cNvPr>
          <p:cNvSpPr/>
          <p:nvPr/>
        </p:nvSpPr>
        <p:spPr>
          <a:xfrm>
            <a:off x="7331610" y="4928807"/>
            <a:ext cx="486039" cy="429385"/>
          </a:xfrm>
          <a:custGeom>
            <a:avLst/>
            <a:gdLst/>
            <a:ahLst/>
            <a:cxnLst/>
            <a:rect l="l" t="t" r="r" b="b"/>
            <a:pathLst>
              <a:path w="11942" h="10550" extrusionOk="0">
                <a:moveTo>
                  <a:pt x="7370" y="0"/>
                </a:moveTo>
                <a:lnTo>
                  <a:pt x="0" y="10549"/>
                </a:lnTo>
                <a:lnTo>
                  <a:pt x="4572" y="10549"/>
                </a:lnTo>
                <a:lnTo>
                  <a:pt x="1194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3369;p37">
            <a:extLst>
              <a:ext uri="{FF2B5EF4-FFF2-40B4-BE49-F238E27FC236}">
                <a16:creationId xmlns:a16="http://schemas.microsoft.com/office/drawing/2014/main" id="{0271A692-5BD4-525A-7F1D-EEAB1FB3D5ED}"/>
              </a:ext>
            </a:extLst>
          </p:cNvPr>
          <p:cNvSpPr/>
          <p:nvPr/>
        </p:nvSpPr>
        <p:spPr>
          <a:xfrm>
            <a:off x="7632016" y="4928807"/>
            <a:ext cx="485592" cy="429385"/>
          </a:xfrm>
          <a:custGeom>
            <a:avLst/>
            <a:gdLst/>
            <a:ahLst/>
            <a:cxnLst/>
            <a:rect l="l" t="t" r="r" b="b"/>
            <a:pathLst>
              <a:path w="11931" h="10550" extrusionOk="0">
                <a:moveTo>
                  <a:pt x="7359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3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3370;p37">
            <a:extLst>
              <a:ext uri="{FF2B5EF4-FFF2-40B4-BE49-F238E27FC236}">
                <a16:creationId xmlns:a16="http://schemas.microsoft.com/office/drawing/2014/main" id="{4E2C57BA-43F4-9DD9-4A66-74ED61BA8B5D}"/>
              </a:ext>
            </a:extLst>
          </p:cNvPr>
          <p:cNvSpPr/>
          <p:nvPr/>
        </p:nvSpPr>
        <p:spPr>
          <a:xfrm>
            <a:off x="7932463" y="4928807"/>
            <a:ext cx="485592" cy="429385"/>
          </a:xfrm>
          <a:custGeom>
            <a:avLst/>
            <a:gdLst/>
            <a:ahLst/>
            <a:cxnLst/>
            <a:rect l="l" t="t" r="r" b="b"/>
            <a:pathLst>
              <a:path w="11931" h="10550" extrusionOk="0">
                <a:moveTo>
                  <a:pt x="7359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3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3371;p37">
            <a:extLst>
              <a:ext uri="{FF2B5EF4-FFF2-40B4-BE49-F238E27FC236}">
                <a16:creationId xmlns:a16="http://schemas.microsoft.com/office/drawing/2014/main" id="{71253288-311F-D48E-88E4-8D0C6DD4AB62}"/>
              </a:ext>
            </a:extLst>
          </p:cNvPr>
          <p:cNvSpPr/>
          <p:nvPr/>
        </p:nvSpPr>
        <p:spPr>
          <a:xfrm>
            <a:off x="8232421" y="4928807"/>
            <a:ext cx="486080" cy="429385"/>
          </a:xfrm>
          <a:custGeom>
            <a:avLst/>
            <a:gdLst/>
            <a:ahLst/>
            <a:cxnLst/>
            <a:rect l="l" t="t" r="r" b="b"/>
            <a:pathLst>
              <a:path w="11943" h="10550" extrusionOk="0">
                <a:moveTo>
                  <a:pt x="7371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4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3372;p37">
            <a:extLst>
              <a:ext uri="{FF2B5EF4-FFF2-40B4-BE49-F238E27FC236}">
                <a16:creationId xmlns:a16="http://schemas.microsoft.com/office/drawing/2014/main" id="{3BD20F5A-615F-E746-2640-B998E53A7C2A}"/>
              </a:ext>
            </a:extLst>
          </p:cNvPr>
          <p:cNvSpPr/>
          <p:nvPr/>
        </p:nvSpPr>
        <p:spPr>
          <a:xfrm>
            <a:off x="8532868" y="4928807"/>
            <a:ext cx="485103" cy="429385"/>
          </a:xfrm>
          <a:custGeom>
            <a:avLst/>
            <a:gdLst/>
            <a:ahLst/>
            <a:cxnLst/>
            <a:rect l="l" t="t" r="r" b="b"/>
            <a:pathLst>
              <a:path w="11919" h="10550" extrusionOk="0">
                <a:moveTo>
                  <a:pt x="7359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19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3373;p37">
            <a:extLst>
              <a:ext uri="{FF2B5EF4-FFF2-40B4-BE49-F238E27FC236}">
                <a16:creationId xmlns:a16="http://schemas.microsoft.com/office/drawing/2014/main" id="{16B712F8-89A0-3CEF-4749-2AB5DE8B3B1F}"/>
              </a:ext>
            </a:extLst>
          </p:cNvPr>
          <p:cNvSpPr/>
          <p:nvPr/>
        </p:nvSpPr>
        <p:spPr>
          <a:xfrm>
            <a:off x="8833315" y="4928807"/>
            <a:ext cx="485103" cy="429385"/>
          </a:xfrm>
          <a:custGeom>
            <a:avLst/>
            <a:gdLst/>
            <a:ahLst/>
            <a:cxnLst/>
            <a:rect l="l" t="t" r="r" b="b"/>
            <a:pathLst>
              <a:path w="11919" h="10550" extrusionOk="0">
                <a:moveTo>
                  <a:pt x="7359" y="0"/>
                </a:moveTo>
                <a:lnTo>
                  <a:pt x="1" y="10549"/>
                </a:lnTo>
                <a:lnTo>
                  <a:pt x="4561" y="10549"/>
                </a:lnTo>
                <a:lnTo>
                  <a:pt x="11919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3374;p37">
            <a:extLst>
              <a:ext uri="{FF2B5EF4-FFF2-40B4-BE49-F238E27FC236}">
                <a16:creationId xmlns:a16="http://schemas.microsoft.com/office/drawing/2014/main" id="{CFCA522E-43F4-8ECD-210A-B564B111BFB6}"/>
              </a:ext>
            </a:extLst>
          </p:cNvPr>
          <p:cNvSpPr/>
          <p:nvPr/>
        </p:nvSpPr>
        <p:spPr>
          <a:xfrm>
            <a:off x="9130384" y="4928807"/>
            <a:ext cx="485103" cy="429385"/>
          </a:xfrm>
          <a:custGeom>
            <a:avLst/>
            <a:gdLst/>
            <a:ahLst/>
            <a:cxnLst/>
            <a:rect l="l" t="t" r="r" b="b"/>
            <a:pathLst>
              <a:path w="11919" h="10550" extrusionOk="0">
                <a:moveTo>
                  <a:pt x="7346" y="0"/>
                </a:moveTo>
                <a:lnTo>
                  <a:pt x="0" y="10549"/>
                </a:lnTo>
                <a:lnTo>
                  <a:pt x="4560" y="10549"/>
                </a:lnTo>
                <a:lnTo>
                  <a:pt x="11918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3438;p37">
            <a:extLst>
              <a:ext uri="{FF2B5EF4-FFF2-40B4-BE49-F238E27FC236}">
                <a16:creationId xmlns:a16="http://schemas.microsoft.com/office/drawing/2014/main" id="{A95FEEF2-1903-CFE8-EC10-5C1DE3829991}"/>
              </a:ext>
            </a:extLst>
          </p:cNvPr>
          <p:cNvSpPr/>
          <p:nvPr/>
        </p:nvSpPr>
        <p:spPr>
          <a:xfrm>
            <a:off x="5257535" y="4928807"/>
            <a:ext cx="486039" cy="429385"/>
          </a:xfrm>
          <a:custGeom>
            <a:avLst/>
            <a:gdLst/>
            <a:ahLst/>
            <a:cxnLst/>
            <a:rect l="l" t="t" r="r" b="b"/>
            <a:pathLst>
              <a:path w="11942" h="10550" extrusionOk="0">
                <a:moveTo>
                  <a:pt x="7370" y="0"/>
                </a:moveTo>
                <a:lnTo>
                  <a:pt x="0" y="10549"/>
                </a:lnTo>
                <a:lnTo>
                  <a:pt x="4572" y="10549"/>
                </a:lnTo>
                <a:lnTo>
                  <a:pt x="1194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3439;p37">
            <a:extLst>
              <a:ext uri="{FF2B5EF4-FFF2-40B4-BE49-F238E27FC236}">
                <a16:creationId xmlns:a16="http://schemas.microsoft.com/office/drawing/2014/main" id="{A73EA057-3F50-9A06-2873-5CEC9E3F373E}"/>
              </a:ext>
            </a:extLst>
          </p:cNvPr>
          <p:cNvSpPr/>
          <p:nvPr/>
        </p:nvSpPr>
        <p:spPr>
          <a:xfrm>
            <a:off x="5557941" y="4928807"/>
            <a:ext cx="485592" cy="429385"/>
          </a:xfrm>
          <a:custGeom>
            <a:avLst/>
            <a:gdLst/>
            <a:ahLst/>
            <a:cxnLst/>
            <a:rect l="l" t="t" r="r" b="b"/>
            <a:pathLst>
              <a:path w="11931" h="10550" extrusionOk="0">
                <a:moveTo>
                  <a:pt x="7359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3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3440;p37">
            <a:extLst>
              <a:ext uri="{FF2B5EF4-FFF2-40B4-BE49-F238E27FC236}">
                <a16:creationId xmlns:a16="http://schemas.microsoft.com/office/drawing/2014/main" id="{EA325890-8B81-ADDD-C1F4-2232332A6986}"/>
              </a:ext>
            </a:extLst>
          </p:cNvPr>
          <p:cNvSpPr/>
          <p:nvPr/>
        </p:nvSpPr>
        <p:spPr>
          <a:xfrm>
            <a:off x="5858388" y="4928807"/>
            <a:ext cx="485592" cy="429385"/>
          </a:xfrm>
          <a:custGeom>
            <a:avLst/>
            <a:gdLst/>
            <a:ahLst/>
            <a:cxnLst/>
            <a:rect l="l" t="t" r="r" b="b"/>
            <a:pathLst>
              <a:path w="11931" h="10550" extrusionOk="0">
                <a:moveTo>
                  <a:pt x="7359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3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3441;p37">
            <a:extLst>
              <a:ext uri="{FF2B5EF4-FFF2-40B4-BE49-F238E27FC236}">
                <a16:creationId xmlns:a16="http://schemas.microsoft.com/office/drawing/2014/main" id="{A21DCBF3-D69E-17D0-2DD1-0D2415759119}"/>
              </a:ext>
            </a:extLst>
          </p:cNvPr>
          <p:cNvSpPr/>
          <p:nvPr/>
        </p:nvSpPr>
        <p:spPr>
          <a:xfrm>
            <a:off x="6158346" y="4928807"/>
            <a:ext cx="486080" cy="429385"/>
          </a:xfrm>
          <a:custGeom>
            <a:avLst/>
            <a:gdLst/>
            <a:ahLst/>
            <a:cxnLst/>
            <a:rect l="l" t="t" r="r" b="b"/>
            <a:pathLst>
              <a:path w="11943" h="10550" extrusionOk="0">
                <a:moveTo>
                  <a:pt x="7371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4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3442;p37">
            <a:extLst>
              <a:ext uri="{FF2B5EF4-FFF2-40B4-BE49-F238E27FC236}">
                <a16:creationId xmlns:a16="http://schemas.microsoft.com/office/drawing/2014/main" id="{1C585CE0-5EB3-AFD9-ED18-C4322E751D20}"/>
              </a:ext>
            </a:extLst>
          </p:cNvPr>
          <p:cNvSpPr/>
          <p:nvPr/>
        </p:nvSpPr>
        <p:spPr>
          <a:xfrm>
            <a:off x="6458793" y="4928807"/>
            <a:ext cx="485103" cy="429385"/>
          </a:xfrm>
          <a:custGeom>
            <a:avLst/>
            <a:gdLst/>
            <a:ahLst/>
            <a:cxnLst/>
            <a:rect l="l" t="t" r="r" b="b"/>
            <a:pathLst>
              <a:path w="11919" h="10550" extrusionOk="0">
                <a:moveTo>
                  <a:pt x="7359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19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3443;p37">
            <a:extLst>
              <a:ext uri="{FF2B5EF4-FFF2-40B4-BE49-F238E27FC236}">
                <a16:creationId xmlns:a16="http://schemas.microsoft.com/office/drawing/2014/main" id="{6B217BAA-8165-51C9-B15E-6DBFC4286560}"/>
              </a:ext>
            </a:extLst>
          </p:cNvPr>
          <p:cNvSpPr/>
          <p:nvPr/>
        </p:nvSpPr>
        <p:spPr>
          <a:xfrm>
            <a:off x="6759240" y="4928807"/>
            <a:ext cx="485103" cy="429385"/>
          </a:xfrm>
          <a:custGeom>
            <a:avLst/>
            <a:gdLst/>
            <a:ahLst/>
            <a:cxnLst/>
            <a:rect l="l" t="t" r="r" b="b"/>
            <a:pathLst>
              <a:path w="11919" h="10550" extrusionOk="0">
                <a:moveTo>
                  <a:pt x="7359" y="0"/>
                </a:moveTo>
                <a:lnTo>
                  <a:pt x="1" y="10549"/>
                </a:lnTo>
                <a:lnTo>
                  <a:pt x="4561" y="10549"/>
                </a:lnTo>
                <a:lnTo>
                  <a:pt x="11919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3444;p37">
            <a:extLst>
              <a:ext uri="{FF2B5EF4-FFF2-40B4-BE49-F238E27FC236}">
                <a16:creationId xmlns:a16="http://schemas.microsoft.com/office/drawing/2014/main" id="{4A455271-9F4D-0286-7BB1-D0D54A1DC0B1}"/>
              </a:ext>
            </a:extLst>
          </p:cNvPr>
          <p:cNvSpPr/>
          <p:nvPr/>
        </p:nvSpPr>
        <p:spPr>
          <a:xfrm>
            <a:off x="7056309" y="4928807"/>
            <a:ext cx="485103" cy="429385"/>
          </a:xfrm>
          <a:custGeom>
            <a:avLst/>
            <a:gdLst/>
            <a:ahLst/>
            <a:cxnLst/>
            <a:rect l="l" t="t" r="r" b="b"/>
            <a:pathLst>
              <a:path w="11919" h="10550" extrusionOk="0">
                <a:moveTo>
                  <a:pt x="7346" y="0"/>
                </a:moveTo>
                <a:lnTo>
                  <a:pt x="0" y="10549"/>
                </a:lnTo>
                <a:lnTo>
                  <a:pt x="4560" y="10549"/>
                </a:lnTo>
                <a:lnTo>
                  <a:pt x="11918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3368;p37">
            <a:extLst>
              <a:ext uri="{FF2B5EF4-FFF2-40B4-BE49-F238E27FC236}">
                <a16:creationId xmlns:a16="http://schemas.microsoft.com/office/drawing/2014/main" id="{470ECDC9-3634-8F41-CBD7-5472C1600298}"/>
              </a:ext>
            </a:extLst>
          </p:cNvPr>
          <p:cNvSpPr/>
          <p:nvPr/>
        </p:nvSpPr>
        <p:spPr>
          <a:xfrm>
            <a:off x="1220403" y="-128425"/>
            <a:ext cx="486039" cy="429385"/>
          </a:xfrm>
          <a:custGeom>
            <a:avLst/>
            <a:gdLst/>
            <a:ahLst/>
            <a:cxnLst/>
            <a:rect l="l" t="t" r="r" b="b"/>
            <a:pathLst>
              <a:path w="11942" h="10550" extrusionOk="0">
                <a:moveTo>
                  <a:pt x="7370" y="0"/>
                </a:moveTo>
                <a:lnTo>
                  <a:pt x="0" y="10549"/>
                </a:lnTo>
                <a:lnTo>
                  <a:pt x="4572" y="10549"/>
                </a:lnTo>
                <a:lnTo>
                  <a:pt x="1194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3369;p37">
            <a:extLst>
              <a:ext uri="{FF2B5EF4-FFF2-40B4-BE49-F238E27FC236}">
                <a16:creationId xmlns:a16="http://schemas.microsoft.com/office/drawing/2014/main" id="{477B889D-3964-0447-EB0E-5EE3F0FA123A}"/>
              </a:ext>
            </a:extLst>
          </p:cNvPr>
          <p:cNvSpPr/>
          <p:nvPr/>
        </p:nvSpPr>
        <p:spPr>
          <a:xfrm>
            <a:off x="1520809" y="-128425"/>
            <a:ext cx="485592" cy="429385"/>
          </a:xfrm>
          <a:custGeom>
            <a:avLst/>
            <a:gdLst/>
            <a:ahLst/>
            <a:cxnLst/>
            <a:rect l="l" t="t" r="r" b="b"/>
            <a:pathLst>
              <a:path w="11931" h="10550" extrusionOk="0">
                <a:moveTo>
                  <a:pt x="7359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3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3370;p37">
            <a:extLst>
              <a:ext uri="{FF2B5EF4-FFF2-40B4-BE49-F238E27FC236}">
                <a16:creationId xmlns:a16="http://schemas.microsoft.com/office/drawing/2014/main" id="{B0AF2B66-32D5-A538-4116-DA6BBE109614}"/>
              </a:ext>
            </a:extLst>
          </p:cNvPr>
          <p:cNvSpPr/>
          <p:nvPr/>
        </p:nvSpPr>
        <p:spPr>
          <a:xfrm>
            <a:off x="1821256" y="-128425"/>
            <a:ext cx="485592" cy="429385"/>
          </a:xfrm>
          <a:custGeom>
            <a:avLst/>
            <a:gdLst/>
            <a:ahLst/>
            <a:cxnLst/>
            <a:rect l="l" t="t" r="r" b="b"/>
            <a:pathLst>
              <a:path w="11931" h="10550" extrusionOk="0">
                <a:moveTo>
                  <a:pt x="7359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3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3371;p37">
            <a:extLst>
              <a:ext uri="{FF2B5EF4-FFF2-40B4-BE49-F238E27FC236}">
                <a16:creationId xmlns:a16="http://schemas.microsoft.com/office/drawing/2014/main" id="{8D378887-14AD-312F-B120-5951A792F00F}"/>
              </a:ext>
            </a:extLst>
          </p:cNvPr>
          <p:cNvSpPr/>
          <p:nvPr/>
        </p:nvSpPr>
        <p:spPr>
          <a:xfrm>
            <a:off x="2121214" y="-128425"/>
            <a:ext cx="486080" cy="429385"/>
          </a:xfrm>
          <a:custGeom>
            <a:avLst/>
            <a:gdLst/>
            <a:ahLst/>
            <a:cxnLst/>
            <a:rect l="l" t="t" r="r" b="b"/>
            <a:pathLst>
              <a:path w="11943" h="10550" extrusionOk="0">
                <a:moveTo>
                  <a:pt x="7371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4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3372;p37">
            <a:extLst>
              <a:ext uri="{FF2B5EF4-FFF2-40B4-BE49-F238E27FC236}">
                <a16:creationId xmlns:a16="http://schemas.microsoft.com/office/drawing/2014/main" id="{0312F9E6-57DC-3FDA-3A1E-F9A2DE64096D}"/>
              </a:ext>
            </a:extLst>
          </p:cNvPr>
          <p:cNvSpPr/>
          <p:nvPr/>
        </p:nvSpPr>
        <p:spPr>
          <a:xfrm>
            <a:off x="2421661" y="-128425"/>
            <a:ext cx="485103" cy="429385"/>
          </a:xfrm>
          <a:custGeom>
            <a:avLst/>
            <a:gdLst/>
            <a:ahLst/>
            <a:cxnLst/>
            <a:rect l="l" t="t" r="r" b="b"/>
            <a:pathLst>
              <a:path w="11919" h="10550" extrusionOk="0">
                <a:moveTo>
                  <a:pt x="7359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19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3373;p37">
            <a:extLst>
              <a:ext uri="{FF2B5EF4-FFF2-40B4-BE49-F238E27FC236}">
                <a16:creationId xmlns:a16="http://schemas.microsoft.com/office/drawing/2014/main" id="{5C6DA755-3EC4-620D-3C1F-B5A38F1666C8}"/>
              </a:ext>
            </a:extLst>
          </p:cNvPr>
          <p:cNvSpPr/>
          <p:nvPr/>
        </p:nvSpPr>
        <p:spPr>
          <a:xfrm>
            <a:off x="2722108" y="-128425"/>
            <a:ext cx="485103" cy="429385"/>
          </a:xfrm>
          <a:custGeom>
            <a:avLst/>
            <a:gdLst/>
            <a:ahLst/>
            <a:cxnLst/>
            <a:rect l="l" t="t" r="r" b="b"/>
            <a:pathLst>
              <a:path w="11919" h="10550" extrusionOk="0">
                <a:moveTo>
                  <a:pt x="7359" y="0"/>
                </a:moveTo>
                <a:lnTo>
                  <a:pt x="1" y="10549"/>
                </a:lnTo>
                <a:lnTo>
                  <a:pt x="4561" y="10549"/>
                </a:lnTo>
                <a:lnTo>
                  <a:pt x="11919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3374;p37">
            <a:extLst>
              <a:ext uri="{FF2B5EF4-FFF2-40B4-BE49-F238E27FC236}">
                <a16:creationId xmlns:a16="http://schemas.microsoft.com/office/drawing/2014/main" id="{73CF8316-E0D9-92AE-064E-4B00F68E04D1}"/>
              </a:ext>
            </a:extLst>
          </p:cNvPr>
          <p:cNvSpPr/>
          <p:nvPr/>
        </p:nvSpPr>
        <p:spPr>
          <a:xfrm>
            <a:off x="3019177" y="-128425"/>
            <a:ext cx="485103" cy="429385"/>
          </a:xfrm>
          <a:custGeom>
            <a:avLst/>
            <a:gdLst/>
            <a:ahLst/>
            <a:cxnLst/>
            <a:rect l="l" t="t" r="r" b="b"/>
            <a:pathLst>
              <a:path w="11919" h="10550" extrusionOk="0">
                <a:moveTo>
                  <a:pt x="7346" y="0"/>
                </a:moveTo>
                <a:lnTo>
                  <a:pt x="0" y="10549"/>
                </a:lnTo>
                <a:lnTo>
                  <a:pt x="4560" y="10549"/>
                </a:lnTo>
                <a:lnTo>
                  <a:pt x="11918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3438;p37">
            <a:extLst>
              <a:ext uri="{FF2B5EF4-FFF2-40B4-BE49-F238E27FC236}">
                <a16:creationId xmlns:a16="http://schemas.microsoft.com/office/drawing/2014/main" id="{9685978D-9423-E5D2-B92D-F49BA9FB50DB}"/>
              </a:ext>
            </a:extLst>
          </p:cNvPr>
          <p:cNvSpPr/>
          <p:nvPr/>
        </p:nvSpPr>
        <p:spPr>
          <a:xfrm>
            <a:off x="-853672" y="-128425"/>
            <a:ext cx="486039" cy="429385"/>
          </a:xfrm>
          <a:custGeom>
            <a:avLst/>
            <a:gdLst/>
            <a:ahLst/>
            <a:cxnLst/>
            <a:rect l="l" t="t" r="r" b="b"/>
            <a:pathLst>
              <a:path w="11942" h="10550" extrusionOk="0">
                <a:moveTo>
                  <a:pt x="7370" y="0"/>
                </a:moveTo>
                <a:lnTo>
                  <a:pt x="0" y="10549"/>
                </a:lnTo>
                <a:lnTo>
                  <a:pt x="4572" y="10549"/>
                </a:lnTo>
                <a:lnTo>
                  <a:pt x="1194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3439;p37">
            <a:extLst>
              <a:ext uri="{FF2B5EF4-FFF2-40B4-BE49-F238E27FC236}">
                <a16:creationId xmlns:a16="http://schemas.microsoft.com/office/drawing/2014/main" id="{27EF9903-4457-494B-5E3A-B6196B466256}"/>
              </a:ext>
            </a:extLst>
          </p:cNvPr>
          <p:cNvSpPr/>
          <p:nvPr/>
        </p:nvSpPr>
        <p:spPr>
          <a:xfrm>
            <a:off x="-553266" y="-128425"/>
            <a:ext cx="485592" cy="429385"/>
          </a:xfrm>
          <a:custGeom>
            <a:avLst/>
            <a:gdLst/>
            <a:ahLst/>
            <a:cxnLst/>
            <a:rect l="l" t="t" r="r" b="b"/>
            <a:pathLst>
              <a:path w="11931" h="10550" extrusionOk="0">
                <a:moveTo>
                  <a:pt x="7359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3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3440;p37">
            <a:extLst>
              <a:ext uri="{FF2B5EF4-FFF2-40B4-BE49-F238E27FC236}">
                <a16:creationId xmlns:a16="http://schemas.microsoft.com/office/drawing/2014/main" id="{F362D61D-2BAA-3279-582F-4D6167D4D045}"/>
              </a:ext>
            </a:extLst>
          </p:cNvPr>
          <p:cNvSpPr/>
          <p:nvPr/>
        </p:nvSpPr>
        <p:spPr>
          <a:xfrm>
            <a:off x="-252819" y="-128425"/>
            <a:ext cx="485592" cy="429385"/>
          </a:xfrm>
          <a:custGeom>
            <a:avLst/>
            <a:gdLst/>
            <a:ahLst/>
            <a:cxnLst/>
            <a:rect l="l" t="t" r="r" b="b"/>
            <a:pathLst>
              <a:path w="11931" h="10550" extrusionOk="0">
                <a:moveTo>
                  <a:pt x="7359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3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3441;p37">
            <a:extLst>
              <a:ext uri="{FF2B5EF4-FFF2-40B4-BE49-F238E27FC236}">
                <a16:creationId xmlns:a16="http://schemas.microsoft.com/office/drawing/2014/main" id="{85F599C6-9610-2DE6-4E06-BEC53437AE4E}"/>
              </a:ext>
            </a:extLst>
          </p:cNvPr>
          <p:cNvSpPr/>
          <p:nvPr/>
        </p:nvSpPr>
        <p:spPr>
          <a:xfrm>
            <a:off x="47139" y="-128425"/>
            <a:ext cx="486080" cy="429385"/>
          </a:xfrm>
          <a:custGeom>
            <a:avLst/>
            <a:gdLst/>
            <a:ahLst/>
            <a:cxnLst/>
            <a:rect l="l" t="t" r="r" b="b"/>
            <a:pathLst>
              <a:path w="11943" h="10550" extrusionOk="0">
                <a:moveTo>
                  <a:pt x="7371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4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3442;p37">
            <a:extLst>
              <a:ext uri="{FF2B5EF4-FFF2-40B4-BE49-F238E27FC236}">
                <a16:creationId xmlns:a16="http://schemas.microsoft.com/office/drawing/2014/main" id="{A2B1B0BB-2167-1728-72F9-63582376BD26}"/>
              </a:ext>
            </a:extLst>
          </p:cNvPr>
          <p:cNvSpPr/>
          <p:nvPr/>
        </p:nvSpPr>
        <p:spPr>
          <a:xfrm>
            <a:off x="347586" y="-128425"/>
            <a:ext cx="485103" cy="429385"/>
          </a:xfrm>
          <a:custGeom>
            <a:avLst/>
            <a:gdLst/>
            <a:ahLst/>
            <a:cxnLst/>
            <a:rect l="l" t="t" r="r" b="b"/>
            <a:pathLst>
              <a:path w="11919" h="10550" extrusionOk="0">
                <a:moveTo>
                  <a:pt x="7359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19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443;p37">
            <a:extLst>
              <a:ext uri="{FF2B5EF4-FFF2-40B4-BE49-F238E27FC236}">
                <a16:creationId xmlns:a16="http://schemas.microsoft.com/office/drawing/2014/main" id="{137F8A2A-1D3D-5AC4-B00A-8E018C54CDBD}"/>
              </a:ext>
            </a:extLst>
          </p:cNvPr>
          <p:cNvSpPr/>
          <p:nvPr/>
        </p:nvSpPr>
        <p:spPr>
          <a:xfrm>
            <a:off x="648033" y="-128425"/>
            <a:ext cx="485103" cy="429385"/>
          </a:xfrm>
          <a:custGeom>
            <a:avLst/>
            <a:gdLst/>
            <a:ahLst/>
            <a:cxnLst/>
            <a:rect l="l" t="t" r="r" b="b"/>
            <a:pathLst>
              <a:path w="11919" h="10550" extrusionOk="0">
                <a:moveTo>
                  <a:pt x="7359" y="0"/>
                </a:moveTo>
                <a:lnTo>
                  <a:pt x="1" y="10549"/>
                </a:lnTo>
                <a:lnTo>
                  <a:pt x="4561" y="10549"/>
                </a:lnTo>
                <a:lnTo>
                  <a:pt x="11919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444;p37">
            <a:extLst>
              <a:ext uri="{FF2B5EF4-FFF2-40B4-BE49-F238E27FC236}">
                <a16:creationId xmlns:a16="http://schemas.microsoft.com/office/drawing/2014/main" id="{20B6462D-A832-4BF3-F7D9-A23E00D59449}"/>
              </a:ext>
            </a:extLst>
          </p:cNvPr>
          <p:cNvSpPr/>
          <p:nvPr/>
        </p:nvSpPr>
        <p:spPr>
          <a:xfrm>
            <a:off x="945102" y="-128425"/>
            <a:ext cx="485103" cy="429385"/>
          </a:xfrm>
          <a:custGeom>
            <a:avLst/>
            <a:gdLst/>
            <a:ahLst/>
            <a:cxnLst/>
            <a:rect l="l" t="t" r="r" b="b"/>
            <a:pathLst>
              <a:path w="11919" h="10550" extrusionOk="0">
                <a:moveTo>
                  <a:pt x="7346" y="0"/>
                </a:moveTo>
                <a:lnTo>
                  <a:pt x="0" y="10549"/>
                </a:lnTo>
                <a:lnTo>
                  <a:pt x="4560" y="10549"/>
                </a:lnTo>
                <a:lnTo>
                  <a:pt x="11918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>
          <a:extLst>
            <a:ext uri="{FF2B5EF4-FFF2-40B4-BE49-F238E27FC236}">
              <a16:creationId xmlns:a16="http://schemas.microsoft.com/office/drawing/2014/main" id="{C623DAA2-92E9-63DE-9B9F-3BBFAE176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7">
            <a:extLst>
              <a:ext uri="{FF2B5EF4-FFF2-40B4-BE49-F238E27FC236}">
                <a16:creationId xmlns:a16="http://schemas.microsoft.com/office/drawing/2014/main" id="{436D30F1-167F-80EB-0B63-F9F9EE6604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926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accent6"/>
                </a:solidFill>
              </a:rPr>
              <a:t>QUELLEN</a:t>
            </a:r>
            <a:endParaRPr dirty="0">
              <a:solidFill>
                <a:schemeClr val="accent6"/>
              </a:solidFill>
            </a:endParaRPr>
          </a:p>
        </p:txBody>
      </p:sp>
      <p:sp>
        <p:nvSpPr>
          <p:cNvPr id="131" name="Ellipse 130">
            <a:extLst>
              <a:ext uri="{FF2B5EF4-FFF2-40B4-BE49-F238E27FC236}">
                <a16:creationId xmlns:a16="http://schemas.microsoft.com/office/drawing/2014/main" id="{A33DEA1A-D345-1D8C-9B85-78970C9303E7}"/>
              </a:ext>
            </a:extLst>
          </p:cNvPr>
          <p:cNvSpPr/>
          <p:nvPr/>
        </p:nvSpPr>
        <p:spPr>
          <a:xfrm>
            <a:off x="6972300" y="-1406864"/>
            <a:ext cx="2495550" cy="2466975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2" name="Ellipse 131">
            <a:extLst>
              <a:ext uri="{FF2B5EF4-FFF2-40B4-BE49-F238E27FC236}">
                <a16:creationId xmlns:a16="http://schemas.microsoft.com/office/drawing/2014/main" id="{13714E32-1143-9C74-2A7A-43804071BD6A}"/>
              </a:ext>
            </a:extLst>
          </p:cNvPr>
          <p:cNvSpPr/>
          <p:nvPr/>
        </p:nvSpPr>
        <p:spPr>
          <a:xfrm>
            <a:off x="7767637" y="-737840"/>
            <a:ext cx="3400425" cy="3437441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3" name="Ellipse 132">
            <a:extLst>
              <a:ext uri="{FF2B5EF4-FFF2-40B4-BE49-F238E27FC236}">
                <a16:creationId xmlns:a16="http://schemas.microsoft.com/office/drawing/2014/main" id="{3B9FB4DD-1142-4AB4-632F-35F1B7182E91}"/>
              </a:ext>
            </a:extLst>
          </p:cNvPr>
          <p:cNvSpPr/>
          <p:nvPr/>
        </p:nvSpPr>
        <p:spPr>
          <a:xfrm>
            <a:off x="-1137982" y="4243183"/>
            <a:ext cx="2149917" cy="2264132"/>
          </a:xfrm>
          <a:prstGeom prst="ellipse">
            <a:avLst/>
          </a:prstGeom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79346195-71F5-1475-8BD0-5F37AFF37786}"/>
              </a:ext>
            </a:extLst>
          </p:cNvPr>
          <p:cNvSpPr txBox="1"/>
          <p:nvPr/>
        </p:nvSpPr>
        <p:spPr>
          <a:xfrm>
            <a:off x="457200" y="1327972"/>
            <a:ext cx="7524750" cy="2267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07000"/>
              </a:lnSpc>
              <a:spcAft>
                <a:spcPts val="800"/>
              </a:spcAft>
              <a:buClr>
                <a:schemeClr val="accent6"/>
              </a:buClr>
              <a:buFont typeface="Wingdings" panose="05000000000000000000" pitchFamily="2" charset="2"/>
              <a:buChar char="§"/>
            </a:pPr>
            <a:r>
              <a:rPr lang="de-AT" sz="2000" u="sng" kern="100" dirty="0">
                <a:effectLst/>
                <a:latin typeface="Fira Sans" panose="020B0503050000020004" pitchFamily="34" charset="0"/>
                <a:hlinkClick r:id="rId3"/>
              </a:rPr>
              <a:t>https://orf.at/stories/3404000/?utm</a:t>
            </a:r>
            <a:endParaRPr lang="de-DE" sz="2000" kern="100" dirty="0">
              <a:effectLst/>
              <a:latin typeface="Fira Sans" panose="020B0503050000020004" pitchFamily="34" charset="0"/>
            </a:endParaRP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Clr>
                <a:schemeClr val="accent6"/>
              </a:buClr>
              <a:buFont typeface="Wingdings" panose="05000000000000000000" pitchFamily="2" charset="2"/>
              <a:buChar char="§"/>
            </a:pPr>
            <a:r>
              <a:rPr lang="de-AT" sz="2000" u="sng" kern="100" dirty="0">
                <a:effectLst/>
                <a:latin typeface="Fira Sans" panose="020B0503050000020004" pitchFamily="34" charset="0"/>
                <a:hlinkClick r:id="rId4"/>
              </a:rPr>
              <a:t>https://www.bmi.gv.at/news.aspx?id=75576D442B6C66646159303D&amp;utm</a:t>
            </a:r>
            <a:endParaRPr lang="de-DE" sz="2000" kern="100" dirty="0">
              <a:effectLst/>
              <a:latin typeface="Fira Sans" panose="020B0503050000020004" pitchFamily="34" charset="0"/>
            </a:endParaRP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Clr>
                <a:schemeClr val="accent6"/>
              </a:buClr>
              <a:buFont typeface="Wingdings" panose="05000000000000000000" pitchFamily="2" charset="2"/>
              <a:buChar char="§"/>
            </a:pPr>
            <a:r>
              <a:rPr lang="de-AT" sz="2000" u="sng" kern="100" dirty="0">
                <a:effectLst/>
                <a:latin typeface="Fira Sans" panose="020B0503050000020004" pitchFamily="34" charset="0"/>
                <a:hlinkClick r:id="rId5"/>
              </a:rPr>
              <a:t>https://www.bankinfosecurity.com/austrias-interior-ministry-sees-100-email-accounts-breached-a-29340?utm</a:t>
            </a:r>
            <a:endParaRPr lang="de-DE" sz="2000" kern="100" dirty="0">
              <a:effectLst/>
              <a:latin typeface="Fira Sans" panose="020B05030500000200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de-AT" sz="1400" kern="100" dirty="0">
                <a:effectLst/>
                <a:latin typeface="Fira Sans" panose="020B0503050000020004" pitchFamily="34" charset="0"/>
              </a:rPr>
              <a:t> </a:t>
            </a:r>
            <a:endParaRPr lang="de-DE" sz="1400" kern="100" dirty="0">
              <a:effectLst/>
              <a:latin typeface="Fira Sans" panose="020B0503050000020004" pitchFamily="34" charset="0"/>
            </a:endParaRPr>
          </a:p>
        </p:txBody>
      </p:sp>
      <p:sp>
        <p:nvSpPr>
          <p:cNvPr id="6" name="Google Shape;3368;p37">
            <a:extLst>
              <a:ext uri="{FF2B5EF4-FFF2-40B4-BE49-F238E27FC236}">
                <a16:creationId xmlns:a16="http://schemas.microsoft.com/office/drawing/2014/main" id="{A4ADBE9E-9469-9FFA-4835-C97A05E76CA7}"/>
              </a:ext>
            </a:extLst>
          </p:cNvPr>
          <p:cNvSpPr/>
          <p:nvPr/>
        </p:nvSpPr>
        <p:spPr>
          <a:xfrm>
            <a:off x="7345226" y="4850875"/>
            <a:ext cx="486039" cy="429385"/>
          </a:xfrm>
          <a:custGeom>
            <a:avLst/>
            <a:gdLst/>
            <a:ahLst/>
            <a:cxnLst/>
            <a:rect l="l" t="t" r="r" b="b"/>
            <a:pathLst>
              <a:path w="11942" h="10550" extrusionOk="0">
                <a:moveTo>
                  <a:pt x="7370" y="0"/>
                </a:moveTo>
                <a:lnTo>
                  <a:pt x="0" y="10549"/>
                </a:lnTo>
                <a:lnTo>
                  <a:pt x="4572" y="10549"/>
                </a:lnTo>
                <a:lnTo>
                  <a:pt x="1194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3369;p37">
            <a:extLst>
              <a:ext uri="{FF2B5EF4-FFF2-40B4-BE49-F238E27FC236}">
                <a16:creationId xmlns:a16="http://schemas.microsoft.com/office/drawing/2014/main" id="{7D0E68BB-8891-FB16-4F66-95F09CBBD646}"/>
              </a:ext>
            </a:extLst>
          </p:cNvPr>
          <p:cNvSpPr/>
          <p:nvPr/>
        </p:nvSpPr>
        <p:spPr>
          <a:xfrm>
            <a:off x="7645632" y="4850875"/>
            <a:ext cx="485592" cy="429385"/>
          </a:xfrm>
          <a:custGeom>
            <a:avLst/>
            <a:gdLst/>
            <a:ahLst/>
            <a:cxnLst/>
            <a:rect l="l" t="t" r="r" b="b"/>
            <a:pathLst>
              <a:path w="11931" h="10550" extrusionOk="0">
                <a:moveTo>
                  <a:pt x="7359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3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3370;p37">
            <a:extLst>
              <a:ext uri="{FF2B5EF4-FFF2-40B4-BE49-F238E27FC236}">
                <a16:creationId xmlns:a16="http://schemas.microsoft.com/office/drawing/2014/main" id="{3A5B2D26-46CC-5FA0-E3BA-8A6BFDFC4001}"/>
              </a:ext>
            </a:extLst>
          </p:cNvPr>
          <p:cNvSpPr/>
          <p:nvPr/>
        </p:nvSpPr>
        <p:spPr>
          <a:xfrm>
            <a:off x="7946079" y="4850875"/>
            <a:ext cx="485592" cy="429385"/>
          </a:xfrm>
          <a:custGeom>
            <a:avLst/>
            <a:gdLst/>
            <a:ahLst/>
            <a:cxnLst/>
            <a:rect l="l" t="t" r="r" b="b"/>
            <a:pathLst>
              <a:path w="11931" h="10550" extrusionOk="0">
                <a:moveTo>
                  <a:pt x="7359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3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3371;p37">
            <a:extLst>
              <a:ext uri="{FF2B5EF4-FFF2-40B4-BE49-F238E27FC236}">
                <a16:creationId xmlns:a16="http://schemas.microsoft.com/office/drawing/2014/main" id="{BB5A9CCD-FDBE-E701-F53F-3497CA92DBFB}"/>
              </a:ext>
            </a:extLst>
          </p:cNvPr>
          <p:cNvSpPr/>
          <p:nvPr/>
        </p:nvSpPr>
        <p:spPr>
          <a:xfrm>
            <a:off x="8246037" y="4850875"/>
            <a:ext cx="486080" cy="429385"/>
          </a:xfrm>
          <a:custGeom>
            <a:avLst/>
            <a:gdLst/>
            <a:ahLst/>
            <a:cxnLst/>
            <a:rect l="l" t="t" r="r" b="b"/>
            <a:pathLst>
              <a:path w="11943" h="10550" extrusionOk="0">
                <a:moveTo>
                  <a:pt x="7371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4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3372;p37">
            <a:extLst>
              <a:ext uri="{FF2B5EF4-FFF2-40B4-BE49-F238E27FC236}">
                <a16:creationId xmlns:a16="http://schemas.microsoft.com/office/drawing/2014/main" id="{D39CDCDD-4D97-8337-3D51-F4F1ACAEBC83}"/>
              </a:ext>
            </a:extLst>
          </p:cNvPr>
          <p:cNvSpPr/>
          <p:nvPr/>
        </p:nvSpPr>
        <p:spPr>
          <a:xfrm>
            <a:off x="8546484" y="4850875"/>
            <a:ext cx="485103" cy="429385"/>
          </a:xfrm>
          <a:custGeom>
            <a:avLst/>
            <a:gdLst/>
            <a:ahLst/>
            <a:cxnLst/>
            <a:rect l="l" t="t" r="r" b="b"/>
            <a:pathLst>
              <a:path w="11919" h="10550" extrusionOk="0">
                <a:moveTo>
                  <a:pt x="7359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19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3373;p37">
            <a:extLst>
              <a:ext uri="{FF2B5EF4-FFF2-40B4-BE49-F238E27FC236}">
                <a16:creationId xmlns:a16="http://schemas.microsoft.com/office/drawing/2014/main" id="{591355FC-9656-4055-2B6A-95E8C7C61269}"/>
              </a:ext>
            </a:extLst>
          </p:cNvPr>
          <p:cNvSpPr/>
          <p:nvPr/>
        </p:nvSpPr>
        <p:spPr>
          <a:xfrm>
            <a:off x="8846931" y="4850875"/>
            <a:ext cx="485103" cy="429385"/>
          </a:xfrm>
          <a:custGeom>
            <a:avLst/>
            <a:gdLst/>
            <a:ahLst/>
            <a:cxnLst/>
            <a:rect l="l" t="t" r="r" b="b"/>
            <a:pathLst>
              <a:path w="11919" h="10550" extrusionOk="0">
                <a:moveTo>
                  <a:pt x="7359" y="0"/>
                </a:moveTo>
                <a:lnTo>
                  <a:pt x="1" y="10549"/>
                </a:lnTo>
                <a:lnTo>
                  <a:pt x="4561" y="10549"/>
                </a:lnTo>
                <a:lnTo>
                  <a:pt x="11919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3374;p37">
            <a:extLst>
              <a:ext uri="{FF2B5EF4-FFF2-40B4-BE49-F238E27FC236}">
                <a16:creationId xmlns:a16="http://schemas.microsoft.com/office/drawing/2014/main" id="{78605F72-E4DB-E898-D791-12E521702B5A}"/>
              </a:ext>
            </a:extLst>
          </p:cNvPr>
          <p:cNvSpPr/>
          <p:nvPr/>
        </p:nvSpPr>
        <p:spPr>
          <a:xfrm>
            <a:off x="9144000" y="4850875"/>
            <a:ext cx="485103" cy="429385"/>
          </a:xfrm>
          <a:custGeom>
            <a:avLst/>
            <a:gdLst/>
            <a:ahLst/>
            <a:cxnLst/>
            <a:rect l="l" t="t" r="r" b="b"/>
            <a:pathLst>
              <a:path w="11919" h="10550" extrusionOk="0">
                <a:moveTo>
                  <a:pt x="7346" y="0"/>
                </a:moveTo>
                <a:lnTo>
                  <a:pt x="0" y="10549"/>
                </a:lnTo>
                <a:lnTo>
                  <a:pt x="4560" y="10549"/>
                </a:lnTo>
                <a:lnTo>
                  <a:pt x="11918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3438;p37">
            <a:extLst>
              <a:ext uri="{FF2B5EF4-FFF2-40B4-BE49-F238E27FC236}">
                <a16:creationId xmlns:a16="http://schemas.microsoft.com/office/drawing/2014/main" id="{EC6F6294-F746-A28A-4A41-61C675E31C26}"/>
              </a:ext>
            </a:extLst>
          </p:cNvPr>
          <p:cNvSpPr/>
          <p:nvPr/>
        </p:nvSpPr>
        <p:spPr>
          <a:xfrm>
            <a:off x="5271151" y="4850875"/>
            <a:ext cx="486039" cy="429385"/>
          </a:xfrm>
          <a:custGeom>
            <a:avLst/>
            <a:gdLst/>
            <a:ahLst/>
            <a:cxnLst/>
            <a:rect l="l" t="t" r="r" b="b"/>
            <a:pathLst>
              <a:path w="11942" h="10550" extrusionOk="0">
                <a:moveTo>
                  <a:pt x="7370" y="0"/>
                </a:moveTo>
                <a:lnTo>
                  <a:pt x="0" y="10549"/>
                </a:lnTo>
                <a:lnTo>
                  <a:pt x="4572" y="10549"/>
                </a:lnTo>
                <a:lnTo>
                  <a:pt x="1194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3439;p37">
            <a:extLst>
              <a:ext uri="{FF2B5EF4-FFF2-40B4-BE49-F238E27FC236}">
                <a16:creationId xmlns:a16="http://schemas.microsoft.com/office/drawing/2014/main" id="{C0ABE5F7-BC56-5B8F-C87E-A0B2983B538B}"/>
              </a:ext>
            </a:extLst>
          </p:cNvPr>
          <p:cNvSpPr/>
          <p:nvPr/>
        </p:nvSpPr>
        <p:spPr>
          <a:xfrm>
            <a:off x="5571557" y="4850875"/>
            <a:ext cx="485592" cy="429385"/>
          </a:xfrm>
          <a:custGeom>
            <a:avLst/>
            <a:gdLst/>
            <a:ahLst/>
            <a:cxnLst/>
            <a:rect l="l" t="t" r="r" b="b"/>
            <a:pathLst>
              <a:path w="11931" h="10550" extrusionOk="0">
                <a:moveTo>
                  <a:pt x="7359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3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3440;p37">
            <a:extLst>
              <a:ext uri="{FF2B5EF4-FFF2-40B4-BE49-F238E27FC236}">
                <a16:creationId xmlns:a16="http://schemas.microsoft.com/office/drawing/2014/main" id="{8F086E3F-6847-F90B-3303-32E1F24FD5BC}"/>
              </a:ext>
            </a:extLst>
          </p:cNvPr>
          <p:cNvSpPr/>
          <p:nvPr/>
        </p:nvSpPr>
        <p:spPr>
          <a:xfrm>
            <a:off x="5872004" y="4850875"/>
            <a:ext cx="485592" cy="429385"/>
          </a:xfrm>
          <a:custGeom>
            <a:avLst/>
            <a:gdLst/>
            <a:ahLst/>
            <a:cxnLst/>
            <a:rect l="l" t="t" r="r" b="b"/>
            <a:pathLst>
              <a:path w="11931" h="10550" extrusionOk="0">
                <a:moveTo>
                  <a:pt x="7359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3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3441;p37">
            <a:extLst>
              <a:ext uri="{FF2B5EF4-FFF2-40B4-BE49-F238E27FC236}">
                <a16:creationId xmlns:a16="http://schemas.microsoft.com/office/drawing/2014/main" id="{610D1B55-E6E9-34E2-AD42-8E6D8E824E58}"/>
              </a:ext>
            </a:extLst>
          </p:cNvPr>
          <p:cNvSpPr/>
          <p:nvPr/>
        </p:nvSpPr>
        <p:spPr>
          <a:xfrm>
            <a:off x="6171962" y="4850875"/>
            <a:ext cx="486080" cy="429385"/>
          </a:xfrm>
          <a:custGeom>
            <a:avLst/>
            <a:gdLst/>
            <a:ahLst/>
            <a:cxnLst/>
            <a:rect l="l" t="t" r="r" b="b"/>
            <a:pathLst>
              <a:path w="11943" h="10550" extrusionOk="0">
                <a:moveTo>
                  <a:pt x="7371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4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3442;p37">
            <a:extLst>
              <a:ext uri="{FF2B5EF4-FFF2-40B4-BE49-F238E27FC236}">
                <a16:creationId xmlns:a16="http://schemas.microsoft.com/office/drawing/2014/main" id="{B0DDB3A7-0748-9B92-32DF-DF338BA669BF}"/>
              </a:ext>
            </a:extLst>
          </p:cNvPr>
          <p:cNvSpPr/>
          <p:nvPr/>
        </p:nvSpPr>
        <p:spPr>
          <a:xfrm>
            <a:off x="6472409" y="4850875"/>
            <a:ext cx="485103" cy="429385"/>
          </a:xfrm>
          <a:custGeom>
            <a:avLst/>
            <a:gdLst/>
            <a:ahLst/>
            <a:cxnLst/>
            <a:rect l="l" t="t" r="r" b="b"/>
            <a:pathLst>
              <a:path w="11919" h="10550" extrusionOk="0">
                <a:moveTo>
                  <a:pt x="7359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19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3443;p37">
            <a:extLst>
              <a:ext uri="{FF2B5EF4-FFF2-40B4-BE49-F238E27FC236}">
                <a16:creationId xmlns:a16="http://schemas.microsoft.com/office/drawing/2014/main" id="{1BED9B7E-5BBD-75BA-C8C6-A1C08FB316C7}"/>
              </a:ext>
            </a:extLst>
          </p:cNvPr>
          <p:cNvSpPr/>
          <p:nvPr/>
        </p:nvSpPr>
        <p:spPr>
          <a:xfrm>
            <a:off x="6772856" y="4850875"/>
            <a:ext cx="485103" cy="429385"/>
          </a:xfrm>
          <a:custGeom>
            <a:avLst/>
            <a:gdLst/>
            <a:ahLst/>
            <a:cxnLst/>
            <a:rect l="l" t="t" r="r" b="b"/>
            <a:pathLst>
              <a:path w="11919" h="10550" extrusionOk="0">
                <a:moveTo>
                  <a:pt x="7359" y="0"/>
                </a:moveTo>
                <a:lnTo>
                  <a:pt x="1" y="10549"/>
                </a:lnTo>
                <a:lnTo>
                  <a:pt x="4561" y="10549"/>
                </a:lnTo>
                <a:lnTo>
                  <a:pt x="11919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3444;p37">
            <a:extLst>
              <a:ext uri="{FF2B5EF4-FFF2-40B4-BE49-F238E27FC236}">
                <a16:creationId xmlns:a16="http://schemas.microsoft.com/office/drawing/2014/main" id="{95C9D339-7D16-62E4-9D48-3B3F12A938CB}"/>
              </a:ext>
            </a:extLst>
          </p:cNvPr>
          <p:cNvSpPr/>
          <p:nvPr/>
        </p:nvSpPr>
        <p:spPr>
          <a:xfrm>
            <a:off x="7069925" y="4850875"/>
            <a:ext cx="485103" cy="429385"/>
          </a:xfrm>
          <a:custGeom>
            <a:avLst/>
            <a:gdLst/>
            <a:ahLst/>
            <a:cxnLst/>
            <a:rect l="l" t="t" r="r" b="b"/>
            <a:pathLst>
              <a:path w="11919" h="10550" extrusionOk="0">
                <a:moveTo>
                  <a:pt x="7346" y="0"/>
                </a:moveTo>
                <a:lnTo>
                  <a:pt x="0" y="10549"/>
                </a:lnTo>
                <a:lnTo>
                  <a:pt x="4560" y="10549"/>
                </a:lnTo>
                <a:lnTo>
                  <a:pt x="11918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3368;p37">
            <a:extLst>
              <a:ext uri="{FF2B5EF4-FFF2-40B4-BE49-F238E27FC236}">
                <a16:creationId xmlns:a16="http://schemas.microsoft.com/office/drawing/2014/main" id="{2BF44630-B29D-8ECE-43A4-0CA26BAC6E36}"/>
              </a:ext>
            </a:extLst>
          </p:cNvPr>
          <p:cNvSpPr/>
          <p:nvPr/>
        </p:nvSpPr>
        <p:spPr>
          <a:xfrm>
            <a:off x="1830251" y="-214693"/>
            <a:ext cx="486039" cy="429385"/>
          </a:xfrm>
          <a:custGeom>
            <a:avLst/>
            <a:gdLst/>
            <a:ahLst/>
            <a:cxnLst/>
            <a:rect l="l" t="t" r="r" b="b"/>
            <a:pathLst>
              <a:path w="11942" h="10550" extrusionOk="0">
                <a:moveTo>
                  <a:pt x="7370" y="0"/>
                </a:moveTo>
                <a:lnTo>
                  <a:pt x="0" y="10549"/>
                </a:lnTo>
                <a:lnTo>
                  <a:pt x="4572" y="10549"/>
                </a:lnTo>
                <a:lnTo>
                  <a:pt x="1194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3369;p37">
            <a:extLst>
              <a:ext uri="{FF2B5EF4-FFF2-40B4-BE49-F238E27FC236}">
                <a16:creationId xmlns:a16="http://schemas.microsoft.com/office/drawing/2014/main" id="{A95E875A-BB63-DF97-C022-0C3CE8E32148}"/>
              </a:ext>
            </a:extLst>
          </p:cNvPr>
          <p:cNvSpPr/>
          <p:nvPr/>
        </p:nvSpPr>
        <p:spPr>
          <a:xfrm>
            <a:off x="2130657" y="-214693"/>
            <a:ext cx="485592" cy="429385"/>
          </a:xfrm>
          <a:custGeom>
            <a:avLst/>
            <a:gdLst/>
            <a:ahLst/>
            <a:cxnLst/>
            <a:rect l="l" t="t" r="r" b="b"/>
            <a:pathLst>
              <a:path w="11931" h="10550" extrusionOk="0">
                <a:moveTo>
                  <a:pt x="7359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3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370;p37">
            <a:extLst>
              <a:ext uri="{FF2B5EF4-FFF2-40B4-BE49-F238E27FC236}">
                <a16:creationId xmlns:a16="http://schemas.microsoft.com/office/drawing/2014/main" id="{43EA7FB6-6A4B-7094-DA63-ADEE5983E29B}"/>
              </a:ext>
            </a:extLst>
          </p:cNvPr>
          <p:cNvSpPr/>
          <p:nvPr/>
        </p:nvSpPr>
        <p:spPr>
          <a:xfrm>
            <a:off x="2431104" y="-214693"/>
            <a:ext cx="485592" cy="429385"/>
          </a:xfrm>
          <a:custGeom>
            <a:avLst/>
            <a:gdLst/>
            <a:ahLst/>
            <a:cxnLst/>
            <a:rect l="l" t="t" r="r" b="b"/>
            <a:pathLst>
              <a:path w="11931" h="10550" extrusionOk="0">
                <a:moveTo>
                  <a:pt x="7359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3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371;p37">
            <a:extLst>
              <a:ext uri="{FF2B5EF4-FFF2-40B4-BE49-F238E27FC236}">
                <a16:creationId xmlns:a16="http://schemas.microsoft.com/office/drawing/2014/main" id="{FF5D13FF-1FE6-2899-2225-BB24556AC504}"/>
              </a:ext>
            </a:extLst>
          </p:cNvPr>
          <p:cNvSpPr/>
          <p:nvPr/>
        </p:nvSpPr>
        <p:spPr>
          <a:xfrm>
            <a:off x="2731062" y="-214693"/>
            <a:ext cx="486080" cy="429385"/>
          </a:xfrm>
          <a:custGeom>
            <a:avLst/>
            <a:gdLst/>
            <a:ahLst/>
            <a:cxnLst/>
            <a:rect l="l" t="t" r="r" b="b"/>
            <a:pathLst>
              <a:path w="11943" h="10550" extrusionOk="0">
                <a:moveTo>
                  <a:pt x="7371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4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372;p37">
            <a:extLst>
              <a:ext uri="{FF2B5EF4-FFF2-40B4-BE49-F238E27FC236}">
                <a16:creationId xmlns:a16="http://schemas.microsoft.com/office/drawing/2014/main" id="{BDB0821A-871B-AF5B-6315-00C8FAFEC22F}"/>
              </a:ext>
            </a:extLst>
          </p:cNvPr>
          <p:cNvSpPr/>
          <p:nvPr/>
        </p:nvSpPr>
        <p:spPr>
          <a:xfrm>
            <a:off x="3031509" y="-214693"/>
            <a:ext cx="485103" cy="429385"/>
          </a:xfrm>
          <a:custGeom>
            <a:avLst/>
            <a:gdLst/>
            <a:ahLst/>
            <a:cxnLst/>
            <a:rect l="l" t="t" r="r" b="b"/>
            <a:pathLst>
              <a:path w="11919" h="10550" extrusionOk="0">
                <a:moveTo>
                  <a:pt x="7359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19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73;p37">
            <a:extLst>
              <a:ext uri="{FF2B5EF4-FFF2-40B4-BE49-F238E27FC236}">
                <a16:creationId xmlns:a16="http://schemas.microsoft.com/office/drawing/2014/main" id="{AE66A164-444D-35B2-A3B4-335EBD949BE5}"/>
              </a:ext>
            </a:extLst>
          </p:cNvPr>
          <p:cNvSpPr/>
          <p:nvPr/>
        </p:nvSpPr>
        <p:spPr>
          <a:xfrm>
            <a:off x="3331956" y="-214693"/>
            <a:ext cx="485103" cy="429385"/>
          </a:xfrm>
          <a:custGeom>
            <a:avLst/>
            <a:gdLst/>
            <a:ahLst/>
            <a:cxnLst/>
            <a:rect l="l" t="t" r="r" b="b"/>
            <a:pathLst>
              <a:path w="11919" h="10550" extrusionOk="0">
                <a:moveTo>
                  <a:pt x="7359" y="0"/>
                </a:moveTo>
                <a:lnTo>
                  <a:pt x="1" y="10549"/>
                </a:lnTo>
                <a:lnTo>
                  <a:pt x="4561" y="10549"/>
                </a:lnTo>
                <a:lnTo>
                  <a:pt x="11919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374;p37">
            <a:extLst>
              <a:ext uri="{FF2B5EF4-FFF2-40B4-BE49-F238E27FC236}">
                <a16:creationId xmlns:a16="http://schemas.microsoft.com/office/drawing/2014/main" id="{9A994A3A-D64F-B903-CA23-6C46ADEEBF13}"/>
              </a:ext>
            </a:extLst>
          </p:cNvPr>
          <p:cNvSpPr/>
          <p:nvPr/>
        </p:nvSpPr>
        <p:spPr>
          <a:xfrm>
            <a:off x="3629025" y="-214693"/>
            <a:ext cx="485103" cy="429385"/>
          </a:xfrm>
          <a:custGeom>
            <a:avLst/>
            <a:gdLst/>
            <a:ahLst/>
            <a:cxnLst/>
            <a:rect l="l" t="t" r="r" b="b"/>
            <a:pathLst>
              <a:path w="11919" h="10550" extrusionOk="0">
                <a:moveTo>
                  <a:pt x="7346" y="0"/>
                </a:moveTo>
                <a:lnTo>
                  <a:pt x="0" y="10549"/>
                </a:lnTo>
                <a:lnTo>
                  <a:pt x="4560" y="10549"/>
                </a:lnTo>
                <a:lnTo>
                  <a:pt x="11918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438;p37">
            <a:extLst>
              <a:ext uri="{FF2B5EF4-FFF2-40B4-BE49-F238E27FC236}">
                <a16:creationId xmlns:a16="http://schemas.microsoft.com/office/drawing/2014/main" id="{9A13DCCA-469B-43B1-EA41-601B07693460}"/>
              </a:ext>
            </a:extLst>
          </p:cNvPr>
          <p:cNvSpPr/>
          <p:nvPr/>
        </p:nvSpPr>
        <p:spPr>
          <a:xfrm>
            <a:off x="-243824" y="-214693"/>
            <a:ext cx="486039" cy="429385"/>
          </a:xfrm>
          <a:custGeom>
            <a:avLst/>
            <a:gdLst/>
            <a:ahLst/>
            <a:cxnLst/>
            <a:rect l="l" t="t" r="r" b="b"/>
            <a:pathLst>
              <a:path w="11942" h="10550" extrusionOk="0">
                <a:moveTo>
                  <a:pt x="7370" y="0"/>
                </a:moveTo>
                <a:lnTo>
                  <a:pt x="0" y="10549"/>
                </a:lnTo>
                <a:lnTo>
                  <a:pt x="4572" y="10549"/>
                </a:lnTo>
                <a:lnTo>
                  <a:pt x="1194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439;p37">
            <a:extLst>
              <a:ext uri="{FF2B5EF4-FFF2-40B4-BE49-F238E27FC236}">
                <a16:creationId xmlns:a16="http://schemas.microsoft.com/office/drawing/2014/main" id="{40F1BF5C-1F65-D5B0-A80D-7A990E003558}"/>
              </a:ext>
            </a:extLst>
          </p:cNvPr>
          <p:cNvSpPr/>
          <p:nvPr/>
        </p:nvSpPr>
        <p:spPr>
          <a:xfrm>
            <a:off x="56582" y="-214693"/>
            <a:ext cx="485592" cy="429385"/>
          </a:xfrm>
          <a:custGeom>
            <a:avLst/>
            <a:gdLst/>
            <a:ahLst/>
            <a:cxnLst/>
            <a:rect l="l" t="t" r="r" b="b"/>
            <a:pathLst>
              <a:path w="11931" h="10550" extrusionOk="0">
                <a:moveTo>
                  <a:pt x="7359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3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440;p37">
            <a:extLst>
              <a:ext uri="{FF2B5EF4-FFF2-40B4-BE49-F238E27FC236}">
                <a16:creationId xmlns:a16="http://schemas.microsoft.com/office/drawing/2014/main" id="{003EC85D-4BF2-C366-9B67-B32A41B60E29}"/>
              </a:ext>
            </a:extLst>
          </p:cNvPr>
          <p:cNvSpPr/>
          <p:nvPr/>
        </p:nvSpPr>
        <p:spPr>
          <a:xfrm>
            <a:off x="357029" y="-214693"/>
            <a:ext cx="485592" cy="429385"/>
          </a:xfrm>
          <a:custGeom>
            <a:avLst/>
            <a:gdLst/>
            <a:ahLst/>
            <a:cxnLst/>
            <a:rect l="l" t="t" r="r" b="b"/>
            <a:pathLst>
              <a:path w="11931" h="10550" extrusionOk="0">
                <a:moveTo>
                  <a:pt x="7359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3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3441;p37">
            <a:extLst>
              <a:ext uri="{FF2B5EF4-FFF2-40B4-BE49-F238E27FC236}">
                <a16:creationId xmlns:a16="http://schemas.microsoft.com/office/drawing/2014/main" id="{9D9A5878-3D78-13C7-3CD4-61EF1EACCFE4}"/>
              </a:ext>
            </a:extLst>
          </p:cNvPr>
          <p:cNvSpPr/>
          <p:nvPr/>
        </p:nvSpPr>
        <p:spPr>
          <a:xfrm>
            <a:off x="656987" y="-214693"/>
            <a:ext cx="486080" cy="429385"/>
          </a:xfrm>
          <a:custGeom>
            <a:avLst/>
            <a:gdLst/>
            <a:ahLst/>
            <a:cxnLst/>
            <a:rect l="l" t="t" r="r" b="b"/>
            <a:pathLst>
              <a:path w="11943" h="10550" extrusionOk="0">
                <a:moveTo>
                  <a:pt x="7371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4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3442;p37">
            <a:extLst>
              <a:ext uri="{FF2B5EF4-FFF2-40B4-BE49-F238E27FC236}">
                <a16:creationId xmlns:a16="http://schemas.microsoft.com/office/drawing/2014/main" id="{4C800C67-0C98-754F-9EF3-B9BA9F7DAF17}"/>
              </a:ext>
            </a:extLst>
          </p:cNvPr>
          <p:cNvSpPr/>
          <p:nvPr/>
        </p:nvSpPr>
        <p:spPr>
          <a:xfrm>
            <a:off x="957434" y="-214693"/>
            <a:ext cx="485103" cy="429385"/>
          </a:xfrm>
          <a:custGeom>
            <a:avLst/>
            <a:gdLst/>
            <a:ahLst/>
            <a:cxnLst/>
            <a:rect l="l" t="t" r="r" b="b"/>
            <a:pathLst>
              <a:path w="11919" h="10550" extrusionOk="0">
                <a:moveTo>
                  <a:pt x="7359" y="0"/>
                </a:moveTo>
                <a:lnTo>
                  <a:pt x="1" y="10549"/>
                </a:lnTo>
                <a:lnTo>
                  <a:pt x="4573" y="10549"/>
                </a:lnTo>
                <a:lnTo>
                  <a:pt x="11919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3443;p37">
            <a:extLst>
              <a:ext uri="{FF2B5EF4-FFF2-40B4-BE49-F238E27FC236}">
                <a16:creationId xmlns:a16="http://schemas.microsoft.com/office/drawing/2014/main" id="{DCFFBEE8-3D35-A10B-AE4A-FF97D996B2B8}"/>
              </a:ext>
            </a:extLst>
          </p:cNvPr>
          <p:cNvSpPr/>
          <p:nvPr/>
        </p:nvSpPr>
        <p:spPr>
          <a:xfrm>
            <a:off x="1257881" y="-214693"/>
            <a:ext cx="485103" cy="429385"/>
          </a:xfrm>
          <a:custGeom>
            <a:avLst/>
            <a:gdLst/>
            <a:ahLst/>
            <a:cxnLst/>
            <a:rect l="l" t="t" r="r" b="b"/>
            <a:pathLst>
              <a:path w="11919" h="10550" extrusionOk="0">
                <a:moveTo>
                  <a:pt x="7359" y="0"/>
                </a:moveTo>
                <a:lnTo>
                  <a:pt x="1" y="10549"/>
                </a:lnTo>
                <a:lnTo>
                  <a:pt x="4561" y="10549"/>
                </a:lnTo>
                <a:lnTo>
                  <a:pt x="11919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3444;p37">
            <a:extLst>
              <a:ext uri="{FF2B5EF4-FFF2-40B4-BE49-F238E27FC236}">
                <a16:creationId xmlns:a16="http://schemas.microsoft.com/office/drawing/2014/main" id="{5A5A739F-FD16-BDC7-9FE1-1F36D68309CE}"/>
              </a:ext>
            </a:extLst>
          </p:cNvPr>
          <p:cNvSpPr/>
          <p:nvPr/>
        </p:nvSpPr>
        <p:spPr>
          <a:xfrm>
            <a:off x="1554950" y="-214693"/>
            <a:ext cx="485103" cy="429385"/>
          </a:xfrm>
          <a:custGeom>
            <a:avLst/>
            <a:gdLst/>
            <a:ahLst/>
            <a:cxnLst/>
            <a:rect l="l" t="t" r="r" b="b"/>
            <a:pathLst>
              <a:path w="11919" h="10550" extrusionOk="0">
                <a:moveTo>
                  <a:pt x="7346" y="0"/>
                </a:moveTo>
                <a:lnTo>
                  <a:pt x="0" y="10549"/>
                </a:lnTo>
                <a:lnTo>
                  <a:pt x="4560" y="10549"/>
                </a:lnTo>
                <a:lnTo>
                  <a:pt x="11918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8185797"/>
      </p:ext>
    </p:extLst>
  </p:cSld>
  <p:clrMapOvr>
    <a:masterClrMapping/>
  </p:clrMapOvr>
</p:sld>
</file>

<file path=ppt/theme/theme1.xml><?xml version="1.0" encoding="utf-8"?>
<a:theme xmlns:a="http://schemas.openxmlformats.org/drawingml/2006/main" name="Cybersecurity Infographics by Slidesgo">
  <a:themeElements>
    <a:clrScheme name="Simple Light">
      <a:dk1>
        <a:srgbClr val="000000"/>
      </a:dk1>
      <a:lt1>
        <a:srgbClr val="FFFFFF"/>
      </a:lt1>
      <a:dk2>
        <a:srgbClr val="E0E0E0"/>
      </a:dk2>
      <a:lt2>
        <a:srgbClr val="EEEEEE"/>
      </a:lt2>
      <a:accent1>
        <a:srgbClr val="2E294E"/>
      </a:accent1>
      <a:accent2>
        <a:srgbClr val="DD90B6"/>
      </a:accent2>
      <a:accent3>
        <a:srgbClr val="A060AD"/>
      </a:accent3>
      <a:accent4>
        <a:srgbClr val="8058BE"/>
      </a:accent4>
      <a:accent5>
        <a:srgbClr val="424B66"/>
      </a:accent5>
      <a:accent6>
        <a:srgbClr val="1C1C66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152</Words>
  <Application>Microsoft Office PowerPoint</Application>
  <PresentationFormat>Bildschirmpräsentation (16:9)</PresentationFormat>
  <Paragraphs>41</Paragraphs>
  <Slides>8</Slides>
  <Notes>8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3" baseType="lpstr">
      <vt:lpstr>Arial</vt:lpstr>
      <vt:lpstr>Fira Sans Black</vt:lpstr>
      <vt:lpstr>Fira Sans</vt:lpstr>
      <vt:lpstr>Wingdings</vt:lpstr>
      <vt:lpstr>Cybersecurity Infographics by Slidesgo</vt:lpstr>
      <vt:lpstr>Innenministerium Cyberangriff 2025</vt:lpstr>
      <vt:lpstr>Überblick</vt:lpstr>
      <vt:lpstr>Täter &amp; Entdeckung</vt:lpstr>
      <vt:lpstr>Ablauf der Attacke</vt:lpstr>
      <vt:lpstr>Gegenmaßnahmen</vt:lpstr>
      <vt:lpstr>Status &amp; Folgen</vt:lpstr>
      <vt:lpstr>DANKE</vt:lpstr>
      <vt:lpstr>QUELLEN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Storozhuk Oleksandra</cp:lastModifiedBy>
  <cp:revision>8</cp:revision>
  <dcterms:modified xsi:type="dcterms:W3CDTF">2025-09-23T09:01:58Z</dcterms:modified>
</cp:coreProperties>
</file>